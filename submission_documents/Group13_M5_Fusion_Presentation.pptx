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78" r:id="rId3"/>
    <p:sldMasterId id="2147483681" r:id="rId4"/>
    <p:sldMasterId id="2147483711" r:id="rId5"/>
  </p:sldMasterIdLst>
  <p:notesMasterIdLst>
    <p:notesMasterId r:id="rId7"/>
  </p:notesMasterIdLst>
  <p:sldIdLst>
    <p:sldId id="260" r:id="rId6"/>
    <p:sldId id="256" r:id="rId8"/>
    <p:sldId id="257" r:id="rId9"/>
    <p:sldId id="258" r:id="rId10"/>
    <p:sldId id="259" r:id="rId11"/>
  </p:sldIdLst>
  <p:sldSz cx="9144000" cy="5143500"/>
  <p:notesSz cx="6858000" cy="9144000"/>
  <p:embeddedFontLst>
    <p:embeddedFont>
      <p:font typeface="Poppins"/>
      <p:regular r:id="rId15"/>
    </p:embeddedFont>
    <p:embeddedFont>
      <p:font typeface="Albert Sans"/>
      <p:regular r:id="rId16"/>
    </p:embeddedFont>
    <p:embeddedFont>
      <p:font typeface="Albert Sans Medium"/>
      <p:regular r:id="rId17"/>
    </p:embeddedFont>
    <p:embeddedFont>
      <p:font typeface="DM Sans"/>
      <p:regular r:id="rId18"/>
    </p:embeddedFont>
    <p:embeddedFont>
      <p:font typeface="Proxima Nova Semibold"/>
      <p:regular r:id="rId19"/>
    </p:embeddedFont>
    <p:embeddedFont>
      <p:font typeface="Proxima Nova"/>
      <p:regular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 Type="http://schemas.openxmlformats.org/officeDocument/2006/relationships/slideMaster" Target="slideMasters/slideMaster4.xml"/><Relationship Id="rId4" Type="http://schemas.openxmlformats.org/officeDocument/2006/relationships/slideMaster" Target="slideMasters/slideMaster3.xml"/><Relationship Id="rId3" Type="http://schemas.openxmlformats.org/officeDocument/2006/relationships/slideMaster" Target="slideMasters/slideMaster2.xml"/><Relationship Id="rId20" Type="http://schemas.openxmlformats.org/officeDocument/2006/relationships/font" Target="fonts/font6.fntdata"/><Relationship Id="rId2" Type="http://schemas.openxmlformats.org/officeDocument/2006/relationships/theme" Target="theme/theme1.xml"/><Relationship Id="rId19" Type="http://schemas.openxmlformats.org/officeDocument/2006/relationships/font" Target="fonts/font5.fntdata"/><Relationship Id="rId18" Type="http://schemas.openxmlformats.org/officeDocument/2006/relationships/font" Target="fonts/font4.fntdata"/><Relationship Id="rId17" Type="http://schemas.openxmlformats.org/officeDocument/2006/relationships/font" Target="fonts/font3.fntdata"/><Relationship Id="rId16" Type="http://schemas.openxmlformats.org/officeDocument/2006/relationships/font" Target="fonts/font2.fntdata"/><Relationship Id="rId15" Type="http://schemas.openxmlformats.org/officeDocument/2006/relationships/font" Target="fonts/font1.fntdata"/><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I will now introduce our multimodal fusion methods.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Following the audio and visual modules, I will explain how we combine them for emotion recognition. Our question is whether the two modalities provide complementary information. We will compare four fusion strategies using the same selected audio and visual encoders. These are separate experimental pipelines, and each predicts the same eight emotion classes.</a:t>
            </a:r>
          </a:p>
          <a:p>
            <a:pPr marL="0" lvl="0" indent="0" algn="l">
              <a:spcBef>
                <a:spcPts val="0"/>
              </a:spcBef>
              <a:spcAft>
                <a:spcPts val="0"/>
              </a:spcAft>
              <a:buNone/>
            </a:pPr>
          </a:p>
          <a:p>
            <a:pPr marL="0" lvl="0" indent="0" algn="l">
              <a:spcBef>
                <a:spcPts val="0"/>
              </a:spcBef>
              <a:spcAft>
                <a:spcPts val="0"/>
              </a:spcAft>
              <a:buNone/>
            </a:pPr>
            <a:r>
              <a:t>Source: Project_Proposal_Group13.docx, Section 4. Cross-attention is a planned experiment, per the updated project scope.</a:t>
            </a:r>
          </a:p>
          <a:p>
            <a:pPr marL="0" lvl="0" indent="0" algn="l">
              <a:spcBef>
                <a:spcPts val="0"/>
              </a:spcBef>
              <a:spcAft>
                <a:spcPts val="0"/>
              </a:spcAft>
              <a:buNone/>
            </a:pPr>
            <a:r>
              <a:t>Template: Group13_Proposal_Template.pptx, Slidesgo.</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The first two methods provide straightforward baselines. Decision-level fusion combines the final class probabilities through weighted averaging. We will start with equal weights and select the weighting parameter using the validation set.</a:t>
            </a:r>
          </a:p>
          <a:p>
            <a:pPr marL="0" lvl="0" indent="0" algn="l">
              <a:spcBef>
                <a:spcPts val="0"/>
              </a:spcBef>
              <a:spcAft>
                <a:spcPts val="0"/>
              </a:spcAft>
              <a:buNone/>
            </a:pPr>
          </a:p>
          <a:p>
            <a:pPr marL="0" lvl="0" indent="0" algn="l">
              <a:spcBef>
                <a:spcPts val="0"/>
              </a:spcBef>
              <a:spcAft>
                <a:spcPts val="0"/>
              </a:spcAft>
              <a:buNone/>
            </a:pPr>
            <a:r>
              <a:t>Feature concatenation combines the representations before classification. We pool and normalize the audio and visual features separately, concatenate them, and feed the combined vector into an MLP.</a:t>
            </a:r>
          </a:p>
          <a:p>
            <a:pPr marL="0" lvl="0" indent="0" algn="l">
              <a:spcBef>
                <a:spcPts val="0"/>
              </a:spcBef>
              <a:spcAft>
                <a:spcPts val="0"/>
              </a:spcAft>
              <a:buNone/>
            </a:pPr>
          </a:p>
          <a:p>
            <a:pPr marL="0" lvl="0" indent="0" algn="l">
              <a:spcBef>
                <a:spcPts val="0"/>
              </a:spcBef>
              <a:spcAft>
                <a:spcPts val="0"/>
              </a:spcAft>
              <a:buNone/>
            </a:pPr>
            <a:r>
              <a:t>The main difference is where fusion happens: the first combines predictions, while the second learns a classifier from both modalities’ features.</a:t>
            </a:r>
          </a:p>
          <a:p>
            <a:pPr marL="0" lvl="0" indent="0" algn="l">
              <a:spcBef>
                <a:spcPts val="0"/>
              </a:spcBef>
              <a:spcAft>
                <a:spcPts val="0"/>
              </a:spcAft>
              <a:buNone/>
            </a:pPr>
          </a:p>
          <a:p>
            <a:pPr marL="0" lvl="0" indent="0" algn="l">
              <a:spcBef>
                <a:spcPts val="0"/>
              </a:spcBef>
              <a:spcAft>
                <a:spcPts val="0"/>
              </a:spcAft>
              <a:buNone/>
            </a:pPr>
            <a:r>
              <a:t>Source: Project_Proposal_Group13.docx, Section 4. Cross-attention is a planned experiment, per the updated project scope.</a:t>
            </a:r>
          </a:p>
          <a:p>
            <a:pPr marL="0" lvl="0" indent="0" algn="l">
              <a:spcBef>
                <a:spcPts val="0"/>
              </a:spcBef>
              <a:spcAft>
                <a:spcPts val="0"/>
              </a:spcAft>
              <a:buNone/>
            </a:pPr>
            <a:r>
              <a:t>Template: Group13_Proposal_Template.pptx, Slidesgo.</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Gated fusion makes the contribution of each modality depend on the sample. We first project the audio and visual features into a common dimensional space. A lightweight gating network then learns how to combine them.</a:t>
            </a:r>
          </a:p>
          <a:p>
            <a:pPr marL="0" lvl="0" indent="0" algn="l">
              <a:spcBef>
                <a:spcPts val="0"/>
              </a:spcBef>
              <a:spcAft>
                <a:spcPts val="0"/>
              </a:spcAft>
              <a:buNone/>
            </a:pPr>
          </a:p>
          <a:p>
            <a:pPr marL="0" lvl="0" indent="0" algn="l">
              <a:spcBef>
                <a:spcPts val="0"/>
              </a:spcBef>
              <a:spcAft>
                <a:spcPts val="0"/>
              </a:spcAft>
              <a:buNone/>
            </a:pPr>
            <a:r>
              <a:t>The motivation is that vocal cues may be more informative in some recordings, while facial cues may be more informative in others. Compared with a fixed weighting scheme, the gate allows the feature combination to vary across samples.</a:t>
            </a:r>
          </a:p>
          <a:p>
            <a:pPr marL="0" lvl="0" indent="0" algn="l">
              <a:spcBef>
                <a:spcPts val="0"/>
              </a:spcBef>
              <a:spcAft>
                <a:spcPts val="0"/>
              </a:spcAft>
              <a:buNone/>
            </a:pPr>
          </a:p>
          <a:p>
            <a:pPr marL="0" lvl="0" indent="0" algn="l">
              <a:spcBef>
                <a:spcPts val="0"/>
              </a:spcBef>
              <a:spcAft>
                <a:spcPts val="0"/>
              </a:spcAft>
              <a:buNone/>
            </a:pPr>
            <a:r>
              <a:t>Source: Project_Proposal_Group13.docx, Section 4. Cross-attention is a planned experiment, per the updated project scope.</a:t>
            </a:r>
          </a:p>
          <a:p>
            <a:pPr marL="0" lvl="0" indent="0" algn="l">
              <a:spcBef>
                <a:spcPts val="0"/>
              </a:spcBef>
              <a:spcAft>
                <a:spcPts val="0"/>
              </a:spcAft>
              <a:buNone/>
            </a:pPr>
            <a:r>
              <a:t>Template: Group13_Proposal_Template.pptx, Slidesgo.</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Our fourth method is cross-attention fusion. Unlike the previous feature methods, it uses sequences before pooling. Audio features act as queries, while visual features provide keys and values. This allows each audio sequence position to draw relevant information from the visual sequence.</a:t>
            </a:r>
          </a:p>
          <a:p>
            <a:pPr marL="0" lvl="0" indent="0" algn="l">
              <a:spcBef>
                <a:spcPts val="0"/>
              </a:spcBef>
              <a:spcAft>
                <a:spcPts val="0"/>
              </a:spcAft>
              <a:buNone/>
            </a:pPr>
          </a:p>
          <a:p>
            <a:pPr marL="0" lvl="0" indent="0" algn="l">
              <a:spcBef>
                <a:spcPts val="0"/>
              </a:spcBef>
              <a:spcAft>
                <a:spcPts val="0"/>
              </a:spcAft>
              <a:buNone/>
            </a:pPr>
            <a:r>
              <a:t>We then add the attention output to the audio features through a residual connection, pool the result, and classify the emotion. Across the fusion experiments, we will initially keep the encoders frozen. My teammate will now explain how we evaluate and compare these approaches.</a:t>
            </a:r>
          </a:p>
          <a:p>
            <a:pPr marL="0" lvl="0" indent="0" algn="l">
              <a:spcBef>
                <a:spcPts val="0"/>
              </a:spcBef>
              <a:spcAft>
                <a:spcPts val="0"/>
              </a:spcAft>
              <a:buNone/>
            </a:pPr>
          </a:p>
          <a:p>
            <a:pPr marL="0" lvl="0" indent="0" algn="l">
              <a:spcBef>
                <a:spcPts val="0"/>
              </a:spcBef>
              <a:spcAft>
                <a:spcPts val="0"/>
              </a:spcAft>
              <a:buNone/>
            </a:pPr>
            <a:r>
              <a:t>Source: Project_Proposal_Group13.docx, Section 4. Cross-attention is a planned experiment, per the updated project scope.</a:t>
            </a:r>
          </a:p>
          <a:p>
            <a:pPr marL="0" lvl="0" indent="0" algn="l">
              <a:spcBef>
                <a:spcPts val="0"/>
              </a:spcBef>
              <a:spcAft>
                <a:spcPts val="0"/>
              </a:spcAft>
              <a:buNone/>
            </a:pPr>
            <a:r>
              <a:t>Template: Group13_Proposal_Template.pptx, Slidesgo.</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
        <p:cNvGrpSpPr/>
        <p:nvPr/>
      </p:nvGrpSpPr>
      <p:grpSpPr/>
      <p:sp>
        <p:nvSpPr>
          <p:cNvPr id="9" name="Google Shape;9;p2"/>
          <p:cNvSpPr>
            <a:spLocks noGrp="1"/>
          </p:cNvSpPr>
          <p:nvPr>
            <p:ph type="ctrTitle"/>
          </p:nvPr>
        </p:nvSpPr>
        <p:spPr>
          <a:xfrm>
            <a:off x="713225" y="1529038"/>
            <a:ext cx="6919800" cy="2009100"/>
          </a:xfrm>
          <a:prstGeom prst="rect">
            <a:avLst/>
          </a:prstGeom>
        </p:spPr>
        <p:txBody>
          <a:bodyPr spcFirstLastPara="1" wrap="square" lIns="91425" tIns="91425" rIns="91425" bIns="91425" anchor="b">
            <a:noAutofit/>
          </a:bodyPr>
          <a:lstStyle>
            <a:lvl1pPr>
              <a:spcBef>
                <a:spcPts val="0"/>
              </a:spcBef>
              <a:spcAft>
                <a:spcPts val="0"/>
              </a:spcAft>
              <a:buSzPts val="5200"/>
              <a:buNone/>
              <a:defRPr sz="3800">
                <a:latin typeface="Poppins"/>
                <a:ea typeface="Poppins"/>
                <a:cs typeface="Poppins"/>
              </a:defRPr>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p:txBody>
      </p:sp>
      <p:sp>
        <p:nvSpPr>
          <p:cNvPr id="10" name="Google Shape;10;p2"/>
          <p:cNvSpPr>
            <a:spLocks noGrp="1"/>
          </p:cNvSpPr>
          <p:nvPr>
            <p:ph type="subTitle" idx="1"/>
          </p:nvPr>
        </p:nvSpPr>
        <p:spPr>
          <a:xfrm>
            <a:off x="713225" y="3721100"/>
            <a:ext cx="2308200" cy="734100"/>
          </a:xfrm>
          <a:prstGeom prst="rect">
            <a:avLst/>
          </a:prstGeom>
        </p:spPr>
        <p:txBody>
          <a:bodyPr spcFirstLastPara="1" wrap="square" lIns="91425" tIns="91425" rIns="91425" bIns="91425" anchor="t">
            <a:noAutofit/>
          </a:bodyPr>
          <a:lstStyle>
            <a:lvl1pPr>
              <a:spcBef>
                <a:spcPts val="0"/>
              </a:spcBef>
              <a:spcAft>
                <a:spcPts val="0"/>
              </a:spcAft>
              <a:buClr>
                <a:schemeClr val="dk1"/>
              </a:buClr>
              <a:buSzPts val="1400"/>
              <a:buNone/>
              <a:defRPr sz="1600">
                <a:solidFill>
                  <a:schemeClr val="dk1"/>
                </a:solidFill>
                <a:latin typeface="Albert Sans Medium"/>
                <a:ea typeface="Albert Sans Medium"/>
                <a:cs typeface="Albert Sans Medium"/>
              </a:defRPr>
            </a:lvl1pPr>
            <a:lvl2pPr algn="ctr">
              <a:lnSpc>
                <a:spcPct val="100000"/>
              </a:lnSpc>
              <a:spcBef>
                <a:spcPts val="0"/>
              </a:spcBef>
              <a:spcAft>
                <a:spcPts val="0"/>
              </a:spcAft>
              <a:buClr>
                <a:schemeClr val="dk1"/>
              </a:buClr>
              <a:buSzPts val="1800"/>
              <a:buNone/>
              <a:defRPr sz="1800">
                <a:solidFill>
                  <a:schemeClr val="dk1"/>
                </a:solidFill>
              </a:defRPr>
            </a:lvl2pPr>
            <a:lvl3pPr algn="ctr">
              <a:lnSpc>
                <a:spcPct val="100000"/>
              </a:lnSpc>
              <a:spcBef>
                <a:spcPts val="0"/>
              </a:spcBef>
              <a:spcAft>
                <a:spcPts val="0"/>
              </a:spcAft>
              <a:buClr>
                <a:schemeClr val="dk1"/>
              </a:buClr>
              <a:buSzPts val="1800"/>
              <a:buNone/>
              <a:defRPr sz="1800">
                <a:solidFill>
                  <a:schemeClr val="dk1"/>
                </a:solidFill>
              </a:defRPr>
            </a:lvl3pPr>
            <a:lvl4pPr algn="ctr">
              <a:lnSpc>
                <a:spcPct val="100000"/>
              </a:lnSpc>
              <a:spcBef>
                <a:spcPts val="0"/>
              </a:spcBef>
              <a:spcAft>
                <a:spcPts val="0"/>
              </a:spcAft>
              <a:buClr>
                <a:schemeClr val="dk1"/>
              </a:buClr>
              <a:buSzPts val="1800"/>
              <a:buNone/>
              <a:defRPr sz="1800">
                <a:solidFill>
                  <a:schemeClr val="dk1"/>
                </a:solidFill>
              </a:defRPr>
            </a:lvl4pPr>
            <a:lvl5pPr algn="ctr">
              <a:lnSpc>
                <a:spcPct val="100000"/>
              </a:lnSpc>
              <a:spcBef>
                <a:spcPts val="0"/>
              </a:spcBef>
              <a:spcAft>
                <a:spcPts val="0"/>
              </a:spcAft>
              <a:buClr>
                <a:schemeClr val="dk1"/>
              </a:buClr>
              <a:buSzPts val="1800"/>
              <a:buNone/>
              <a:defRPr sz="1800">
                <a:solidFill>
                  <a:schemeClr val="dk1"/>
                </a:solidFill>
              </a:defRPr>
            </a:lvl5pPr>
            <a:lvl6pPr algn="ctr">
              <a:lnSpc>
                <a:spcPct val="100000"/>
              </a:lnSpc>
              <a:spcBef>
                <a:spcPts val="0"/>
              </a:spcBef>
              <a:spcAft>
                <a:spcPts val="0"/>
              </a:spcAft>
              <a:buClr>
                <a:schemeClr val="dk1"/>
              </a:buClr>
              <a:buSzPts val="1800"/>
              <a:buNone/>
              <a:defRPr sz="1800">
                <a:solidFill>
                  <a:schemeClr val="dk1"/>
                </a:solidFill>
              </a:defRPr>
            </a:lvl6pPr>
            <a:lvl7pPr algn="ctr">
              <a:lnSpc>
                <a:spcPct val="100000"/>
              </a:lnSpc>
              <a:spcBef>
                <a:spcPts val="0"/>
              </a:spcBef>
              <a:spcAft>
                <a:spcPts val="0"/>
              </a:spcAft>
              <a:buClr>
                <a:schemeClr val="dk1"/>
              </a:buClr>
              <a:buSzPts val="1800"/>
              <a:buNone/>
              <a:defRPr sz="1800">
                <a:solidFill>
                  <a:schemeClr val="dk1"/>
                </a:solidFill>
              </a:defRPr>
            </a:lvl7pPr>
            <a:lvl8pPr algn="ctr">
              <a:lnSpc>
                <a:spcPct val="100000"/>
              </a:lnSpc>
              <a:spcBef>
                <a:spcPts val="0"/>
              </a:spcBef>
              <a:spcAft>
                <a:spcPts val="0"/>
              </a:spcAft>
              <a:buClr>
                <a:schemeClr val="dk1"/>
              </a:buClr>
              <a:buSzPts val="1800"/>
              <a:buNone/>
              <a:defRPr sz="1800">
                <a:solidFill>
                  <a:schemeClr val="dk1"/>
                </a:solidFill>
              </a:defRPr>
            </a:lvl8pPr>
            <a:lvl9pPr algn="ctr">
              <a:lnSpc>
                <a:spcPct val="100000"/>
              </a:lnSpc>
              <a:spcBef>
                <a:spcPts val="0"/>
              </a:spcBef>
              <a:spcAft>
                <a:spcPts val="0"/>
              </a:spcAft>
              <a:buClr>
                <a:schemeClr val="dk1"/>
              </a:buClr>
              <a:buSzPts val="1800"/>
              <a:buNone/>
              <a:defRPr sz="1800">
                <a:solidFill>
                  <a:schemeClr val="dk1"/>
                </a:solidFill>
              </a:defRPr>
            </a:lvl9pPr>
          </a:lstStyle>
          <a:p/>
        </p:txBody>
      </p:sp>
      <p:sp>
        <p:nvSpPr>
          <p:cNvPr id="12" name="Google Shape;12;p2"/>
          <p:cNvSpPr>
            <a:spLocks noGrp="1"/>
          </p:cNvSpPr>
          <p:nvPr/>
        </p:nvSpPr>
        <p:spPr>
          <a:xfrm>
            <a:off x="7629958" y="3058625"/>
            <a:ext cx="1260000" cy="5348400"/>
          </a:xfrm>
          <a:prstGeom prst="roundRect">
            <a:avLst>
              <a:gd name="adj" fmla="val 50000"/>
            </a:avLst>
          </a:prstGeom>
          <a:solidFill>
            <a:schemeClr val="dk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3" name="Google Shape;13;p2"/>
          <p:cNvSpPr>
            <a:spLocks noGrp="1"/>
          </p:cNvSpPr>
          <p:nvPr/>
        </p:nvSpPr>
        <p:spPr>
          <a:xfrm>
            <a:off x="6736200" y="3879112"/>
            <a:ext cx="1260000" cy="3707400"/>
          </a:xfrm>
          <a:prstGeom prst="roundRect">
            <a:avLst>
              <a:gd name="adj" fmla="val 50000"/>
            </a:avLst>
          </a:prstGeom>
          <a:solidFill>
            <a:srgbClr val="74CEC4">
              <a:alpha val="6000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4" name="Google Shape;14;p2"/>
          <p:cNvSpPr>
            <a:spLocks noGrp="1"/>
          </p:cNvSpPr>
          <p:nvPr/>
        </p:nvSpPr>
        <p:spPr>
          <a:xfrm rot="10800000">
            <a:off x="312387" y="-769880"/>
            <a:ext cx="677400" cy="1828500"/>
          </a:xfrm>
          <a:prstGeom prst="roundRect">
            <a:avLst>
              <a:gd name="adj" fmla="val 50000"/>
            </a:avLst>
          </a:prstGeom>
          <a:solidFill>
            <a:schemeClr val="dk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5" name="Google Shape;15;p2"/>
          <p:cNvSpPr>
            <a:spLocks noGrp="1"/>
          </p:cNvSpPr>
          <p:nvPr/>
        </p:nvSpPr>
        <p:spPr>
          <a:xfrm rot="10800000">
            <a:off x="-38477" y="-27518"/>
            <a:ext cx="698700" cy="698700"/>
          </a:xfrm>
          <a:prstGeom prst="chord">
            <a:avLst>
              <a:gd name="adj1" fmla="val 5399387"/>
              <a:gd name="adj2" fmla="val 16200000"/>
            </a:avLst>
          </a:prstGeom>
          <a:solidFill>
            <a:srgbClr val="74CEC4">
              <a:alpha val="6000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6" name="Google Shape;16;p2"/>
          <p:cNvSpPr>
            <a:spLocks noGrp="1"/>
          </p:cNvSpPr>
          <p:nvPr/>
        </p:nvSpPr>
        <p:spPr>
          <a:xfrm rot="10800000">
            <a:off x="-386316" y="-27518"/>
            <a:ext cx="698700" cy="698700"/>
          </a:xfrm>
          <a:prstGeom prst="chord">
            <a:avLst>
              <a:gd name="adj1" fmla="val 5399387"/>
              <a:gd name="adj2" fmla="val 16200000"/>
            </a:avLst>
          </a:prstGeom>
          <a:solidFill>
            <a:srgbClr val="F2557A">
              <a:alpha val="5250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bg>
      <p:bgPr>
        <a:solidFill>
          <a:schemeClr val="dk1"/>
        </a:solidFill>
        <a:effectLst/>
      </p:bgPr>
    </p:bg>
    <p:spTree>
      <p:nvGrpSpPr>
        <p:cNvPr id="1" name=""/>
        <p:cNvGrpSpPr/>
        <p:nvPr/>
      </p:nvGrpSpPr>
      <p:grpSpPr/>
      <p:sp>
        <p:nvSpPr>
          <p:cNvPr id="18" name="Google Shape;18;p3"/>
          <p:cNvSpPr>
            <a:spLocks noGrp="1"/>
          </p:cNvSpPr>
          <p:nvPr>
            <p:ph type="title"/>
          </p:nvPr>
        </p:nvSpPr>
        <p:spPr>
          <a:xfrm>
            <a:off x="713225" y="2271750"/>
            <a:ext cx="3318300" cy="841800"/>
          </a:xfrm>
          <a:prstGeom prst="rect">
            <a:avLst/>
          </a:prstGeom>
        </p:spPr>
        <p:txBody>
          <a:bodyPr spcFirstLastPara="1" wrap="square" lIns="91425" tIns="91425" rIns="91425" bIns="91425" anchor="t">
            <a:noAutofit/>
          </a:bodyPr>
          <a:lstStyle>
            <a:lvl1pPr>
              <a:spcBef>
                <a:spcPts val="0"/>
              </a:spcBef>
              <a:spcAft>
                <a:spcPts val="0"/>
              </a:spcAft>
              <a:buSzPts val="3600"/>
              <a:buNone/>
              <a:defRPr sz="3800">
                <a:solidFill>
                  <a:schemeClr val="lt1"/>
                </a:solidFill>
              </a:defRPr>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p:txBody>
      </p:sp>
      <p:sp>
        <p:nvSpPr>
          <p:cNvPr id="19" name="Google Shape;19;p3"/>
          <p:cNvSpPr>
            <a:spLocks noGrp="1"/>
          </p:cNvSpPr>
          <p:nvPr>
            <p:ph type="title" idx="2" hasCustomPrompt="1"/>
          </p:nvPr>
        </p:nvSpPr>
        <p:spPr>
          <a:xfrm>
            <a:off x="713225" y="1267988"/>
            <a:ext cx="1324200" cy="841800"/>
          </a:xfrm>
          <a:prstGeom prst="rect">
            <a:avLst/>
          </a:prstGeom>
        </p:spPr>
        <p:txBody>
          <a:bodyPr spcFirstLastPara="1" wrap="square" lIns="91425" tIns="91425" rIns="91425" bIns="91425" anchor="ctr">
            <a:noAutofit/>
          </a:bodyPr>
          <a:lstStyle>
            <a:lvl1pPr>
              <a:spcBef>
                <a:spcPts val="0"/>
              </a:spcBef>
              <a:spcAft>
                <a:spcPts val="0"/>
              </a:spcAft>
              <a:buSzPts val="6000"/>
              <a:buNone/>
              <a:defRPr sz="6000">
                <a:solidFill>
                  <a:schemeClr val="lt1"/>
                </a:solidFill>
              </a:defRPr>
            </a:lvl1pPr>
            <a:lvl2pPr algn="ctr">
              <a:spcBef>
                <a:spcPts val="0"/>
              </a:spcBef>
              <a:spcAft>
                <a:spcPts val="0"/>
              </a:spcAft>
              <a:buSzPts val="6000"/>
              <a:buNone/>
              <a:defRPr sz="6000"/>
            </a:lvl2pPr>
            <a:lvl3pPr algn="ctr">
              <a:spcBef>
                <a:spcPts val="0"/>
              </a:spcBef>
              <a:spcAft>
                <a:spcPts val="0"/>
              </a:spcAft>
              <a:buSzPts val="6000"/>
              <a:buNone/>
              <a:defRPr sz="6000"/>
            </a:lvl3pPr>
            <a:lvl4pPr algn="ctr">
              <a:spcBef>
                <a:spcPts val="0"/>
              </a:spcBef>
              <a:spcAft>
                <a:spcPts val="0"/>
              </a:spcAft>
              <a:buSzPts val="6000"/>
              <a:buNone/>
              <a:defRPr sz="6000"/>
            </a:lvl4pPr>
            <a:lvl5pPr algn="ctr">
              <a:spcBef>
                <a:spcPts val="0"/>
              </a:spcBef>
              <a:spcAft>
                <a:spcPts val="0"/>
              </a:spcAft>
              <a:buSzPts val="6000"/>
              <a:buNone/>
              <a:defRPr sz="6000"/>
            </a:lvl5pPr>
            <a:lvl6pPr algn="ctr">
              <a:spcBef>
                <a:spcPts val="0"/>
              </a:spcBef>
              <a:spcAft>
                <a:spcPts val="0"/>
              </a:spcAft>
              <a:buSzPts val="6000"/>
              <a:buNone/>
              <a:defRPr sz="6000"/>
            </a:lvl6pPr>
            <a:lvl7pPr algn="ctr">
              <a:spcBef>
                <a:spcPts val="0"/>
              </a:spcBef>
              <a:spcAft>
                <a:spcPts val="0"/>
              </a:spcAft>
              <a:buSzPts val="6000"/>
              <a:buNone/>
              <a:defRPr sz="6000"/>
            </a:lvl7pPr>
            <a:lvl8pPr algn="ctr">
              <a:spcBef>
                <a:spcPts val="0"/>
              </a:spcBef>
              <a:spcAft>
                <a:spcPts val="0"/>
              </a:spcAft>
              <a:buSzPts val="6000"/>
              <a:buNone/>
              <a:defRPr sz="6000"/>
            </a:lvl8pPr>
            <a:lvl9pPr algn="ctr">
              <a:spcBef>
                <a:spcPts val="0"/>
              </a:spcBef>
              <a:spcAft>
                <a:spcPts val="0"/>
              </a:spcAft>
              <a:buSzPts val="6000"/>
              <a:buNone/>
              <a:defRPr sz="6000"/>
            </a:lvl9pPr>
          </a:lstStyle>
          <a:p>
            <a:r>
              <a:t>xx%</a:t>
            </a:r>
          </a:p>
        </p:txBody>
      </p:sp>
      <p:sp>
        <p:nvSpPr>
          <p:cNvPr id="20" name="Google Shape;20;p3"/>
          <p:cNvSpPr>
            <a:spLocks noGrp="1"/>
          </p:cNvSpPr>
          <p:nvPr>
            <p:ph type="subTitle" idx="1"/>
          </p:nvPr>
        </p:nvSpPr>
        <p:spPr>
          <a:xfrm>
            <a:off x="713225" y="3356325"/>
            <a:ext cx="3318300" cy="7134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dk1"/>
              </a:buClr>
              <a:buSzPts val="1400"/>
              <a:buNone/>
              <a:defRPr sz="1600">
                <a:solidFill>
                  <a:schemeClr val="lt1"/>
                </a:solidFill>
                <a:latin typeface="Albert Sans Medium"/>
                <a:ea typeface="Albert Sans Medium"/>
                <a:cs typeface="Albert Sans Medium"/>
              </a:defRPr>
            </a:lvl1pPr>
            <a:lvl2pPr algn="ctr">
              <a:lnSpc>
                <a:spcPct val="100000"/>
              </a:lnSpc>
              <a:spcBef>
                <a:spcPts val="0"/>
              </a:spcBef>
              <a:spcAft>
                <a:spcPts val="0"/>
              </a:spcAft>
              <a:buClr>
                <a:schemeClr val="dk1"/>
              </a:buClr>
              <a:buSzPts val="1400"/>
              <a:buNone/>
              <a:defRPr>
                <a:solidFill>
                  <a:schemeClr val="dk1"/>
                </a:solidFill>
              </a:defRPr>
            </a:lvl2pPr>
            <a:lvl3pPr algn="ctr">
              <a:lnSpc>
                <a:spcPct val="100000"/>
              </a:lnSpc>
              <a:spcBef>
                <a:spcPts val="0"/>
              </a:spcBef>
              <a:spcAft>
                <a:spcPts val="0"/>
              </a:spcAft>
              <a:buClr>
                <a:schemeClr val="dk1"/>
              </a:buClr>
              <a:buSzPts val="1400"/>
              <a:buNone/>
              <a:defRPr>
                <a:solidFill>
                  <a:schemeClr val="dk1"/>
                </a:solidFill>
              </a:defRPr>
            </a:lvl3pPr>
            <a:lvl4pPr algn="ctr">
              <a:lnSpc>
                <a:spcPct val="100000"/>
              </a:lnSpc>
              <a:spcBef>
                <a:spcPts val="0"/>
              </a:spcBef>
              <a:spcAft>
                <a:spcPts val="0"/>
              </a:spcAft>
              <a:buClr>
                <a:schemeClr val="dk1"/>
              </a:buClr>
              <a:buSzPts val="1400"/>
              <a:buNone/>
              <a:defRPr>
                <a:solidFill>
                  <a:schemeClr val="dk1"/>
                </a:solidFill>
              </a:defRPr>
            </a:lvl4pPr>
            <a:lvl5pPr algn="ctr">
              <a:lnSpc>
                <a:spcPct val="100000"/>
              </a:lnSpc>
              <a:spcBef>
                <a:spcPts val="0"/>
              </a:spcBef>
              <a:spcAft>
                <a:spcPts val="0"/>
              </a:spcAft>
              <a:buClr>
                <a:schemeClr val="dk1"/>
              </a:buClr>
              <a:buSzPts val="1400"/>
              <a:buNone/>
              <a:defRPr>
                <a:solidFill>
                  <a:schemeClr val="dk1"/>
                </a:solidFill>
              </a:defRPr>
            </a:lvl5pPr>
            <a:lvl6pPr algn="ctr">
              <a:lnSpc>
                <a:spcPct val="100000"/>
              </a:lnSpc>
              <a:spcBef>
                <a:spcPts val="0"/>
              </a:spcBef>
              <a:spcAft>
                <a:spcPts val="0"/>
              </a:spcAft>
              <a:buClr>
                <a:schemeClr val="dk1"/>
              </a:buClr>
              <a:buSzPts val="1400"/>
              <a:buNone/>
              <a:defRPr>
                <a:solidFill>
                  <a:schemeClr val="dk1"/>
                </a:solidFill>
              </a:defRPr>
            </a:lvl6pPr>
            <a:lvl7pPr algn="ctr">
              <a:lnSpc>
                <a:spcPct val="100000"/>
              </a:lnSpc>
              <a:spcBef>
                <a:spcPts val="0"/>
              </a:spcBef>
              <a:spcAft>
                <a:spcPts val="0"/>
              </a:spcAft>
              <a:buClr>
                <a:schemeClr val="dk1"/>
              </a:buClr>
              <a:buSzPts val="1400"/>
              <a:buNone/>
              <a:defRPr>
                <a:solidFill>
                  <a:schemeClr val="dk1"/>
                </a:solidFill>
              </a:defRPr>
            </a:lvl7pPr>
            <a:lvl8pPr algn="ctr">
              <a:lnSpc>
                <a:spcPct val="100000"/>
              </a:lnSpc>
              <a:spcBef>
                <a:spcPts val="0"/>
              </a:spcBef>
              <a:spcAft>
                <a:spcPts val="0"/>
              </a:spcAft>
              <a:buClr>
                <a:schemeClr val="dk1"/>
              </a:buClr>
              <a:buSzPts val="1400"/>
              <a:buNone/>
              <a:defRPr>
                <a:solidFill>
                  <a:schemeClr val="dk1"/>
                </a:solidFill>
              </a:defRPr>
            </a:lvl8pPr>
            <a:lvl9pPr algn="ctr">
              <a:lnSpc>
                <a:spcPct val="100000"/>
              </a:lnSpc>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_AND_BODY">
    <p:spTree>
      <p:nvGrpSpPr>
        <p:cNvPr id="1" name=""/>
        <p:cNvGrpSpPr/>
        <p:nvPr/>
      </p:nvGrpSpPr>
      <p:grpSpPr/>
      <p:sp>
        <p:nvSpPr>
          <p:cNvPr id="22" name="Google Shape;22;p4"/>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p:txBody>
      </p:sp>
      <p:sp>
        <p:nvSpPr>
          <p:cNvPr id="23" name="Google Shape;23;p4"/>
          <p:cNvSpPr>
            <a:spLocks noGrp="1"/>
          </p:cNvSpPr>
          <p:nvPr>
            <p:ph type="body" idx="1"/>
          </p:nvPr>
        </p:nvSpPr>
        <p:spPr>
          <a:xfrm>
            <a:off x="720000" y="1215750"/>
            <a:ext cx="7704000" cy="3233100"/>
          </a:xfrm>
          <a:prstGeom prst="rect">
            <a:avLst/>
          </a:prstGeom>
        </p:spPr>
        <p:txBody>
          <a:bodyPr spcFirstLastPara="1" wrap="square" lIns="91425" tIns="91425" rIns="91425" bIns="91425" anchor="t">
            <a:noAutofit/>
          </a:bodyPr>
          <a:lstStyle>
            <a:lvl1pPr marL="457200" indent="-317500">
              <a:spcBef>
                <a:spcPts val="0"/>
              </a:spcBef>
              <a:spcAft>
                <a:spcPts val="0"/>
              </a:spcAft>
              <a:buSzPts val="1400"/>
              <a:buChar char="●"/>
              <a:defRPr/>
            </a:lvl1pPr>
            <a:lvl2pPr marL="914400" indent="-317500">
              <a:spcBef>
                <a:spcPts val="0"/>
              </a:spcBef>
              <a:spcAft>
                <a:spcPts val="0"/>
              </a:spcAft>
              <a:buSzPts val="1400"/>
              <a:buChar char="○"/>
              <a:defRPr/>
            </a:lvl2pPr>
            <a:lvl3pPr marL="1371600" indent="-317500">
              <a:lnSpc>
                <a:spcPct val="115000"/>
              </a:lnSpc>
              <a:spcBef>
                <a:spcPts val="0"/>
              </a:spcBef>
              <a:spcAft>
                <a:spcPts val="0"/>
              </a:spcAft>
              <a:buSzPts val="1400"/>
              <a:buChar char="■"/>
              <a:defRPr/>
            </a:lvl3pPr>
            <a:lvl4pPr marL="1828800" indent="-317500">
              <a:lnSpc>
                <a:spcPct val="115000"/>
              </a:lnSpc>
              <a:spcBef>
                <a:spcPts val="0"/>
              </a:spcBef>
              <a:spcAft>
                <a:spcPts val="0"/>
              </a:spcAft>
              <a:buSzPts val="1400"/>
              <a:buChar char="●"/>
              <a:defRPr/>
            </a:lvl4pPr>
            <a:lvl5pPr marL="2286000" indent="-317500">
              <a:lnSpc>
                <a:spcPct val="115000"/>
              </a:lnSpc>
              <a:spcBef>
                <a:spcPts val="0"/>
              </a:spcBef>
              <a:spcAft>
                <a:spcPts val="0"/>
              </a:spcAft>
              <a:buSzPts val="1400"/>
              <a:buChar char="○"/>
              <a:defRPr/>
            </a:lvl5pPr>
            <a:lvl6pPr marL="2743200" indent="-317500">
              <a:lnSpc>
                <a:spcPct val="115000"/>
              </a:lnSpc>
              <a:spcBef>
                <a:spcPts val="0"/>
              </a:spcBef>
              <a:spcAft>
                <a:spcPts val="0"/>
              </a:spcAft>
              <a:buSzPts val="1400"/>
              <a:buChar char="■"/>
              <a:defRPr/>
            </a:lvl6pPr>
            <a:lvl7pPr marL="3200400" indent="-317500">
              <a:lnSpc>
                <a:spcPct val="115000"/>
              </a:lnSpc>
              <a:spcBef>
                <a:spcPts val="0"/>
              </a:spcBef>
              <a:spcAft>
                <a:spcPts val="0"/>
              </a:spcAft>
              <a:buSzPts val="1400"/>
              <a:buChar char="●"/>
              <a:defRPr/>
            </a:lvl7pPr>
            <a:lvl8pPr marL="3657600" indent="-317500">
              <a:lnSpc>
                <a:spcPct val="115000"/>
              </a:lnSpc>
              <a:spcBef>
                <a:spcPts val="0"/>
              </a:spcBef>
              <a:spcAft>
                <a:spcPts val="0"/>
              </a:spcAft>
              <a:buSzPts val="1400"/>
              <a:buChar char="○"/>
              <a:defRPr/>
            </a:lvl8pPr>
            <a:lvl9pPr marL="4114800" indent="-317500">
              <a:lnSpc>
                <a:spcPct val="115000"/>
              </a:lnSpc>
              <a:spcBef>
                <a:spcPts val="0"/>
              </a:spcBef>
              <a:spcAft>
                <a:spcPts val="0"/>
              </a:spcAft>
              <a:buSzPts val="1400"/>
              <a:buChar char="■"/>
              <a:defRPr/>
            </a:lvl9pPr>
          </a:lstStyle>
          <a:p/>
        </p:txBody>
      </p:sp>
      <p:sp>
        <p:nvSpPr>
          <p:cNvPr id="25" name="Google Shape;25;p4"/>
          <p:cNvSpPr>
            <a:spLocks noGrp="1"/>
          </p:cNvSpPr>
          <p:nvPr/>
        </p:nvSpPr>
        <p:spPr>
          <a:xfrm flipH="1">
            <a:off x="8812484" y="4331375"/>
            <a:ext cx="277200" cy="277200"/>
          </a:xfrm>
          <a:prstGeom prst="ellipse">
            <a:avLst/>
          </a:prstGeom>
          <a:solidFill>
            <a:schemeClr val="accent1"/>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26" name="Google Shape;26;p4"/>
          <p:cNvSpPr>
            <a:spLocks noGrp="1"/>
          </p:cNvSpPr>
          <p:nvPr/>
        </p:nvSpPr>
        <p:spPr>
          <a:xfrm rot="10800000" flipH="1">
            <a:off x="-173878" y="-686855"/>
            <a:ext cx="677400" cy="1828500"/>
          </a:xfrm>
          <a:prstGeom prst="roundRect">
            <a:avLst>
              <a:gd name="adj" fmla="val 50000"/>
            </a:avLst>
          </a:prstGeom>
          <a:solidFill>
            <a:srgbClr val="74CEC4">
              <a:alpha val="60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27" name="Google Shape;27;p4"/>
          <p:cNvSpPr>
            <a:spLocks noGrp="1"/>
          </p:cNvSpPr>
          <p:nvPr/>
        </p:nvSpPr>
        <p:spPr>
          <a:xfrm flipH="1">
            <a:off x="-363114" y="781582"/>
            <a:ext cx="698700" cy="698700"/>
          </a:xfrm>
          <a:prstGeom prst="chord">
            <a:avLst>
              <a:gd name="adj1" fmla="val 5399387"/>
              <a:gd name="adj2" fmla="val 16200000"/>
            </a:avLst>
          </a:prstGeom>
          <a:solidFill>
            <a:schemeClr val="dk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28" name="Google Shape;28;p4"/>
          <p:cNvSpPr>
            <a:spLocks noGrp="1"/>
          </p:cNvSpPr>
          <p:nvPr/>
        </p:nvSpPr>
        <p:spPr>
          <a:xfrm flipH="1">
            <a:off x="8812484" y="4769225"/>
            <a:ext cx="659700" cy="659700"/>
          </a:xfrm>
          <a:prstGeom prst="ellipse">
            <a:avLst/>
          </a:prstGeom>
          <a:solidFill>
            <a:srgbClr val="F2557A">
              <a:alpha val="65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p:cSld name="TITLE_AND_TWO_COLUMNS">
    <p:spTree>
      <p:nvGrpSpPr>
        <p:cNvPr id="1" name=""/>
        <p:cNvGrpSpPr/>
        <p:nvPr/>
      </p:nvGrpSpPr>
      <p:grpSpPr/>
      <p:sp>
        <p:nvSpPr>
          <p:cNvPr id="30" name="Google Shape;30;p5"/>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p:txBody>
      </p:sp>
      <p:sp>
        <p:nvSpPr>
          <p:cNvPr id="31" name="Google Shape;31;p5"/>
          <p:cNvSpPr>
            <a:spLocks noGrp="1"/>
          </p:cNvSpPr>
          <p:nvPr>
            <p:ph type="subTitle" idx="1"/>
          </p:nvPr>
        </p:nvSpPr>
        <p:spPr>
          <a:xfrm>
            <a:off x="720000" y="3555900"/>
            <a:ext cx="7704000" cy="928200"/>
          </a:xfrm>
          <a:prstGeom prst="rect">
            <a:avLst/>
          </a:prstGeom>
        </p:spPr>
        <p:txBody>
          <a:bodyPr spcFirstLastPara="1" wrap="square" lIns="91425" tIns="91425" rIns="91425" bIns="91425" anchor="t">
            <a:noAutofit/>
          </a:bodyPr>
          <a:lstStyle>
            <a:lvl1pPr>
              <a:lnSpc>
                <a:spcPct val="115000"/>
              </a:lnSpc>
              <a:spcBef>
                <a:spcPts val="0"/>
              </a:spcBef>
              <a:spcAft>
                <a:spcPts val="0"/>
              </a:spcAft>
              <a:buSzPts val="1400"/>
              <a:buChar char="●"/>
              <a:defRPr sz="1400" b="0"/>
            </a:lvl1pPr>
            <a:lvl2pPr algn="ctr">
              <a:lnSpc>
                <a:spcPct val="115000"/>
              </a:lnSpc>
              <a:spcBef>
                <a:spcPts val="0"/>
              </a:spcBef>
              <a:spcAft>
                <a:spcPts val="0"/>
              </a:spcAft>
              <a:buSzPts val="2800"/>
              <a:buChar char="○"/>
              <a:defRPr sz="2800"/>
            </a:lvl2pPr>
            <a:lvl3pPr algn="ctr">
              <a:lnSpc>
                <a:spcPct val="115000"/>
              </a:lnSpc>
              <a:spcBef>
                <a:spcPts val="0"/>
              </a:spcBef>
              <a:spcAft>
                <a:spcPts val="0"/>
              </a:spcAft>
              <a:buSzPts val="2800"/>
              <a:buChar char="■"/>
              <a:defRPr sz="2800"/>
            </a:lvl3pPr>
            <a:lvl4pPr algn="ctr">
              <a:lnSpc>
                <a:spcPct val="115000"/>
              </a:lnSpc>
              <a:spcBef>
                <a:spcPts val="0"/>
              </a:spcBef>
              <a:spcAft>
                <a:spcPts val="0"/>
              </a:spcAft>
              <a:buSzPts val="2800"/>
              <a:buChar char="●"/>
              <a:defRPr sz="2800"/>
            </a:lvl4pPr>
            <a:lvl5pPr algn="ctr">
              <a:lnSpc>
                <a:spcPct val="115000"/>
              </a:lnSpc>
              <a:spcBef>
                <a:spcPts val="0"/>
              </a:spcBef>
              <a:spcAft>
                <a:spcPts val="0"/>
              </a:spcAft>
              <a:buSzPts val="2800"/>
              <a:buChar char="○"/>
              <a:defRPr sz="2800"/>
            </a:lvl5pPr>
            <a:lvl6pPr algn="ctr">
              <a:lnSpc>
                <a:spcPct val="115000"/>
              </a:lnSpc>
              <a:spcBef>
                <a:spcPts val="0"/>
              </a:spcBef>
              <a:spcAft>
                <a:spcPts val="0"/>
              </a:spcAft>
              <a:buSzPts val="2800"/>
              <a:buChar char="■"/>
              <a:defRPr sz="2800"/>
            </a:lvl6pPr>
            <a:lvl7pPr algn="ctr">
              <a:lnSpc>
                <a:spcPct val="115000"/>
              </a:lnSpc>
              <a:spcBef>
                <a:spcPts val="0"/>
              </a:spcBef>
              <a:spcAft>
                <a:spcPts val="0"/>
              </a:spcAft>
              <a:buSzPts val="2800"/>
              <a:buChar char="●"/>
              <a:defRPr sz="2800"/>
            </a:lvl7pPr>
            <a:lvl8pPr algn="ctr">
              <a:lnSpc>
                <a:spcPct val="115000"/>
              </a:lnSpc>
              <a:spcBef>
                <a:spcPts val="0"/>
              </a:spcBef>
              <a:spcAft>
                <a:spcPts val="0"/>
              </a:spcAft>
              <a:buSzPts val="2800"/>
              <a:buChar char="○"/>
              <a:defRPr sz="2800"/>
            </a:lvl8pPr>
            <a:lvl9pPr algn="ctr">
              <a:lnSpc>
                <a:spcPct val="115000"/>
              </a:lnSpc>
              <a:spcBef>
                <a:spcPts val="0"/>
              </a:spcBef>
              <a:spcAft>
                <a:spcPts val="0"/>
              </a:spcAft>
              <a:buSzPts val="2800"/>
              <a:buChar char="■"/>
              <a:defRPr sz="2800"/>
            </a:lvl9pPr>
          </a:lstStyle>
          <a:p/>
        </p:txBody>
      </p:sp>
      <p:sp>
        <p:nvSpPr>
          <p:cNvPr id="32" name="Google Shape;32;p5"/>
          <p:cNvSpPr>
            <a:spLocks noGrp="1"/>
          </p:cNvSpPr>
          <p:nvPr>
            <p:ph type="subTitle" idx="2"/>
          </p:nvPr>
        </p:nvSpPr>
        <p:spPr>
          <a:xfrm>
            <a:off x="720000" y="1888700"/>
            <a:ext cx="7704000" cy="928200"/>
          </a:xfrm>
          <a:prstGeom prst="rect">
            <a:avLst/>
          </a:prstGeom>
        </p:spPr>
        <p:txBody>
          <a:bodyPr spcFirstLastPara="1" wrap="square" lIns="91425" tIns="91425" rIns="91425" bIns="91425" anchor="t">
            <a:noAutofit/>
          </a:bodyPr>
          <a:lstStyle>
            <a:lvl1pPr>
              <a:lnSpc>
                <a:spcPct val="115000"/>
              </a:lnSpc>
              <a:spcBef>
                <a:spcPts val="0"/>
              </a:spcBef>
              <a:spcAft>
                <a:spcPts val="0"/>
              </a:spcAft>
              <a:buSzPts val="1400"/>
              <a:buChar char="●"/>
              <a:defRPr sz="1400" b="0"/>
            </a:lvl1pPr>
            <a:lvl2pPr algn="ctr">
              <a:lnSpc>
                <a:spcPct val="115000"/>
              </a:lnSpc>
              <a:spcBef>
                <a:spcPts val="0"/>
              </a:spcBef>
              <a:spcAft>
                <a:spcPts val="0"/>
              </a:spcAft>
              <a:buSzPts val="1400"/>
              <a:buChar char="○"/>
              <a:defRPr sz="2800"/>
            </a:lvl2pPr>
            <a:lvl3pPr algn="ctr">
              <a:lnSpc>
                <a:spcPct val="115000"/>
              </a:lnSpc>
              <a:spcBef>
                <a:spcPts val="0"/>
              </a:spcBef>
              <a:spcAft>
                <a:spcPts val="0"/>
              </a:spcAft>
              <a:buSzPts val="1400"/>
              <a:buChar char="■"/>
              <a:defRPr sz="2800"/>
            </a:lvl3pPr>
            <a:lvl4pPr algn="ctr">
              <a:lnSpc>
                <a:spcPct val="115000"/>
              </a:lnSpc>
              <a:spcBef>
                <a:spcPts val="0"/>
              </a:spcBef>
              <a:spcAft>
                <a:spcPts val="0"/>
              </a:spcAft>
              <a:buSzPts val="1400"/>
              <a:buChar char="●"/>
              <a:defRPr sz="2800"/>
            </a:lvl4pPr>
            <a:lvl5pPr algn="ctr">
              <a:lnSpc>
                <a:spcPct val="115000"/>
              </a:lnSpc>
              <a:spcBef>
                <a:spcPts val="0"/>
              </a:spcBef>
              <a:spcAft>
                <a:spcPts val="0"/>
              </a:spcAft>
              <a:buSzPts val="1400"/>
              <a:buChar char="○"/>
              <a:defRPr sz="2800"/>
            </a:lvl5pPr>
            <a:lvl6pPr algn="ctr">
              <a:lnSpc>
                <a:spcPct val="115000"/>
              </a:lnSpc>
              <a:spcBef>
                <a:spcPts val="0"/>
              </a:spcBef>
              <a:spcAft>
                <a:spcPts val="0"/>
              </a:spcAft>
              <a:buSzPts val="1400"/>
              <a:buChar char="■"/>
              <a:defRPr sz="2800"/>
            </a:lvl6pPr>
            <a:lvl7pPr algn="ctr">
              <a:lnSpc>
                <a:spcPct val="115000"/>
              </a:lnSpc>
              <a:spcBef>
                <a:spcPts val="0"/>
              </a:spcBef>
              <a:spcAft>
                <a:spcPts val="0"/>
              </a:spcAft>
              <a:buSzPts val="1400"/>
              <a:buChar char="●"/>
              <a:defRPr sz="2800"/>
            </a:lvl7pPr>
            <a:lvl8pPr algn="ctr">
              <a:lnSpc>
                <a:spcPct val="115000"/>
              </a:lnSpc>
              <a:spcBef>
                <a:spcPts val="0"/>
              </a:spcBef>
              <a:spcAft>
                <a:spcPts val="0"/>
              </a:spcAft>
              <a:buSzPts val="1400"/>
              <a:buChar char="○"/>
              <a:defRPr sz="2800"/>
            </a:lvl8pPr>
            <a:lvl9pPr algn="ctr">
              <a:lnSpc>
                <a:spcPct val="115000"/>
              </a:lnSpc>
              <a:spcBef>
                <a:spcPts val="0"/>
              </a:spcBef>
              <a:spcAft>
                <a:spcPts val="0"/>
              </a:spcAft>
              <a:buSzPts val="1400"/>
              <a:buChar char="■"/>
              <a:defRPr sz="2800"/>
            </a:lvl9pPr>
          </a:lstStyle>
          <a:p/>
        </p:txBody>
      </p:sp>
      <p:sp>
        <p:nvSpPr>
          <p:cNvPr id="33" name="Google Shape;33;p5"/>
          <p:cNvSpPr>
            <a:spLocks noGrp="1"/>
          </p:cNvSpPr>
          <p:nvPr>
            <p:ph type="subTitle" idx="3"/>
          </p:nvPr>
        </p:nvSpPr>
        <p:spPr>
          <a:xfrm>
            <a:off x="720000" y="1387700"/>
            <a:ext cx="7704000" cy="501000"/>
          </a:xfrm>
          <a:prstGeom prst="rect">
            <a:avLst/>
          </a:prstGeom>
        </p:spPr>
        <p:txBody>
          <a:bodyPr spcFirstLastPara="1" wrap="square" lIns="91425" tIns="91425" rIns="91425" bIns="91425" anchor="b">
            <a:noAutofit/>
          </a:bodyPr>
          <a:lstStyle>
            <a:lvl1pPr>
              <a:lnSpc>
                <a:spcPct val="115000"/>
              </a:lnSpc>
              <a:spcBef>
                <a:spcPts val="0"/>
              </a:spcBef>
              <a:spcAft>
                <a:spcPts val="0"/>
              </a:spcAft>
              <a:buSzPts val="2400"/>
              <a:buFont typeface="DM Sans"/>
              <a:buNone/>
              <a:defRPr sz="2000" b="1">
                <a:latin typeface="Poppins"/>
                <a:ea typeface="Poppins"/>
                <a:cs typeface="Poppins"/>
              </a:defRPr>
            </a:lvl1pPr>
            <a:lvl2pPr>
              <a:lnSpc>
                <a:spcPct val="115000"/>
              </a:lnSpc>
              <a:spcBef>
                <a:spcPts val="0"/>
              </a:spcBef>
              <a:spcAft>
                <a:spcPts val="0"/>
              </a:spcAft>
              <a:buSzPts val="1400"/>
              <a:buFont typeface="DM Sans"/>
              <a:buNone/>
              <a:defRPr b="1">
                <a:latin typeface="DM Sans"/>
                <a:ea typeface="DM Sans"/>
                <a:cs typeface="DM Sans"/>
              </a:defRPr>
            </a:lvl2pPr>
            <a:lvl3pPr>
              <a:lnSpc>
                <a:spcPct val="115000"/>
              </a:lnSpc>
              <a:spcBef>
                <a:spcPts val="0"/>
              </a:spcBef>
              <a:spcAft>
                <a:spcPts val="0"/>
              </a:spcAft>
              <a:buSzPts val="1400"/>
              <a:buFont typeface="DM Sans"/>
              <a:buNone/>
              <a:defRPr b="1">
                <a:latin typeface="DM Sans"/>
                <a:ea typeface="DM Sans"/>
                <a:cs typeface="DM Sans"/>
              </a:defRPr>
            </a:lvl3pPr>
            <a:lvl4pPr>
              <a:lnSpc>
                <a:spcPct val="115000"/>
              </a:lnSpc>
              <a:spcBef>
                <a:spcPts val="0"/>
              </a:spcBef>
              <a:spcAft>
                <a:spcPts val="0"/>
              </a:spcAft>
              <a:buSzPts val="1400"/>
              <a:buFont typeface="DM Sans"/>
              <a:buNone/>
              <a:defRPr b="1">
                <a:latin typeface="DM Sans"/>
                <a:ea typeface="DM Sans"/>
                <a:cs typeface="DM Sans"/>
              </a:defRPr>
            </a:lvl4pPr>
            <a:lvl5pPr>
              <a:lnSpc>
                <a:spcPct val="115000"/>
              </a:lnSpc>
              <a:spcBef>
                <a:spcPts val="0"/>
              </a:spcBef>
              <a:spcAft>
                <a:spcPts val="0"/>
              </a:spcAft>
              <a:buSzPts val="1400"/>
              <a:buFont typeface="DM Sans"/>
              <a:buNone/>
              <a:defRPr b="1">
                <a:latin typeface="DM Sans"/>
                <a:ea typeface="DM Sans"/>
                <a:cs typeface="DM Sans"/>
              </a:defRPr>
            </a:lvl5pPr>
            <a:lvl6pPr>
              <a:lnSpc>
                <a:spcPct val="115000"/>
              </a:lnSpc>
              <a:spcBef>
                <a:spcPts val="0"/>
              </a:spcBef>
              <a:spcAft>
                <a:spcPts val="0"/>
              </a:spcAft>
              <a:buSzPts val="1400"/>
              <a:buFont typeface="DM Sans"/>
              <a:buNone/>
              <a:defRPr b="1">
                <a:latin typeface="DM Sans"/>
                <a:ea typeface="DM Sans"/>
                <a:cs typeface="DM Sans"/>
              </a:defRPr>
            </a:lvl6pPr>
            <a:lvl7pPr>
              <a:lnSpc>
                <a:spcPct val="115000"/>
              </a:lnSpc>
              <a:spcBef>
                <a:spcPts val="0"/>
              </a:spcBef>
              <a:spcAft>
                <a:spcPts val="0"/>
              </a:spcAft>
              <a:buSzPts val="1400"/>
              <a:buFont typeface="DM Sans"/>
              <a:buNone/>
              <a:defRPr b="1">
                <a:latin typeface="DM Sans"/>
                <a:ea typeface="DM Sans"/>
                <a:cs typeface="DM Sans"/>
              </a:defRPr>
            </a:lvl7pPr>
            <a:lvl8pPr>
              <a:lnSpc>
                <a:spcPct val="115000"/>
              </a:lnSpc>
              <a:spcBef>
                <a:spcPts val="0"/>
              </a:spcBef>
              <a:spcAft>
                <a:spcPts val="0"/>
              </a:spcAft>
              <a:buSzPts val="1400"/>
              <a:buFont typeface="DM Sans"/>
              <a:buNone/>
              <a:defRPr b="1">
                <a:latin typeface="DM Sans"/>
                <a:ea typeface="DM Sans"/>
                <a:cs typeface="DM Sans"/>
              </a:defRPr>
            </a:lvl8pPr>
            <a:lvl9pPr>
              <a:lnSpc>
                <a:spcPct val="115000"/>
              </a:lnSpc>
              <a:spcBef>
                <a:spcPts val="0"/>
              </a:spcBef>
              <a:spcAft>
                <a:spcPts val="0"/>
              </a:spcAft>
              <a:buSzPts val="1400"/>
              <a:buFont typeface="DM Sans"/>
              <a:buNone/>
              <a:defRPr b="1">
                <a:latin typeface="DM Sans"/>
                <a:ea typeface="DM Sans"/>
                <a:cs typeface="DM Sans"/>
              </a:defRPr>
            </a:lvl9pPr>
          </a:lstStyle>
          <a:p/>
        </p:txBody>
      </p:sp>
      <p:sp>
        <p:nvSpPr>
          <p:cNvPr id="34" name="Google Shape;34;p5"/>
          <p:cNvSpPr>
            <a:spLocks noGrp="1"/>
          </p:cNvSpPr>
          <p:nvPr>
            <p:ph type="subTitle" idx="4"/>
          </p:nvPr>
        </p:nvSpPr>
        <p:spPr>
          <a:xfrm>
            <a:off x="720000" y="3054950"/>
            <a:ext cx="7704000" cy="501000"/>
          </a:xfrm>
          <a:prstGeom prst="rect">
            <a:avLst/>
          </a:prstGeom>
        </p:spPr>
        <p:txBody>
          <a:bodyPr spcFirstLastPara="1" wrap="square" lIns="91425" tIns="91425" rIns="91425" bIns="91425" anchor="b">
            <a:noAutofit/>
          </a:bodyPr>
          <a:lstStyle>
            <a:lvl1pPr>
              <a:lnSpc>
                <a:spcPct val="115000"/>
              </a:lnSpc>
              <a:spcBef>
                <a:spcPts val="0"/>
              </a:spcBef>
              <a:spcAft>
                <a:spcPts val="0"/>
              </a:spcAft>
              <a:buSzPts val="2400"/>
              <a:buFont typeface="DM Sans"/>
              <a:buNone/>
              <a:defRPr sz="2000" b="1">
                <a:latin typeface="Poppins"/>
                <a:ea typeface="Poppins"/>
                <a:cs typeface="Poppins"/>
              </a:defRPr>
            </a:lvl1pPr>
            <a:lvl2pPr>
              <a:lnSpc>
                <a:spcPct val="115000"/>
              </a:lnSpc>
              <a:spcBef>
                <a:spcPts val="0"/>
              </a:spcBef>
              <a:spcAft>
                <a:spcPts val="0"/>
              </a:spcAft>
              <a:buSzPts val="1400"/>
              <a:buFont typeface="DM Sans"/>
              <a:buNone/>
              <a:defRPr b="1">
                <a:latin typeface="DM Sans"/>
                <a:ea typeface="DM Sans"/>
                <a:cs typeface="DM Sans"/>
              </a:defRPr>
            </a:lvl2pPr>
            <a:lvl3pPr>
              <a:lnSpc>
                <a:spcPct val="115000"/>
              </a:lnSpc>
              <a:spcBef>
                <a:spcPts val="0"/>
              </a:spcBef>
              <a:spcAft>
                <a:spcPts val="0"/>
              </a:spcAft>
              <a:buSzPts val="1400"/>
              <a:buFont typeface="DM Sans"/>
              <a:buNone/>
              <a:defRPr b="1">
                <a:latin typeface="DM Sans"/>
                <a:ea typeface="DM Sans"/>
                <a:cs typeface="DM Sans"/>
              </a:defRPr>
            </a:lvl3pPr>
            <a:lvl4pPr>
              <a:lnSpc>
                <a:spcPct val="115000"/>
              </a:lnSpc>
              <a:spcBef>
                <a:spcPts val="0"/>
              </a:spcBef>
              <a:spcAft>
                <a:spcPts val="0"/>
              </a:spcAft>
              <a:buSzPts val="1400"/>
              <a:buFont typeface="DM Sans"/>
              <a:buNone/>
              <a:defRPr b="1">
                <a:latin typeface="DM Sans"/>
                <a:ea typeface="DM Sans"/>
                <a:cs typeface="DM Sans"/>
              </a:defRPr>
            </a:lvl4pPr>
            <a:lvl5pPr>
              <a:lnSpc>
                <a:spcPct val="115000"/>
              </a:lnSpc>
              <a:spcBef>
                <a:spcPts val="0"/>
              </a:spcBef>
              <a:spcAft>
                <a:spcPts val="0"/>
              </a:spcAft>
              <a:buSzPts val="1400"/>
              <a:buFont typeface="DM Sans"/>
              <a:buNone/>
              <a:defRPr b="1">
                <a:latin typeface="DM Sans"/>
                <a:ea typeface="DM Sans"/>
                <a:cs typeface="DM Sans"/>
              </a:defRPr>
            </a:lvl5pPr>
            <a:lvl6pPr>
              <a:lnSpc>
                <a:spcPct val="115000"/>
              </a:lnSpc>
              <a:spcBef>
                <a:spcPts val="0"/>
              </a:spcBef>
              <a:spcAft>
                <a:spcPts val="0"/>
              </a:spcAft>
              <a:buSzPts val="1400"/>
              <a:buFont typeface="DM Sans"/>
              <a:buNone/>
              <a:defRPr b="1">
                <a:latin typeface="DM Sans"/>
                <a:ea typeface="DM Sans"/>
                <a:cs typeface="DM Sans"/>
              </a:defRPr>
            </a:lvl6pPr>
            <a:lvl7pPr>
              <a:lnSpc>
                <a:spcPct val="115000"/>
              </a:lnSpc>
              <a:spcBef>
                <a:spcPts val="0"/>
              </a:spcBef>
              <a:spcAft>
                <a:spcPts val="0"/>
              </a:spcAft>
              <a:buSzPts val="1400"/>
              <a:buFont typeface="DM Sans"/>
              <a:buNone/>
              <a:defRPr b="1">
                <a:latin typeface="DM Sans"/>
                <a:ea typeface="DM Sans"/>
                <a:cs typeface="DM Sans"/>
              </a:defRPr>
            </a:lvl7pPr>
            <a:lvl8pPr>
              <a:lnSpc>
                <a:spcPct val="115000"/>
              </a:lnSpc>
              <a:spcBef>
                <a:spcPts val="0"/>
              </a:spcBef>
              <a:spcAft>
                <a:spcPts val="0"/>
              </a:spcAft>
              <a:buSzPts val="1400"/>
              <a:buFont typeface="DM Sans"/>
              <a:buNone/>
              <a:defRPr b="1">
                <a:latin typeface="DM Sans"/>
                <a:ea typeface="DM Sans"/>
                <a:cs typeface="DM Sans"/>
              </a:defRPr>
            </a:lvl8pPr>
            <a:lvl9pPr>
              <a:lnSpc>
                <a:spcPct val="115000"/>
              </a:lnSpc>
              <a:spcBef>
                <a:spcPts val="0"/>
              </a:spcBef>
              <a:spcAft>
                <a:spcPts val="0"/>
              </a:spcAft>
              <a:buSzPts val="1400"/>
              <a:buFont typeface="DM Sans"/>
              <a:buNone/>
              <a:defRPr b="1">
                <a:latin typeface="DM Sans"/>
                <a:ea typeface="DM Sans"/>
                <a:cs typeface="DM Sans"/>
              </a:defRPr>
            </a:lvl9pPr>
          </a:lstStyle>
          <a:p/>
        </p:txBody>
      </p:sp>
      <p:sp>
        <p:nvSpPr>
          <p:cNvPr id="36" name="Google Shape;36;p5"/>
          <p:cNvSpPr>
            <a:spLocks noGrp="1"/>
          </p:cNvSpPr>
          <p:nvPr/>
        </p:nvSpPr>
        <p:spPr>
          <a:xfrm>
            <a:off x="-8736284" y="1306050"/>
            <a:ext cx="277200" cy="277200"/>
          </a:xfrm>
          <a:prstGeom prst="ellipse">
            <a:avLst/>
          </a:prstGeom>
          <a:solidFill>
            <a:schemeClr val="dk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37" name="Google Shape;37;p5"/>
          <p:cNvSpPr>
            <a:spLocks noGrp="1"/>
          </p:cNvSpPr>
          <p:nvPr/>
        </p:nvSpPr>
        <p:spPr>
          <a:xfrm rot="10800000">
            <a:off x="250078" y="-686855"/>
            <a:ext cx="677400" cy="1828500"/>
          </a:xfrm>
          <a:prstGeom prst="roundRect">
            <a:avLst>
              <a:gd name="adj" fmla="val 50000"/>
            </a:avLst>
          </a:prstGeom>
          <a:solidFill>
            <a:srgbClr val="74CEC4">
              <a:alpha val="60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38" name="Google Shape;38;p5"/>
          <p:cNvSpPr>
            <a:spLocks noGrp="1"/>
          </p:cNvSpPr>
          <p:nvPr/>
        </p:nvSpPr>
        <p:spPr>
          <a:xfrm>
            <a:off x="439314" y="781582"/>
            <a:ext cx="698700" cy="698700"/>
          </a:xfrm>
          <a:prstGeom prst="chord">
            <a:avLst>
              <a:gd name="adj1" fmla="val 5399387"/>
              <a:gd name="adj2" fmla="val 16200000"/>
            </a:avLst>
          </a:prstGeom>
          <a:solidFill>
            <a:schemeClr val="dk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39" name="Google Shape;39;p5"/>
          <p:cNvSpPr>
            <a:spLocks noGrp="1"/>
          </p:cNvSpPr>
          <p:nvPr/>
        </p:nvSpPr>
        <p:spPr>
          <a:xfrm>
            <a:off x="-8736284" y="539500"/>
            <a:ext cx="659700" cy="659700"/>
          </a:xfrm>
          <a:prstGeom prst="ellipse">
            <a:avLst/>
          </a:prstGeom>
          <a:solidFill>
            <a:srgbClr val="F2557A">
              <a:alpha val="65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
        <p:cNvGrpSpPr/>
        <p:nvPr/>
      </p:nvGrpSpPr>
      <p:grpSpPr/>
      <p:sp>
        <p:nvSpPr>
          <p:cNvPr id="41" name="Google Shape;41;p6"/>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vl2pPr>
            <a:lvl3pPr algn="ctr">
              <a:spcBef>
                <a:spcPts val="0"/>
              </a:spcBef>
              <a:spcAft>
                <a:spcPts val="0"/>
              </a:spcAft>
              <a:buSzPts val="3000"/>
              <a:buNone/>
              <a:defRPr/>
            </a:lvl3pPr>
            <a:lvl4pPr algn="ctr">
              <a:spcBef>
                <a:spcPts val="0"/>
              </a:spcBef>
              <a:spcAft>
                <a:spcPts val="0"/>
              </a:spcAft>
              <a:buSzPts val="3000"/>
              <a:buNone/>
              <a:defRPr/>
            </a:lvl4pPr>
            <a:lvl5pPr algn="ctr">
              <a:spcBef>
                <a:spcPts val="0"/>
              </a:spcBef>
              <a:spcAft>
                <a:spcPts val="0"/>
              </a:spcAft>
              <a:buSzPts val="3000"/>
              <a:buNone/>
              <a:defRPr/>
            </a:lvl5pPr>
            <a:lvl6pPr algn="ctr">
              <a:spcBef>
                <a:spcPts val="0"/>
              </a:spcBef>
              <a:spcAft>
                <a:spcPts val="0"/>
              </a:spcAft>
              <a:buSzPts val="3000"/>
              <a:buNone/>
              <a:defRPr/>
            </a:lvl6pPr>
            <a:lvl7pPr algn="ctr">
              <a:spcBef>
                <a:spcPts val="0"/>
              </a:spcBef>
              <a:spcAft>
                <a:spcPts val="0"/>
              </a:spcAft>
              <a:buSzPts val="3000"/>
              <a:buNone/>
              <a:defRPr/>
            </a:lvl7pPr>
            <a:lvl8pPr algn="ctr">
              <a:spcBef>
                <a:spcPts val="0"/>
              </a:spcBef>
              <a:spcAft>
                <a:spcPts val="0"/>
              </a:spcAft>
              <a:buSzPts val="3000"/>
              <a:buNone/>
              <a:defRPr/>
            </a:lvl8pPr>
            <a:lvl9pPr algn="ctr">
              <a:spcBef>
                <a:spcPts val="0"/>
              </a:spcBef>
              <a:spcAft>
                <a:spcPts val="0"/>
              </a:spcAft>
              <a:buSzPts val="3000"/>
              <a:buNone/>
              <a:defRPr/>
            </a:lvl9pPr>
          </a:lstStyle>
          <a:p/>
        </p:txBody>
      </p:sp>
      <p:sp>
        <p:nvSpPr>
          <p:cNvPr id="43" name="Google Shape;43;p6"/>
          <p:cNvSpPr>
            <a:spLocks noGrp="1"/>
          </p:cNvSpPr>
          <p:nvPr/>
        </p:nvSpPr>
        <p:spPr>
          <a:xfrm rot="10800000" flipH="1">
            <a:off x="8458597" y="-2863475"/>
            <a:ext cx="791400" cy="4128600"/>
          </a:xfrm>
          <a:prstGeom prst="roundRect">
            <a:avLst>
              <a:gd name="adj" fmla="val 50000"/>
            </a:avLst>
          </a:prstGeom>
          <a:solidFill>
            <a:schemeClr val="lt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44" name="Google Shape;44;p6"/>
          <p:cNvSpPr>
            <a:spLocks noGrp="1"/>
          </p:cNvSpPr>
          <p:nvPr/>
        </p:nvSpPr>
        <p:spPr>
          <a:xfrm rot="10800000" flipH="1">
            <a:off x="7897325" y="-2230235"/>
            <a:ext cx="791400" cy="2862000"/>
          </a:xfrm>
          <a:prstGeom prst="roundRect">
            <a:avLst>
              <a:gd name="adj" fmla="val 50000"/>
            </a:avLst>
          </a:prstGeom>
          <a:solidFill>
            <a:srgbClr val="0584A4">
              <a:alpha val="40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46" name="Google Shape;46;p6"/>
          <p:cNvSpPr>
            <a:spLocks noGrp="1"/>
          </p:cNvSpPr>
          <p:nvPr/>
        </p:nvSpPr>
        <p:spPr>
          <a:xfrm rot="5400000" flipH="1">
            <a:off x="-119071" y="3992679"/>
            <a:ext cx="277200" cy="277200"/>
          </a:xfrm>
          <a:prstGeom prst="ellipse">
            <a:avLst/>
          </a:prstGeom>
          <a:solidFill>
            <a:schemeClr val="accent1"/>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47" name="Google Shape;47;p6"/>
          <p:cNvSpPr>
            <a:spLocks noGrp="1"/>
          </p:cNvSpPr>
          <p:nvPr/>
        </p:nvSpPr>
        <p:spPr>
          <a:xfrm rot="5400000">
            <a:off x="-678013" y="3694320"/>
            <a:ext cx="677400" cy="1828500"/>
          </a:xfrm>
          <a:prstGeom prst="roundRect">
            <a:avLst>
              <a:gd name="adj" fmla="val 50000"/>
            </a:avLst>
          </a:prstGeom>
          <a:solidFill>
            <a:srgbClr val="74CEC4">
              <a:alpha val="60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
        <p:cNvGrpSpPr/>
        <p:nvPr/>
      </p:nvGrpSpPr>
      <p:grpSpPr/>
      <p:sp>
        <p:nvSpPr>
          <p:cNvPr id="49" name="Google Shape;49;p7"/>
          <p:cNvSpPr>
            <a:spLocks noGrp="1"/>
          </p:cNvSpPr>
          <p:nvPr>
            <p:ph type="title"/>
          </p:nvPr>
        </p:nvSpPr>
        <p:spPr>
          <a:xfrm>
            <a:off x="2585575" y="445025"/>
            <a:ext cx="58452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p:txBody>
      </p:sp>
      <p:sp>
        <p:nvSpPr>
          <p:cNvPr id="50" name="Google Shape;50;p7"/>
          <p:cNvSpPr>
            <a:spLocks noGrp="1"/>
          </p:cNvSpPr>
          <p:nvPr>
            <p:ph type="subTitle" idx="1"/>
          </p:nvPr>
        </p:nvSpPr>
        <p:spPr>
          <a:xfrm>
            <a:off x="2585575" y="1347250"/>
            <a:ext cx="5845200" cy="3173400"/>
          </a:xfrm>
          <a:prstGeom prst="rect">
            <a:avLst/>
          </a:prstGeom>
        </p:spPr>
        <p:txBody>
          <a:bodyPr spcFirstLastPara="1" wrap="square" lIns="91425" tIns="91425" rIns="91425" bIns="91425" anchor="t">
            <a:noAutofit/>
          </a:bodyPr>
          <a:lstStyle>
            <a:lvl1pPr>
              <a:spcBef>
                <a:spcPts val="0"/>
              </a:spcBef>
              <a:spcAft>
                <a:spcPts val="0"/>
              </a:spcAft>
              <a:buSzPts val="1600"/>
              <a:buFont typeface="Albert Sans Light"/>
              <a:buAutoNum type="arabicPeriod"/>
              <a:defRPr sz="1600"/>
            </a:lvl1pPr>
            <a:lvl2pPr algn="ctr">
              <a:lnSpc>
                <a:spcPct val="100000"/>
              </a:lnSpc>
              <a:spcBef>
                <a:spcPts val="0"/>
              </a:spcBef>
              <a:spcAft>
                <a:spcPts val="0"/>
              </a:spcAft>
              <a:buClr>
                <a:srgbClr val="E76A28"/>
              </a:buClr>
              <a:buSzPts val="1600"/>
              <a:buFont typeface="Nunito Light"/>
              <a:buAutoNum type="alphaLcPeriod"/>
              <a:defRPr/>
            </a:lvl2pPr>
            <a:lvl3pPr algn="ctr">
              <a:lnSpc>
                <a:spcPct val="100000"/>
              </a:lnSpc>
              <a:spcBef>
                <a:spcPts val="0"/>
              </a:spcBef>
              <a:spcAft>
                <a:spcPts val="0"/>
              </a:spcAft>
              <a:buClr>
                <a:srgbClr val="E76A28"/>
              </a:buClr>
              <a:buSzPts val="1500"/>
              <a:buFont typeface="Nunito Light"/>
              <a:buAutoNum type="romanLcPeriod"/>
              <a:defRPr/>
            </a:lvl3pPr>
            <a:lvl4pPr algn="ctr">
              <a:lnSpc>
                <a:spcPct val="100000"/>
              </a:lnSpc>
              <a:spcBef>
                <a:spcPts val="0"/>
              </a:spcBef>
              <a:spcAft>
                <a:spcPts val="0"/>
              </a:spcAft>
              <a:buClr>
                <a:srgbClr val="E76A28"/>
              </a:buClr>
              <a:buSzPts val="1500"/>
              <a:buFont typeface="Nunito Light"/>
              <a:buAutoNum type="arabicPeriod"/>
              <a:defRPr/>
            </a:lvl4pPr>
            <a:lvl5pPr algn="ctr">
              <a:lnSpc>
                <a:spcPct val="100000"/>
              </a:lnSpc>
              <a:spcBef>
                <a:spcPts val="0"/>
              </a:spcBef>
              <a:spcAft>
                <a:spcPts val="0"/>
              </a:spcAft>
              <a:buClr>
                <a:srgbClr val="E76A28"/>
              </a:buClr>
              <a:buSzPts val="1400"/>
              <a:buFont typeface="Nunito Light"/>
              <a:buAutoNum type="alphaLcPeriod"/>
              <a:defRPr/>
            </a:lvl5pPr>
            <a:lvl6pPr algn="ctr">
              <a:lnSpc>
                <a:spcPct val="100000"/>
              </a:lnSpc>
              <a:spcBef>
                <a:spcPts val="0"/>
              </a:spcBef>
              <a:spcAft>
                <a:spcPts val="0"/>
              </a:spcAft>
              <a:buClr>
                <a:srgbClr val="999999"/>
              </a:buClr>
              <a:buSzPts val="1400"/>
              <a:buFont typeface="Nunito Light"/>
              <a:buAutoNum type="romanLcPeriod"/>
              <a:defRPr/>
            </a:lvl6pPr>
            <a:lvl7pPr algn="ctr">
              <a:lnSpc>
                <a:spcPct val="100000"/>
              </a:lnSpc>
              <a:spcBef>
                <a:spcPts val="0"/>
              </a:spcBef>
              <a:spcAft>
                <a:spcPts val="0"/>
              </a:spcAft>
              <a:buClr>
                <a:srgbClr val="999999"/>
              </a:buClr>
              <a:buSzPts val="1300"/>
              <a:buFont typeface="Nunito Light"/>
              <a:buAutoNum type="arabicPeriod"/>
              <a:defRPr/>
            </a:lvl7pPr>
            <a:lvl8pPr algn="ctr">
              <a:lnSpc>
                <a:spcPct val="100000"/>
              </a:lnSpc>
              <a:spcBef>
                <a:spcPts val="0"/>
              </a:spcBef>
              <a:spcAft>
                <a:spcPts val="0"/>
              </a:spcAft>
              <a:buClr>
                <a:srgbClr val="999999"/>
              </a:buClr>
              <a:buSzPts val="1300"/>
              <a:buFont typeface="Nunito Light"/>
              <a:buAutoNum type="alphaLcPeriod"/>
              <a:defRPr/>
            </a:lvl8pPr>
            <a:lvl9pPr algn="ctr">
              <a:lnSpc>
                <a:spcPct val="100000"/>
              </a:lnSpc>
              <a:spcBef>
                <a:spcPts val="0"/>
              </a:spcBef>
              <a:spcAft>
                <a:spcPts val="0"/>
              </a:spcAft>
              <a:buClr>
                <a:srgbClr val="999999"/>
              </a:buClr>
              <a:buSzPts val="1400"/>
              <a:buFont typeface="Nunito Light"/>
              <a:buAutoNum type="romanLcPeriod"/>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
        <p:cNvGrpSpPr/>
        <p:nvPr/>
      </p:nvGrpSpPr>
      <p:grpSpPr/>
      <p:sp>
        <p:nvSpPr>
          <p:cNvPr id="52" name="Google Shape;52;p8"/>
          <p:cNvSpPr>
            <a:spLocks noGrp="1"/>
          </p:cNvSpPr>
          <p:nvPr>
            <p:ph type="title"/>
          </p:nvPr>
        </p:nvSpPr>
        <p:spPr>
          <a:xfrm>
            <a:off x="1644450" y="1307100"/>
            <a:ext cx="5855100" cy="2529300"/>
          </a:xfrm>
          <a:prstGeom prst="rect">
            <a:avLst/>
          </a:prstGeom>
        </p:spPr>
        <p:txBody>
          <a:bodyPr spcFirstLastPara="1" wrap="square" lIns="91425" tIns="91425" rIns="91425" bIns="91425" anchor="ctr">
            <a:noAutofit/>
          </a:bodyPr>
          <a:lstStyle>
            <a:lvl1pPr algn="ctr">
              <a:spcBef>
                <a:spcPts val="0"/>
              </a:spcBef>
              <a:spcAft>
                <a:spcPts val="0"/>
              </a:spcAft>
              <a:buClr>
                <a:schemeClr val="lt1"/>
              </a:buClr>
              <a:buSzPts val="4800"/>
              <a:buNone/>
              <a:defRPr sz="6000">
                <a:solidFill>
                  <a:schemeClr val="lt1"/>
                </a:solidFill>
              </a:defRPr>
            </a:lvl1pPr>
            <a:lvl2pPr>
              <a:spcBef>
                <a:spcPts val="0"/>
              </a:spcBef>
              <a:spcAft>
                <a:spcPts val="0"/>
              </a:spcAft>
              <a:buClr>
                <a:schemeClr val="lt1"/>
              </a:buClr>
              <a:buSzPts val="4800"/>
              <a:buNone/>
              <a:defRPr sz="4800">
                <a:solidFill>
                  <a:schemeClr val="lt1"/>
                </a:solidFill>
              </a:defRPr>
            </a:lvl2pPr>
            <a:lvl3pPr>
              <a:spcBef>
                <a:spcPts val="0"/>
              </a:spcBef>
              <a:spcAft>
                <a:spcPts val="0"/>
              </a:spcAft>
              <a:buClr>
                <a:schemeClr val="lt1"/>
              </a:buClr>
              <a:buSzPts val="4800"/>
              <a:buNone/>
              <a:defRPr sz="4800">
                <a:solidFill>
                  <a:schemeClr val="lt1"/>
                </a:solidFill>
              </a:defRPr>
            </a:lvl3pPr>
            <a:lvl4pPr>
              <a:spcBef>
                <a:spcPts val="0"/>
              </a:spcBef>
              <a:spcAft>
                <a:spcPts val="0"/>
              </a:spcAft>
              <a:buClr>
                <a:schemeClr val="lt1"/>
              </a:buClr>
              <a:buSzPts val="4800"/>
              <a:buNone/>
              <a:defRPr sz="4800">
                <a:solidFill>
                  <a:schemeClr val="lt1"/>
                </a:solidFill>
              </a:defRPr>
            </a:lvl4pPr>
            <a:lvl5pPr>
              <a:spcBef>
                <a:spcPts val="0"/>
              </a:spcBef>
              <a:spcAft>
                <a:spcPts val="0"/>
              </a:spcAft>
              <a:buClr>
                <a:schemeClr val="lt1"/>
              </a:buClr>
              <a:buSzPts val="4800"/>
              <a:buNone/>
              <a:defRPr sz="4800">
                <a:solidFill>
                  <a:schemeClr val="lt1"/>
                </a:solidFill>
              </a:defRPr>
            </a:lvl5pPr>
            <a:lvl6pPr>
              <a:spcBef>
                <a:spcPts val="0"/>
              </a:spcBef>
              <a:spcAft>
                <a:spcPts val="0"/>
              </a:spcAft>
              <a:buClr>
                <a:schemeClr val="lt1"/>
              </a:buClr>
              <a:buSzPts val="4800"/>
              <a:buNone/>
              <a:defRPr sz="4800">
                <a:solidFill>
                  <a:schemeClr val="lt1"/>
                </a:solidFill>
              </a:defRPr>
            </a:lvl6pPr>
            <a:lvl7pPr>
              <a:spcBef>
                <a:spcPts val="0"/>
              </a:spcBef>
              <a:spcAft>
                <a:spcPts val="0"/>
              </a:spcAft>
              <a:buClr>
                <a:schemeClr val="lt1"/>
              </a:buClr>
              <a:buSzPts val="4800"/>
              <a:buNone/>
              <a:defRPr sz="4800">
                <a:solidFill>
                  <a:schemeClr val="lt1"/>
                </a:solidFill>
              </a:defRPr>
            </a:lvl7pPr>
            <a:lvl8pPr>
              <a:spcBef>
                <a:spcPts val="0"/>
              </a:spcBef>
              <a:spcAft>
                <a:spcPts val="0"/>
              </a:spcAft>
              <a:buClr>
                <a:schemeClr val="lt1"/>
              </a:buClr>
              <a:buSzPts val="4800"/>
              <a:buNone/>
              <a:defRPr sz="4800">
                <a:solidFill>
                  <a:schemeClr val="lt1"/>
                </a:solidFill>
              </a:defRPr>
            </a:lvl8pPr>
            <a:lvl9pPr>
              <a:spcBef>
                <a:spcPts val="0"/>
              </a:spcBef>
              <a:spcAft>
                <a:spcPts val="0"/>
              </a:spcAft>
              <a:buClr>
                <a:schemeClr val="lt1"/>
              </a:buClr>
              <a:buSzPts val="4800"/>
              <a:buNone/>
              <a:defRPr sz="4800">
                <a:solidFill>
                  <a:schemeClr val="lt1"/>
                </a:solidFill>
              </a:defRPr>
            </a:lvl9pPr>
          </a:lstStyle>
          <a:p/>
        </p:txBody>
      </p:sp>
      <p:sp>
        <p:nvSpPr>
          <p:cNvPr id="54" name="Google Shape;54;p8"/>
          <p:cNvSpPr>
            <a:spLocks noGrp="1"/>
          </p:cNvSpPr>
          <p:nvPr/>
        </p:nvSpPr>
        <p:spPr>
          <a:xfrm rot="5400000" flipH="1">
            <a:off x="8153579" y="4331379"/>
            <a:ext cx="277200" cy="277200"/>
          </a:xfrm>
          <a:prstGeom prst="ellipse">
            <a:avLst/>
          </a:prstGeom>
          <a:solidFill>
            <a:schemeClr val="accent1"/>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55" name="Google Shape;55;p8"/>
          <p:cNvSpPr>
            <a:spLocks noGrp="1"/>
          </p:cNvSpPr>
          <p:nvPr/>
        </p:nvSpPr>
        <p:spPr>
          <a:xfrm rot="5400000" flipH="1">
            <a:off x="-1008524" y="-1822876"/>
            <a:ext cx="874500" cy="3711900"/>
          </a:xfrm>
          <a:prstGeom prst="roundRect">
            <a:avLst>
              <a:gd name="adj" fmla="val 50000"/>
            </a:avLst>
          </a:prstGeom>
          <a:solidFill>
            <a:schemeClr val="lt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56" name="Google Shape;56;p8"/>
          <p:cNvSpPr>
            <a:spLocks noGrp="1"/>
          </p:cNvSpPr>
          <p:nvPr/>
        </p:nvSpPr>
        <p:spPr>
          <a:xfrm rot="5400000" flipH="1">
            <a:off x="-1008555" y="-633201"/>
            <a:ext cx="874500" cy="2573100"/>
          </a:xfrm>
          <a:prstGeom prst="roundRect">
            <a:avLst>
              <a:gd name="adj" fmla="val 50000"/>
            </a:avLst>
          </a:prstGeom>
          <a:solidFill>
            <a:srgbClr val="F6F6F6">
              <a:alpha val="20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57" name="Google Shape;57;p8"/>
          <p:cNvSpPr>
            <a:spLocks noGrp="1"/>
          </p:cNvSpPr>
          <p:nvPr/>
        </p:nvSpPr>
        <p:spPr>
          <a:xfrm rot="5400000">
            <a:off x="9156537" y="3555720"/>
            <a:ext cx="677400" cy="1828500"/>
          </a:xfrm>
          <a:prstGeom prst="roundRect">
            <a:avLst>
              <a:gd name="adj" fmla="val 50000"/>
            </a:avLst>
          </a:prstGeom>
          <a:solidFill>
            <a:srgbClr val="0584A4">
              <a:alpha val="4125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
        <p:cNvGrpSpPr/>
        <p:nvPr/>
      </p:nvGrpSpPr>
      <p:grpSpPr/>
      <p:sp>
        <p:nvSpPr>
          <p:cNvPr id="59" name="Google Shape;59;p9"/>
          <p:cNvSpPr>
            <a:spLocks noGrp="1"/>
          </p:cNvSpPr>
          <p:nvPr>
            <p:ph type="title"/>
          </p:nvPr>
        </p:nvSpPr>
        <p:spPr>
          <a:xfrm>
            <a:off x="720000" y="1413525"/>
            <a:ext cx="4294800" cy="2095200"/>
          </a:xfrm>
          <a:prstGeom prst="rect">
            <a:avLst/>
          </a:prstGeom>
        </p:spPr>
        <p:txBody>
          <a:bodyPr spcFirstLastPara="1" wrap="square" lIns="91425" tIns="91425" rIns="91425" bIns="91425" anchor="b">
            <a:noAutofit/>
          </a:bodyPr>
          <a:lstStyle>
            <a:lvl1pPr>
              <a:spcBef>
                <a:spcPts val="0"/>
              </a:spcBef>
              <a:spcAft>
                <a:spcPts val="0"/>
              </a:spcAft>
              <a:buSzPts val="3000"/>
              <a:buNone/>
              <a:defRPr sz="4000"/>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p:txBody>
      </p:sp>
      <p:sp>
        <p:nvSpPr>
          <p:cNvPr id="60" name="Google Shape;60;p9"/>
          <p:cNvSpPr>
            <a:spLocks noGrp="1"/>
          </p:cNvSpPr>
          <p:nvPr>
            <p:ph type="subTitle" idx="1"/>
          </p:nvPr>
        </p:nvSpPr>
        <p:spPr>
          <a:xfrm>
            <a:off x="720000" y="3508800"/>
            <a:ext cx="4294800" cy="1004700"/>
          </a:xfrm>
          <a:prstGeom prst="rect">
            <a:avLst/>
          </a:prstGeom>
        </p:spPr>
        <p:txBody>
          <a:bodyPr spcFirstLastPara="1" wrap="square" lIns="91425" tIns="91425" rIns="91425" bIns="91425" anchor="ctr">
            <a:noAutofit/>
          </a:bodyPr>
          <a:lstStyle>
            <a:lvl1pPr>
              <a:lnSpc>
                <a:spcPct val="100000"/>
              </a:lnSpc>
              <a:spcBef>
                <a:spcPts val="0"/>
              </a:spcBef>
              <a:spcAft>
                <a:spcPts val="0"/>
              </a:spcAft>
              <a:buSzPts val="1400"/>
              <a:buNone/>
              <a:defRPr sz="1600"/>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dk1"/>
        </a:solidFill>
        <a:effectLst/>
      </p:bgPr>
    </p:bg>
    <p:spTree>
      <p:nvGrpSpPr>
        <p:cNvPr id="1" name=""/>
        <p:cNvGrpSpPr/>
        <p:nvPr/>
      </p:nvGrpSpPr>
      <p:grpSpPr/>
      <p:sp>
        <p:nvSpPr>
          <p:cNvPr id="62" name="Google Shape;62;p10"/>
          <p:cNvSpPr>
            <a:spLocks noGrp="1"/>
          </p:cNvSpPr>
          <p:nvPr>
            <p:ph type="pic" idx="2"/>
          </p:nvPr>
        </p:nvSpPr>
        <p:spPr>
          <a:xfrm>
            <a:off x="0" y="0"/>
            <a:ext cx="9144000" cy="5143500"/>
          </a:xfrm>
          <a:prstGeom prst="rect">
            <a:avLst/>
          </a:prstGeom>
          <a:noFill/>
          <a:ln>
            <a:noFill/>
          </a:ln>
        </p:spPr>
      </p:sp>
      <p:sp>
        <p:nvSpPr>
          <p:cNvPr id="63" name="Google Shape;63;p10"/>
          <p:cNvSpPr>
            <a:spLocks noGrp="1"/>
          </p:cNvSpPr>
          <p:nvPr>
            <p:ph type="title"/>
          </p:nvPr>
        </p:nvSpPr>
        <p:spPr>
          <a:xfrm>
            <a:off x="720000" y="3464675"/>
            <a:ext cx="4781100" cy="1143900"/>
          </a:xfrm>
          <a:prstGeom prst="rect">
            <a:avLst/>
          </a:prstGeom>
          <a:solidFill>
            <a:schemeClr val="dk1"/>
          </a:solidFill>
        </p:spPr>
        <p:txBody>
          <a:bodyPr spcFirstLastPara="1" wrap="square" lIns="91425" tIns="91425" rIns="91425" bIns="91425" anchor="t">
            <a:noAutofit/>
          </a:bodyPr>
          <a:lstStyle>
            <a:lvl1pPr>
              <a:lnSpc>
                <a:spcPct val="115000"/>
              </a:lnSpc>
              <a:spcBef>
                <a:spcPts val="0"/>
              </a:spcBef>
              <a:spcAft>
                <a:spcPts val="0"/>
              </a:spcAft>
              <a:buSzPts val="3000"/>
              <a:buNone/>
              <a:defRPr>
                <a:solidFill>
                  <a:schemeClr val="lt1"/>
                </a:solidFill>
              </a:defRPr>
            </a:lvl1pPr>
            <a:lvl2pPr algn="ctr">
              <a:spcBef>
                <a:spcPts val="0"/>
              </a:spcBef>
              <a:spcAft>
                <a:spcPts val="0"/>
              </a:spcAft>
              <a:buSzPts val="3000"/>
              <a:buNone/>
              <a:defRPr/>
            </a:lvl2pPr>
            <a:lvl3pPr algn="ctr">
              <a:spcBef>
                <a:spcPts val="0"/>
              </a:spcBef>
              <a:spcAft>
                <a:spcPts val="0"/>
              </a:spcAft>
              <a:buSzPts val="3000"/>
              <a:buNone/>
              <a:defRPr/>
            </a:lvl3pPr>
            <a:lvl4pPr algn="ctr">
              <a:spcBef>
                <a:spcPts val="0"/>
              </a:spcBef>
              <a:spcAft>
                <a:spcPts val="0"/>
              </a:spcAft>
              <a:buSzPts val="3000"/>
              <a:buNone/>
              <a:defRPr/>
            </a:lvl4pPr>
            <a:lvl5pPr algn="ctr">
              <a:spcBef>
                <a:spcPts val="0"/>
              </a:spcBef>
              <a:spcAft>
                <a:spcPts val="0"/>
              </a:spcAft>
              <a:buSzPts val="3000"/>
              <a:buNone/>
              <a:defRPr/>
            </a:lvl5pPr>
            <a:lvl6pPr algn="ctr">
              <a:spcBef>
                <a:spcPts val="0"/>
              </a:spcBef>
              <a:spcAft>
                <a:spcPts val="0"/>
              </a:spcAft>
              <a:buSzPts val="3000"/>
              <a:buNone/>
              <a:defRPr/>
            </a:lvl6pPr>
            <a:lvl7pPr algn="ctr">
              <a:spcBef>
                <a:spcPts val="0"/>
              </a:spcBef>
              <a:spcAft>
                <a:spcPts val="0"/>
              </a:spcAft>
              <a:buSzPts val="3000"/>
              <a:buNone/>
              <a:defRPr/>
            </a:lvl7pPr>
            <a:lvl8pPr algn="ctr">
              <a:spcBef>
                <a:spcPts val="0"/>
              </a:spcBef>
              <a:spcAft>
                <a:spcPts val="0"/>
              </a:spcAft>
              <a:buSzPts val="3000"/>
              <a:buNone/>
              <a:defRPr/>
            </a:lvl8pPr>
            <a:lvl9pPr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
        <p:cNvGrpSpPr/>
        <p:nvPr/>
      </p:nvGrpSpPr>
      <p:grpSpPr/>
      <p:sp>
        <p:nvSpPr>
          <p:cNvPr id="65" name="Google Shape;65;p11"/>
          <p:cNvSpPr>
            <a:spLocks noGrp="1"/>
          </p:cNvSpPr>
          <p:nvPr>
            <p:ph type="title" hasCustomPrompt="1"/>
          </p:nvPr>
        </p:nvSpPr>
        <p:spPr>
          <a:xfrm>
            <a:off x="1906200" y="1777975"/>
            <a:ext cx="5331600" cy="1039800"/>
          </a:xfrm>
          <a:prstGeom prst="rect">
            <a:avLst/>
          </a:prstGeom>
        </p:spPr>
        <p:txBody>
          <a:bodyPr spcFirstLastPara="1" wrap="square" lIns="91425" tIns="91425" rIns="91425" bIns="91425" anchor="b">
            <a:noAutofit/>
          </a:bodyPr>
          <a:lstStyle>
            <a:lvl1pPr marL="0" marR="0" indent="0" algn="ctr">
              <a:lnSpc>
                <a:spcPct val="100000"/>
              </a:lnSpc>
              <a:spcBef>
                <a:spcPts val="0"/>
              </a:spcBef>
              <a:spcAft>
                <a:spcPts val="0"/>
              </a:spcAft>
              <a:buClr>
                <a:schemeClr val="lt1"/>
              </a:buClr>
              <a:buSzPts val="9600"/>
              <a:buNone/>
              <a:defRPr sz="6000">
                <a:solidFill>
                  <a:schemeClr val="lt1"/>
                </a:solidFill>
              </a:defRPr>
            </a:lvl1pPr>
            <a:lvl2pPr algn="ctr">
              <a:spcBef>
                <a:spcPts val="0"/>
              </a:spcBef>
              <a:spcAft>
                <a:spcPts val="0"/>
              </a:spcAft>
              <a:buClr>
                <a:schemeClr val="lt1"/>
              </a:buClr>
              <a:buSzPts val="9600"/>
              <a:buNone/>
              <a:defRPr sz="9600">
                <a:solidFill>
                  <a:schemeClr val="lt1"/>
                </a:solidFill>
              </a:defRPr>
            </a:lvl2pPr>
            <a:lvl3pPr algn="ctr">
              <a:spcBef>
                <a:spcPts val="0"/>
              </a:spcBef>
              <a:spcAft>
                <a:spcPts val="0"/>
              </a:spcAft>
              <a:buClr>
                <a:schemeClr val="lt1"/>
              </a:buClr>
              <a:buSzPts val="9600"/>
              <a:buNone/>
              <a:defRPr sz="9600">
                <a:solidFill>
                  <a:schemeClr val="lt1"/>
                </a:solidFill>
              </a:defRPr>
            </a:lvl3pPr>
            <a:lvl4pPr algn="ctr">
              <a:spcBef>
                <a:spcPts val="0"/>
              </a:spcBef>
              <a:spcAft>
                <a:spcPts val="0"/>
              </a:spcAft>
              <a:buClr>
                <a:schemeClr val="lt1"/>
              </a:buClr>
              <a:buSzPts val="9600"/>
              <a:buNone/>
              <a:defRPr sz="9600">
                <a:solidFill>
                  <a:schemeClr val="lt1"/>
                </a:solidFill>
              </a:defRPr>
            </a:lvl4pPr>
            <a:lvl5pPr algn="ctr">
              <a:spcBef>
                <a:spcPts val="0"/>
              </a:spcBef>
              <a:spcAft>
                <a:spcPts val="0"/>
              </a:spcAft>
              <a:buClr>
                <a:schemeClr val="lt1"/>
              </a:buClr>
              <a:buSzPts val="9600"/>
              <a:buNone/>
              <a:defRPr sz="9600">
                <a:solidFill>
                  <a:schemeClr val="lt1"/>
                </a:solidFill>
              </a:defRPr>
            </a:lvl5pPr>
            <a:lvl6pPr algn="ctr">
              <a:spcBef>
                <a:spcPts val="0"/>
              </a:spcBef>
              <a:spcAft>
                <a:spcPts val="0"/>
              </a:spcAft>
              <a:buClr>
                <a:schemeClr val="lt1"/>
              </a:buClr>
              <a:buSzPts val="9600"/>
              <a:buNone/>
              <a:defRPr sz="9600">
                <a:solidFill>
                  <a:schemeClr val="lt1"/>
                </a:solidFill>
              </a:defRPr>
            </a:lvl6pPr>
            <a:lvl7pPr algn="ctr">
              <a:spcBef>
                <a:spcPts val="0"/>
              </a:spcBef>
              <a:spcAft>
                <a:spcPts val="0"/>
              </a:spcAft>
              <a:buClr>
                <a:schemeClr val="lt1"/>
              </a:buClr>
              <a:buSzPts val="9600"/>
              <a:buNone/>
              <a:defRPr sz="9600">
                <a:solidFill>
                  <a:schemeClr val="lt1"/>
                </a:solidFill>
              </a:defRPr>
            </a:lvl7pPr>
            <a:lvl8pPr algn="ctr">
              <a:spcBef>
                <a:spcPts val="0"/>
              </a:spcBef>
              <a:spcAft>
                <a:spcPts val="0"/>
              </a:spcAft>
              <a:buClr>
                <a:schemeClr val="lt1"/>
              </a:buClr>
              <a:buSzPts val="9600"/>
              <a:buNone/>
              <a:defRPr sz="9600">
                <a:solidFill>
                  <a:schemeClr val="lt1"/>
                </a:solidFill>
              </a:defRPr>
            </a:lvl8pPr>
            <a:lvl9pPr algn="ctr">
              <a:spcBef>
                <a:spcPts val="0"/>
              </a:spcBef>
              <a:spcAft>
                <a:spcPts val="0"/>
              </a:spcAft>
              <a:buClr>
                <a:schemeClr val="lt1"/>
              </a:buClr>
              <a:buSzPts val="9600"/>
              <a:buNone/>
              <a:defRPr sz="9600">
                <a:solidFill>
                  <a:schemeClr val="lt1"/>
                </a:solidFill>
              </a:defRPr>
            </a:lvl9pPr>
          </a:lstStyle>
          <a:p>
            <a:r>
              <a:t>xx%</a:t>
            </a:r>
          </a:p>
        </p:txBody>
      </p:sp>
      <p:sp>
        <p:nvSpPr>
          <p:cNvPr id="66" name="Google Shape;66;p11"/>
          <p:cNvSpPr>
            <a:spLocks noGrp="1"/>
          </p:cNvSpPr>
          <p:nvPr>
            <p:ph type="subTitle" idx="1"/>
          </p:nvPr>
        </p:nvSpPr>
        <p:spPr>
          <a:xfrm>
            <a:off x="1906200" y="3168125"/>
            <a:ext cx="5331600" cy="4971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lt1"/>
              </a:buClr>
              <a:buSzPts val="1600"/>
              <a:buNone/>
              <a:defRPr sz="1600">
                <a:solidFill>
                  <a:schemeClr val="lt1"/>
                </a:solidFill>
              </a:defRPr>
            </a:lvl1pPr>
            <a:lvl2pPr algn="ctr">
              <a:lnSpc>
                <a:spcPct val="100000"/>
              </a:lnSpc>
              <a:spcBef>
                <a:spcPts val="0"/>
              </a:spcBef>
              <a:spcAft>
                <a:spcPts val="0"/>
              </a:spcAft>
              <a:buClr>
                <a:schemeClr val="lt1"/>
              </a:buClr>
              <a:buSzPts val="1600"/>
              <a:buNone/>
              <a:defRPr sz="1600">
                <a:solidFill>
                  <a:schemeClr val="lt1"/>
                </a:solidFill>
              </a:defRPr>
            </a:lvl2pPr>
            <a:lvl3pPr algn="ctr">
              <a:lnSpc>
                <a:spcPct val="100000"/>
              </a:lnSpc>
              <a:spcBef>
                <a:spcPts val="0"/>
              </a:spcBef>
              <a:spcAft>
                <a:spcPts val="0"/>
              </a:spcAft>
              <a:buClr>
                <a:schemeClr val="lt1"/>
              </a:buClr>
              <a:buSzPts val="1600"/>
              <a:buNone/>
              <a:defRPr sz="1600">
                <a:solidFill>
                  <a:schemeClr val="lt1"/>
                </a:solidFill>
              </a:defRPr>
            </a:lvl3pPr>
            <a:lvl4pPr algn="ctr">
              <a:lnSpc>
                <a:spcPct val="100000"/>
              </a:lnSpc>
              <a:spcBef>
                <a:spcPts val="0"/>
              </a:spcBef>
              <a:spcAft>
                <a:spcPts val="0"/>
              </a:spcAft>
              <a:buClr>
                <a:schemeClr val="lt1"/>
              </a:buClr>
              <a:buSzPts val="1600"/>
              <a:buNone/>
              <a:defRPr sz="1600">
                <a:solidFill>
                  <a:schemeClr val="lt1"/>
                </a:solidFill>
              </a:defRPr>
            </a:lvl4pPr>
            <a:lvl5pPr algn="ctr">
              <a:lnSpc>
                <a:spcPct val="100000"/>
              </a:lnSpc>
              <a:spcBef>
                <a:spcPts val="0"/>
              </a:spcBef>
              <a:spcAft>
                <a:spcPts val="0"/>
              </a:spcAft>
              <a:buClr>
                <a:schemeClr val="lt1"/>
              </a:buClr>
              <a:buSzPts val="1600"/>
              <a:buNone/>
              <a:defRPr sz="1600">
                <a:solidFill>
                  <a:schemeClr val="lt1"/>
                </a:solidFill>
              </a:defRPr>
            </a:lvl5pPr>
            <a:lvl6pPr algn="ctr">
              <a:lnSpc>
                <a:spcPct val="100000"/>
              </a:lnSpc>
              <a:spcBef>
                <a:spcPts val="0"/>
              </a:spcBef>
              <a:spcAft>
                <a:spcPts val="0"/>
              </a:spcAft>
              <a:buClr>
                <a:schemeClr val="lt1"/>
              </a:buClr>
              <a:buSzPts val="1600"/>
              <a:buNone/>
              <a:defRPr sz="1600">
                <a:solidFill>
                  <a:schemeClr val="lt1"/>
                </a:solidFill>
              </a:defRPr>
            </a:lvl6pPr>
            <a:lvl7pPr algn="ctr">
              <a:lnSpc>
                <a:spcPct val="100000"/>
              </a:lnSpc>
              <a:spcBef>
                <a:spcPts val="0"/>
              </a:spcBef>
              <a:spcAft>
                <a:spcPts val="0"/>
              </a:spcAft>
              <a:buClr>
                <a:schemeClr val="lt1"/>
              </a:buClr>
              <a:buSzPts val="1600"/>
              <a:buNone/>
              <a:defRPr sz="1600">
                <a:solidFill>
                  <a:schemeClr val="lt1"/>
                </a:solidFill>
              </a:defRPr>
            </a:lvl7pPr>
            <a:lvl8pPr algn="ctr">
              <a:lnSpc>
                <a:spcPct val="100000"/>
              </a:lnSpc>
              <a:spcBef>
                <a:spcPts val="0"/>
              </a:spcBef>
              <a:spcAft>
                <a:spcPts val="0"/>
              </a:spcAft>
              <a:buClr>
                <a:schemeClr val="lt1"/>
              </a:buClr>
              <a:buSzPts val="1600"/>
              <a:buNone/>
              <a:defRPr sz="1600">
                <a:solidFill>
                  <a:schemeClr val="lt1"/>
                </a:solidFill>
              </a:defRPr>
            </a:lvl8pPr>
            <a:lvl9pPr algn="ctr">
              <a:lnSpc>
                <a:spcPct val="100000"/>
              </a:lnSpc>
              <a:spcBef>
                <a:spcPts val="0"/>
              </a:spcBef>
              <a:spcAft>
                <a:spcPts val="0"/>
              </a:spcAft>
              <a:buClr>
                <a:schemeClr val="lt1"/>
              </a:buClr>
              <a:buSzPts val="1600"/>
              <a:buNone/>
              <a:defRPr sz="1600">
                <a:solidFill>
                  <a:schemeClr val="lt1"/>
                </a:solidFill>
              </a:defRPr>
            </a:lvl9pPr>
          </a:lstStyle>
          <a:p/>
        </p:txBody>
      </p:sp>
      <p:sp>
        <p:nvSpPr>
          <p:cNvPr id="68" name="Google Shape;68;p11"/>
          <p:cNvSpPr>
            <a:spLocks noGrp="1"/>
          </p:cNvSpPr>
          <p:nvPr/>
        </p:nvSpPr>
        <p:spPr>
          <a:xfrm flipH="1">
            <a:off x="579550" y="-5059050"/>
            <a:ext cx="1026600" cy="6297300"/>
          </a:xfrm>
          <a:prstGeom prst="roundRect">
            <a:avLst>
              <a:gd name="adj" fmla="val 50000"/>
            </a:avLst>
          </a:prstGeom>
          <a:solidFill>
            <a:srgbClr val="74CEC4">
              <a:alpha val="6000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69" name="Google Shape;69;p11"/>
          <p:cNvSpPr>
            <a:spLocks noGrp="1"/>
          </p:cNvSpPr>
          <p:nvPr/>
        </p:nvSpPr>
        <p:spPr>
          <a:xfrm flipH="1">
            <a:off x="7711400" y="3858700"/>
            <a:ext cx="1026600" cy="6297300"/>
          </a:xfrm>
          <a:prstGeom prst="roundRect">
            <a:avLst>
              <a:gd name="adj" fmla="val 50000"/>
            </a:avLst>
          </a:prstGeom>
          <a:solidFill>
            <a:srgbClr val="F2557A">
              <a:alpha val="65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bg>
      <p:bgPr>
        <a:noFill/>
        <a:effectLst/>
      </p:bgPr>
    </p:bg>
    <p:spTree>
      <p:nvGrpSpPr>
        <p:cNvPr id="1" name=""/>
        <p:cNvGrpSpPr/>
        <p:nvPr/>
      </p:nvGrpSpPr>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
        <p:cNvGrpSpPr/>
        <p:nvPr/>
      </p:nvGrpSpPr>
      <p:grpSpPr/>
      <p:sp>
        <p:nvSpPr>
          <p:cNvPr id="72" name="Google Shape;72;p13"/>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p:txBody>
      </p:sp>
      <p:sp>
        <p:nvSpPr>
          <p:cNvPr id="73" name="Google Shape;73;p13"/>
          <p:cNvSpPr>
            <a:spLocks noGrp="1"/>
          </p:cNvSpPr>
          <p:nvPr>
            <p:ph type="subTitle" idx="1"/>
          </p:nvPr>
        </p:nvSpPr>
        <p:spPr>
          <a:xfrm>
            <a:off x="1777663" y="1761675"/>
            <a:ext cx="2509800" cy="572700"/>
          </a:xfrm>
          <a:prstGeom prst="rect">
            <a:avLst/>
          </a:prstGeom>
          <a:ln>
            <a:noFill/>
          </a:ln>
        </p:spPr>
        <p:txBody>
          <a:bodyPr spcFirstLastPara="1" wrap="square" lIns="91425" tIns="91425" rIns="91425" bIns="91425" anchor="t">
            <a:noAutofit/>
          </a:bodyPr>
          <a:lstStyle>
            <a:lvl1pPr>
              <a:lnSpc>
                <a:spcPct val="115000"/>
              </a:lnSpc>
              <a:spcBef>
                <a:spcPts val="0"/>
              </a:spcBef>
              <a:spcAft>
                <a:spcPts val="0"/>
              </a:spcAft>
              <a:buSzPts val="1400"/>
              <a:buNone/>
              <a:defRPr sz="1400"/>
            </a:lvl1pPr>
            <a:lvl2pPr algn="ctr">
              <a:lnSpc>
                <a:spcPct val="115000"/>
              </a:lnSpc>
              <a:spcBef>
                <a:spcPts val="0"/>
              </a:spcBef>
              <a:spcAft>
                <a:spcPts val="0"/>
              </a:spcAft>
              <a:buSzPts val="1400"/>
              <a:buNone/>
              <a:defRPr/>
            </a:lvl2pPr>
            <a:lvl3pPr algn="ctr">
              <a:lnSpc>
                <a:spcPct val="115000"/>
              </a:lnSpc>
              <a:spcBef>
                <a:spcPts val="0"/>
              </a:spcBef>
              <a:spcAft>
                <a:spcPts val="0"/>
              </a:spcAft>
              <a:buSzPts val="1400"/>
              <a:buNone/>
              <a:defRPr/>
            </a:lvl3pPr>
            <a:lvl4pPr algn="ctr">
              <a:lnSpc>
                <a:spcPct val="115000"/>
              </a:lnSpc>
              <a:spcBef>
                <a:spcPts val="0"/>
              </a:spcBef>
              <a:spcAft>
                <a:spcPts val="0"/>
              </a:spcAft>
              <a:buSzPts val="1400"/>
              <a:buNone/>
              <a:defRPr/>
            </a:lvl4pPr>
            <a:lvl5pPr algn="ctr">
              <a:lnSpc>
                <a:spcPct val="115000"/>
              </a:lnSpc>
              <a:spcBef>
                <a:spcPts val="0"/>
              </a:spcBef>
              <a:spcAft>
                <a:spcPts val="0"/>
              </a:spcAft>
              <a:buSzPts val="1400"/>
              <a:buNone/>
              <a:defRPr/>
            </a:lvl5pPr>
            <a:lvl6pPr algn="ctr">
              <a:lnSpc>
                <a:spcPct val="115000"/>
              </a:lnSpc>
              <a:spcBef>
                <a:spcPts val="0"/>
              </a:spcBef>
              <a:spcAft>
                <a:spcPts val="0"/>
              </a:spcAft>
              <a:buSzPts val="1400"/>
              <a:buNone/>
              <a:defRPr/>
            </a:lvl6pPr>
            <a:lvl7pPr algn="ctr">
              <a:lnSpc>
                <a:spcPct val="115000"/>
              </a:lnSpc>
              <a:spcBef>
                <a:spcPts val="0"/>
              </a:spcBef>
              <a:spcAft>
                <a:spcPts val="0"/>
              </a:spcAft>
              <a:buSzPts val="1400"/>
              <a:buNone/>
              <a:defRPr/>
            </a:lvl7pPr>
            <a:lvl8pPr algn="ctr">
              <a:lnSpc>
                <a:spcPct val="115000"/>
              </a:lnSpc>
              <a:spcBef>
                <a:spcPts val="0"/>
              </a:spcBef>
              <a:spcAft>
                <a:spcPts val="0"/>
              </a:spcAft>
              <a:buSzPts val="1400"/>
              <a:buNone/>
              <a:defRPr/>
            </a:lvl8pPr>
            <a:lvl9pPr algn="ctr">
              <a:lnSpc>
                <a:spcPct val="115000"/>
              </a:lnSpc>
              <a:spcBef>
                <a:spcPts val="0"/>
              </a:spcBef>
              <a:spcAft>
                <a:spcPts val="0"/>
              </a:spcAft>
              <a:buSzPts val="1400"/>
              <a:buNone/>
              <a:defRPr/>
            </a:lvl9pPr>
          </a:lstStyle>
          <a:p/>
        </p:txBody>
      </p:sp>
      <p:sp>
        <p:nvSpPr>
          <p:cNvPr id="74" name="Google Shape;74;p13"/>
          <p:cNvSpPr>
            <a:spLocks noGrp="1"/>
          </p:cNvSpPr>
          <p:nvPr>
            <p:ph type="subTitle" idx="2"/>
          </p:nvPr>
        </p:nvSpPr>
        <p:spPr>
          <a:xfrm>
            <a:off x="5757738" y="1761675"/>
            <a:ext cx="2509800" cy="572700"/>
          </a:xfrm>
          <a:prstGeom prst="rect">
            <a:avLst/>
          </a:prstGeom>
          <a:ln>
            <a:noFill/>
          </a:ln>
        </p:spPr>
        <p:txBody>
          <a:bodyPr spcFirstLastPara="1" wrap="square" lIns="91425" tIns="91425" rIns="91425" bIns="91425" anchor="t">
            <a:noAutofit/>
          </a:bodyPr>
          <a:lstStyle>
            <a:lvl1pPr>
              <a:lnSpc>
                <a:spcPct val="115000"/>
              </a:lnSpc>
              <a:spcBef>
                <a:spcPts val="0"/>
              </a:spcBef>
              <a:spcAft>
                <a:spcPts val="0"/>
              </a:spcAft>
              <a:buSzPts val="1400"/>
              <a:buNone/>
              <a:defRPr sz="1400"/>
            </a:lvl1pPr>
            <a:lvl2pPr algn="ctr">
              <a:lnSpc>
                <a:spcPct val="115000"/>
              </a:lnSpc>
              <a:spcBef>
                <a:spcPts val="0"/>
              </a:spcBef>
              <a:spcAft>
                <a:spcPts val="0"/>
              </a:spcAft>
              <a:buSzPts val="1400"/>
              <a:buNone/>
              <a:defRPr/>
            </a:lvl2pPr>
            <a:lvl3pPr algn="ctr">
              <a:lnSpc>
                <a:spcPct val="115000"/>
              </a:lnSpc>
              <a:spcBef>
                <a:spcPts val="0"/>
              </a:spcBef>
              <a:spcAft>
                <a:spcPts val="0"/>
              </a:spcAft>
              <a:buSzPts val="1400"/>
              <a:buNone/>
              <a:defRPr/>
            </a:lvl3pPr>
            <a:lvl4pPr algn="ctr">
              <a:lnSpc>
                <a:spcPct val="115000"/>
              </a:lnSpc>
              <a:spcBef>
                <a:spcPts val="0"/>
              </a:spcBef>
              <a:spcAft>
                <a:spcPts val="0"/>
              </a:spcAft>
              <a:buSzPts val="1400"/>
              <a:buNone/>
              <a:defRPr/>
            </a:lvl4pPr>
            <a:lvl5pPr algn="ctr">
              <a:lnSpc>
                <a:spcPct val="115000"/>
              </a:lnSpc>
              <a:spcBef>
                <a:spcPts val="0"/>
              </a:spcBef>
              <a:spcAft>
                <a:spcPts val="0"/>
              </a:spcAft>
              <a:buSzPts val="1400"/>
              <a:buNone/>
              <a:defRPr/>
            </a:lvl5pPr>
            <a:lvl6pPr algn="ctr">
              <a:lnSpc>
                <a:spcPct val="115000"/>
              </a:lnSpc>
              <a:spcBef>
                <a:spcPts val="0"/>
              </a:spcBef>
              <a:spcAft>
                <a:spcPts val="0"/>
              </a:spcAft>
              <a:buSzPts val="1400"/>
              <a:buNone/>
              <a:defRPr/>
            </a:lvl6pPr>
            <a:lvl7pPr algn="ctr">
              <a:lnSpc>
                <a:spcPct val="115000"/>
              </a:lnSpc>
              <a:spcBef>
                <a:spcPts val="0"/>
              </a:spcBef>
              <a:spcAft>
                <a:spcPts val="0"/>
              </a:spcAft>
              <a:buSzPts val="1400"/>
              <a:buNone/>
              <a:defRPr/>
            </a:lvl7pPr>
            <a:lvl8pPr algn="ctr">
              <a:lnSpc>
                <a:spcPct val="115000"/>
              </a:lnSpc>
              <a:spcBef>
                <a:spcPts val="0"/>
              </a:spcBef>
              <a:spcAft>
                <a:spcPts val="0"/>
              </a:spcAft>
              <a:buSzPts val="1400"/>
              <a:buNone/>
              <a:defRPr/>
            </a:lvl8pPr>
            <a:lvl9pPr algn="ctr">
              <a:lnSpc>
                <a:spcPct val="115000"/>
              </a:lnSpc>
              <a:spcBef>
                <a:spcPts val="0"/>
              </a:spcBef>
              <a:spcAft>
                <a:spcPts val="0"/>
              </a:spcAft>
              <a:buSzPts val="1400"/>
              <a:buNone/>
              <a:defRPr/>
            </a:lvl9pPr>
          </a:lstStyle>
          <a:p/>
        </p:txBody>
      </p:sp>
      <p:sp>
        <p:nvSpPr>
          <p:cNvPr id="75" name="Google Shape;75;p13"/>
          <p:cNvSpPr>
            <a:spLocks noGrp="1"/>
          </p:cNvSpPr>
          <p:nvPr>
            <p:ph type="subTitle" idx="3"/>
          </p:nvPr>
        </p:nvSpPr>
        <p:spPr>
          <a:xfrm>
            <a:off x="5757737" y="2793753"/>
            <a:ext cx="2509800" cy="572700"/>
          </a:xfrm>
          <a:prstGeom prst="rect">
            <a:avLst/>
          </a:prstGeom>
          <a:ln>
            <a:noFill/>
          </a:ln>
        </p:spPr>
        <p:txBody>
          <a:bodyPr spcFirstLastPara="1" wrap="square" lIns="91425" tIns="91425" rIns="91425" bIns="91425" anchor="t">
            <a:noAutofit/>
          </a:bodyPr>
          <a:lstStyle>
            <a:lvl1pPr>
              <a:lnSpc>
                <a:spcPct val="115000"/>
              </a:lnSpc>
              <a:spcBef>
                <a:spcPts val="0"/>
              </a:spcBef>
              <a:spcAft>
                <a:spcPts val="0"/>
              </a:spcAft>
              <a:buSzPts val="1400"/>
              <a:buNone/>
              <a:defRPr sz="1400"/>
            </a:lvl1pPr>
            <a:lvl2pPr algn="ctr">
              <a:lnSpc>
                <a:spcPct val="115000"/>
              </a:lnSpc>
              <a:spcBef>
                <a:spcPts val="0"/>
              </a:spcBef>
              <a:spcAft>
                <a:spcPts val="0"/>
              </a:spcAft>
              <a:buSzPts val="1400"/>
              <a:buNone/>
              <a:defRPr/>
            </a:lvl2pPr>
            <a:lvl3pPr algn="ctr">
              <a:lnSpc>
                <a:spcPct val="115000"/>
              </a:lnSpc>
              <a:spcBef>
                <a:spcPts val="0"/>
              </a:spcBef>
              <a:spcAft>
                <a:spcPts val="0"/>
              </a:spcAft>
              <a:buSzPts val="1400"/>
              <a:buNone/>
              <a:defRPr/>
            </a:lvl3pPr>
            <a:lvl4pPr algn="ctr">
              <a:lnSpc>
                <a:spcPct val="115000"/>
              </a:lnSpc>
              <a:spcBef>
                <a:spcPts val="0"/>
              </a:spcBef>
              <a:spcAft>
                <a:spcPts val="0"/>
              </a:spcAft>
              <a:buSzPts val="1400"/>
              <a:buNone/>
              <a:defRPr/>
            </a:lvl4pPr>
            <a:lvl5pPr algn="ctr">
              <a:lnSpc>
                <a:spcPct val="115000"/>
              </a:lnSpc>
              <a:spcBef>
                <a:spcPts val="0"/>
              </a:spcBef>
              <a:spcAft>
                <a:spcPts val="0"/>
              </a:spcAft>
              <a:buSzPts val="1400"/>
              <a:buNone/>
              <a:defRPr/>
            </a:lvl5pPr>
            <a:lvl6pPr algn="ctr">
              <a:lnSpc>
                <a:spcPct val="115000"/>
              </a:lnSpc>
              <a:spcBef>
                <a:spcPts val="0"/>
              </a:spcBef>
              <a:spcAft>
                <a:spcPts val="0"/>
              </a:spcAft>
              <a:buSzPts val="1400"/>
              <a:buNone/>
              <a:defRPr/>
            </a:lvl6pPr>
            <a:lvl7pPr algn="ctr">
              <a:lnSpc>
                <a:spcPct val="115000"/>
              </a:lnSpc>
              <a:spcBef>
                <a:spcPts val="0"/>
              </a:spcBef>
              <a:spcAft>
                <a:spcPts val="0"/>
              </a:spcAft>
              <a:buSzPts val="1400"/>
              <a:buNone/>
              <a:defRPr/>
            </a:lvl7pPr>
            <a:lvl8pPr algn="ctr">
              <a:lnSpc>
                <a:spcPct val="115000"/>
              </a:lnSpc>
              <a:spcBef>
                <a:spcPts val="0"/>
              </a:spcBef>
              <a:spcAft>
                <a:spcPts val="0"/>
              </a:spcAft>
              <a:buSzPts val="1400"/>
              <a:buNone/>
              <a:defRPr/>
            </a:lvl8pPr>
            <a:lvl9pPr algn="ctr">
              <a:lnSpc>
                <a:spcPct val="115000"/>
              </a:lnSpc>
              <a:spcBef>
                <a:spcPts val="0"/>
              </a:spcBef>
              <a:spcAft>
                <a:spcPts val="0"/>
              </a:spcAft>
              <a:buSzPts val="1400"/>
              <a:buNone/>
              <a:defRPr/>
            </a:lvl9pPr>
          </a:lstStyle>
          <a:p/>
        </p:txBody>
      </p:sp>
      <p:sp>
        <p:nvSpPr>
          <p:cNvPr id="76" name="Google Shape;76;p13"/>
          <p:cNvSpPr>
            <a:spLocks noGrp="1"/>
          </p:cNvSpPr>
          <p:nvPr>
            <p:ph type="subTitle" idx="4"/>
          </p:nvPr>
        </p:nvSpPr>
        <p:spPr>
          <a:xfrm>
            <a:off x="1777663" y="2793759"/>
            <a:ext cx="2509800" cy="572700"/>
          </a:xfrm>
          <a:prstGeom prst="rect">
            <a:avLst/>
          </a:prstGeom>
          <a:ln>
            <a:noFill/>
          </a:ln>
        </p:spPr>
        <p:txBody>
          <a:bodyPr spcFirstLastPara="1" wrap="square" lIns="91425" tIns="91425" rIns="91425" bIns="91425" anchor="t">
            <a:noAutofit/>
          </a:bodyPr>
          <a:lstStyle>
            <a:lvl1pPr>
              <a:lnSpc>
                <a:spcPct val="115000"/>
              </a:lnSpc>
              <a:spcBef>
                <a:spcPts val="0"/>
              </a:spcBef>
              <a:spcAft>
                <a:spcPts val="0"/>
              </a:spcAft>
              <a:buSzPts val="1400"/>
              <a:buNone/>
              <a:defRPr sz="1400"/>
            </a:lvl1pPr>
            <a:lvl2pPr algn="ctr">
              <a:lnSpc>
                <a:spcPct val="115000"/>
              </a:lnSpc>
              <a:spcBef>
                <a:spcPts val="0"/>
              </a:spcBef>
              <a:spcAft>
                <a:spcPts val="0"/>
              </a:spcAft>
              <a:buSzPts val="1400"/>
              <a:buNone/>
              <a:defRPr/>
            </a:lvl2pPr>
            <a:lvl3pPr algn="ctr">
              <a:lnSpc>
                <a:spcPct val="115000"/>
              </a:lnSpc>
              <a:spcBef>
                <a:spcPts val="0"/>
              </a:spcBef>
              <a:spcAft>
                <a:spcPts val="0"/>
              </a:spcAft>
              <a:buSzPts val="1400"/>
              <a:buNone/>
              <a:defRPr/>
            </a:lvl3pPr>
            <a:lvl4pPr algn="ctr">
              <a:lnSpc>
                <a:spcPct val="115000"/>
              </a:lnSpc>
              <a:spcBef>
                <a:spcPts val="0"/>
              </a:spcBef>
              <a:spcAft>
                <a:spcPts val="0"/>
              </a:spcAft>
              <a:buSzPts val="1400"/>
              <a:buNone/>
              <a:defRPr/>
            </a:lvl4pPr>
            <a:lvl5pPr algn="ctr">
              <a:lnSpc>
                <a:spcPct val="115000"/>
              </a:lnSpc>
              <a:spcBef>
                <a:spcPts val="0"/>
              </a:spcBef>
              <a:spcAft>
                <a:spcPts val="0"/>
              </a:spcAft>
              <a:buSzPts val="1400"/>
              <a:buNone/>
              <a:defRPr/>
            </a:lvl5pPr>
            <a:lvl6pPr algn="ctr">
              <a:lnSpc>
                <a:spcPct val="115000"/>
              </a:lnSpc>
              <a:spcBef>
                <a:spcPts val="0"/>
              </a:spcBef>
              <a:spcAft>
                <a:spcPts val="0"/>
              </a:spcAft>
              <a:buSzPts val="1400"/>
              <a:buNone/>
              <a:defRPr/>
            </a:lvl6pPr>
            <a:lvl7pPr algn="ctr">
              <a:lnSpc>
                <a:spcPct val="115000"/>
              </a:lnSpc>
              <a:spcBef>
                <a:spcPts val="0"/>
              </a:spcBef>
              <a:spcAft>
                <a:spcPts val="0"/>
              </a:spcAft>
              <a:buSzPts val="1400"/>
              <a:buNone/>
              <a:defRPr/>
            </a:lvl7pPr>
            <a:lvl8pPr algn="ctr">
              <a:lnSpc>
                <a:spcPct val="115000"/>
              </a:lnSpc>
              <a:spcBef>
                <a:spcPts val="0"/>
              </a:spcBef>
              <a:spcAft>
                <a:spcPts val="0"/>
              </a:spcAft>
              <a:buSzPts val="1400"/>
              <a:buNone/>
              <a:defRPr/>
            </a:lvl8pPr>
            <a:lvl9pPr algn="ctr">
              <a:lnSpc>
                <a:spcPct val="115000"/>
              </a:lnSpc>
              <a:spcBef>
                <a:spcPts val="0"/>
              </a:spcBef>
              <a:spcAft>
                <a:spcPts val="0"/>
              </a:spcAft>
              <a:buSzPts val="1400"/>
              <a:buNone/>
              <a:defRPr/>
            </a:lvl9pPr>
          </a:lstStyle>
          <a:p/>
        </p:txBody>
      </p:sp>
      <p:sp>
        <p:nvSpPr>
          <p:cNvPr id="77" name="Google Shape;77;p13"/>
          <p:cNvSpPr>
            <a:spLocks noGrp="1"/>
          </p:cNvSpPr>
          <p:nvPr>
            <p:ph type="title" idx="5" hasCustomPrompt="1"/>
          </p:nvPr>
        </p:nvSpPr>
        <p:spPr>
          <a:xfrm>
            <a:off x="876463" y="1480275"/>
            <a:ext cx="901200" cy="616800"/>
          </a:xfrm>
          <a:prstGeom prst="rect">
            <a:avLst/>
          </a:prstGeom>
          <a:noFill/>
          <a:ln>
            <a:noFill/>
          </a:ln>
        </p:spPr>
        <p:txBody>
          <a:bodyPr spcFirstLastPara="1" wrap="square" lIns="91425" tIns="91425" rIns="91425" bIns="91425" anchor="ctr">
            <a:noAutofit/>
          </a:bodyPr>
          <a:lstStyle>
            <a:lvl1pPr algn="ctr">
              <a:lnSpc>
                <a:spcPct val="115000"/>
              </a:lnSpc>
              <a:spcBef>
                <a:spcPts val="0"/>
              </a:spcBef>
              <a:spcAft>
                <a:spcPts val="0"/>
              </a:spcAft>
              <a:buSzPts val="3000"/>
              <a:buNone/>
              <a:defRPr sz="30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a:r>
              <a:t>xx%</a:t>
            </a:r>
          </a:p>
        </p:txBody>
      </p:sp>
      <p:sp>
        <p:nvSpPr>
          <p:cNvPr id="78" name="Google Shape;78;p13"/>
          <p:cNvSpPr>
            <a:spLocks noGrp="1"/>
          </p:cNvSpPr>
          <p:nvPr>
            <p:ph type="title" idx="6" hasCustomPrompt="1"/>
          </p:nvPr>
        </p:nvSpPr>
        <p:spPr>
          <a:xfrm>
            <a:off x="4856538" y="2512350"/>
            <a:ext cx="901200" cy="616800"/>
          </a:xfrm>
          <a:prstGeom prst="rect">
            <a:avLst/>
          </a:prstGeom>
          <a:noFill/>
          <a:ln>
            <a:noFill/>
          </a:ln>
        </p:spPr>
        <p:txBody>
          <a:bodyPr spcFirstLastPara="1" wrap="square" lIns="91425" tIns="91425" rIns="91425" bIns="91425" anchor="ctr">
            <a:noAutofit/>
          </a:bodyPr>
          <a:lstStyle>
            <a:lvl1pPr algn="ctr">
              <a:lnSpc>
                <a:spcPct val="115000"/>
              </a:lnSpc>
              <a:spcBef>
                <a:spcPts val="0"/>
              </a:spcBef>
              <a:spcAft>
                <a:spcPts val="0"/>
              </a:spcAft>
              <a:buSzPts val="3000"/>
              <a:buNone/>
              <a:defRPr sz="30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a:r>
              <a:t>xx%</a:t>
            </a:r>
          </a:p>
        </p:txBody>
      </p:sp>
      <p:sp>
        <p:nvSpPr>
          <p:cNvPr id="79" name="Google Shape;79;p13"/>
          <p:cNvSpPr>
            <a:spLocks noGrp="1"/>
          </p:cNvSpPr>
          <p:nvPr>
            <p:ph type="title" idx="7" hasCustomPrompt="1"/>
          </p:nvPr>
        </p:nvSpPr>
        <p:spPr>
          <a:xfrm>
            <a:off x="4856538" y="1480275"/>
            <a:ext cx="901200" cy="616800"/>
          </a:xfrm>
          <a:prstGeom prst="rect">
            <a:avLst/>
          </a:prstGeom>
          <a:noFill/>
          <a:ln>
            <a:noFill/>
          </a:ln>
        </p:spPr>
        <p:txBody>
          <a:bodyPr spcFirstLastPara="1" wrap="square" lIns="91425" tIns="91425" rIns="91425" bIns="91425" anchor="ctr">
            <a:noAutofit/>
          </a:bodyPr>
          <a:lstStyle>
            <a:lvl1pPr algn="ctr">
              <a:lnSpc>
                <a:spcPct val="115000"/>
              </a:lnSpc>
              <a:spcBef>
                <a:spcPts val="0"/>
              </a:spcBef>
              <a:spcAft>
                <a:spcPts val="0"/>
              </a:spcAft>
              <a:buSzPts val="3000"/>
              <a:buNone/>
              <a:defRPr sz="30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a:r>
              <a:t>xx%</a:t>
            </a:r>
          </a:p>
        </p:txBody>
      </p:sp>
      <p:sp>
        <p:nvSpPr>
          <p:cNvPr id="80" name="Google Shape;80;p13"/>
          <p:cNvSpPr>
            <a:spLocks noGrp="1"/>
          </p:cNvSpPr>
          <p:nvPr>
            <p:ph type="title" idx="8" hasCustomPrompt="1"/>
          </p:nvPr>
        </p:nvSpPr>
        <p:spPr>
          <a:xfrm>
            <a:off x="876463" y="2512350"/>
            <a:ext cx="901200" cy="616800"/>
          </a:xfrm>
          <a:prstGeom prst="rect">
            <a:avLst/>
          </a:prstGeom>
          <a:noFill/>
          <a:ln>
            <a:noFill/>
          </a:ln>
        </p:spPr>
        <p:txBody>
          <a:bodyPr spcFirstLastPara="1" wrap="square" lIns="91425" tIns="91425" rIns="91425" bIns="91425" anchor="ctr">
            <a:noAutofit/>
          </a:bodyPr>
          <a:lstStyle>
            <a:lvl1pPr algn="ctr">
              <a:lnSpc>
                <a:spcPct val="115000"/>
              </a:lnSpc>
              <a:spcBef>
                <a:spcPts val="0"/>
              </a:spcBef>
              <a:spcAft>
                <a:spcPts val="0"/>
              </a:spcAft>
              <a:buSzPts val="3000"/>
              <a:buNone/>
              <a:defRPr sz="30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a:r>
              <a:t>xx%</a:t>
            </a:r>
          </a:p>
        </p:txBody>
      </p:sp>
      <p:sp>
        <p:nvSpPr>
          <p:cNvPr id="81" name="Google Shape;81;p13"/>
          <p:cNvSpPr>
            <a:spLocks noGrp="1"/>
          </p:cNvSpPr>
          <p:nvPr>
            <p:ph type="subTitle" idx="9"/>
          </p:nvPr>
        </p:nvSpPr>
        <p:spPr>
          <a:xfrm>
            <a:off x="5757737" y="3825828"/>
            <a:ext cx="2509800" cy="572700"/>
          </a:xfrm>
          <a:prstGeom prst="rect">
            <a:avLst/>
          </a:prstGeom>
          <a:ln>
            <a:noFill/>
          </a:ln>
        </p:spPr>
        <p:txBody>
          <a:bodyPr spcFirstLastPara="1" wrap="square" lIns="91425" tIns="91425" rIns="91425" bIns="91425" anchor="t">
            <a:noAutofit/>
          </a:bodyPr>
          <a:lstStyle>
            <a:lvl1pPr>
              <a:lnSpc>
                <a:spcPct val="115000"/>
              </a:lnSpc>
              <a:spcBef>
                <a:spcPts val="0"/>
              </a:spcBef>
              <a:spcAft>
                <a:spcPts val="0"/>
              </a:spcAft>
              <a:buSzPts val="1400"/>
              <a:buNone/>
              <a:defRPr sz="1400"/>
            </a:lvl1pPr>
            <a:lvl2pPr algn="ctr">
              <a:lnSpc>
                <a:spcPct val="115000"/>
              </a:lnSpc>
              <a:spcBef>
                <a:spcPts val="0"/>
              </a:spcBef>
              <a:spcAft>
                <a:spcPts val="0"/>
              </a:spcAft>
              <a:buSzPts val="1400"/>
              <a:buNone/>
              <a:defRPr/>
            </a:lvl2pPr>
            <a:lvl3pPr algn="ctr">
              <a:lnSpc>
                <a:spcPct val="115000"/>
              </a:lnSpc>
              <a:spcBef>
                <a:spcPts val="0"/>
              </a:spcBef>
              <a:spcAft>
                <a:spcPts val="0"/>
              </a:spcAft>
              <a:buSzPts val="1400"/>
              <a:buNone/>
              <a:defRPr/>
            </a:lvl3pPr>
            <a:lvl4pPr algn="ctr">
              <a:lnSpc>
                <a:spcPct val="115000"/>
              </a:lnSpc>
              <a:spcBef>
                <a:spcPts val="0"/>
              </a:spcBef>
              <a:spcAft>
                <a:spcPts val="0"/>
              </a:spcAft>
              <a:buSzPts val="1400"/>
              <a:buNone/>
              <a:defRPr/>
            </a:lvl4pPr>
            <a:lvl5pPr algn="ctr">
              <a:lnSpc>
                <a:spcPct val="115000"/>
              </a:lnSpc>
              <a:spcBef>
                <a:spcPts val="0"/>
              </a:spcBef>
              <a:spcAft>
                <a:spcPts val="0"/>
              </a:spcAft>
              <a:buSzPts val="1400"/>
              <a:buNone/>
              <a:defRPr/>
            </a:lvl5pPr>
            <a:lvl6pPr algn="ctr">
              <a:lnSpc>
                <a:spcPct val="115000"/>
              </a:lnSpc>
              <a:spcBef>
                <a:spcPts val="0"/>
              </a:spcBef>
              <a:spcAft>
                <a:spcPts val="0"/>
              </a:spcAft>
              <a:buSzPts val="1400"/>
              <a:buNone/>
              <a:defRPr/>
            </a:lvl6pPr>
            <a:lvl7pPr algn="ctr">
              <a:lnSpc>
                <a:spcPct val="115000"/>
              </a:lnSpc>
              <a:spcBef>
                <a:spcPts val="0"/>
              </a:spcBef>
              <a:spcAft>
                <a:spcPts val="0"/>
              </a:spcAft>
              <a:buSzPts val="1400"/>
              <a:buNone/>
              <a:defRPr/>
            </a:lvl7pPr>
            <a:lvl8pPr algn="ctr">
              <a:lnSpc>
                <a:spcPct val="115000"/>
              </a:lnSpc>
              <a:spcBef>
                <a:spcPts val="0"/>
              </a:spcBef>
              <a:spcAft>
                <a:spcPts val="0"/>
              </a:spcAft>
              <a:buSzPts val="1400"/>
              <a:buNone/>
              <a:defRPr/>
            </a:lvl8pPr>
            <a:lvl9pPr algn="ctr">
              <a:lnSpc>
                <a:spcPct val="115000"/>
              </a:lnSpc>
              <a:spcBef>
                <a:spcPts val="0"/>
              </a:spcBef>
              <a:spcAft>
                <a:spcPts val="0"/>
              </a:spcAft>
              <a:buSzPts val="1400"/>
              <a:buNone/>
              <a:defRPr/>
            </a:lvl9pPr>
          </a:lstStyle>
          <a:p/>
        </p:txBody>
      </p:sp>
      <p:sp>
        <p:nvSpPr>
          <p:cNvPr id="82" name="Google Shape;82;p13"/>
          <p:cNvSpPr>
            <a:spLocks noGrp="1"/>
          </p:cNvSpPr>
          <p:nvPr>
            <p:ph type="subTitle" idx="13"/>
          </p:nvPr>
        </p:nvSpPr>
        <p:spPr>
          <a:xfrm>
            <a:off x="1777663" y="3825825"/>
            <a:ext cx="2509800" cy="572700"/>
          </a:xfrm>
          <a:prstGeom prst="rect">
            <a:avLst/>
          </a:prstGeom>
          <a:ln>
            <a:noFill/>
          </a:ln>
        </p:spPr>
        <p:txBody>
          <a:bodyPr spcFirstLastPara="1" wrap="square" lIns="91425" tIns="91425" rIns="91425" bIns="91425" anchor="t">
            <a:noAutofit/>
          </a:bodyPr>
          <a:lstStyle>
            <a:lvl1pPr>
              <a:lnSpc>
                <a:spcPct val="115000"/>
              </a:lnSpc>
              <a:spcBef>
                <a:spcPts val="0"/>
              </a:spcBef>
              <a:spcAft>
                <a:spcPts val="0"/>
              </a:spcAft>
              <a:buSzPts val="1400"/>
              <a:buNone/>
              <a:defRPr sz="1400"/>
            </a:lvl1pPr>
            <a:lvl2pPr algn="ctr">
              <a:lnSpc>
                <a:spcPct val="115000"/>
              </a:lnSpc>
              <a:spcBef>
                <a:spcPts val="0"/>
              </a:spcBef>
              <a:spcAft>
                <a:spcPts val="0"/>
              </a:spcAft>
              <a:buSzPts val="1400"/>
              <a:buNone/>
              <a:defRPr/>
            </a:lvl2pPr>
            <a:lvl3pPr algn="ctr">
              <a:lnSpc>
                <a:spcPct val="115000"/>
              </a:lnSpc>
              <a:spcBef>
                <a:spcPts val="0"/>
              </a:spcBef>
              <a:spcAft>
                <a:spcPts val="0"/>
              </a:spcAft>
              <a:buSzPts val="1400"/>
              <a:buNone/>
              <a:defRPr/>
            </a:lvl3pPr>
            <a:lvl4pPr algn="ctr">
              <a:lnSpc>
                <a:spcPct val="115000"/>
              </a:lnSpc>
              <a:spcBef>
                <a:spcPts val="0"/>
              </a:spcBef>
              <a:spcAft>
                <a:spcPts val="0"/>
              </a:spcAft>
              <a:buSzPts val="1400"/>
              <a:buNone/>
              <a:defRPr/>
            </a:lvl4pPr>
            <a:lvl5pPr algn="ctr">
              <a:lnSpc>
                <a:spcPct val="115000"/>
              </a:lnSpc>
              <a:spcBef>
                <a:spcPts val="0"/>
              </a:spcBef>
              <a:spcAft>
                <a:spcPts val="0"/>
              </a:spcAft>
              <a:buSzPts val="1400"/>
              <a:buNone/>
              <a:defRPr/>
            </a:lvl5pPr>
            <a:lvl6pPr algn="ctr">
              <a:lnSpc>
                <a:spcPct val="115000"/>
              </a:lnSpc>
              <a:spcBef>
                <a:spcPts val="0"/>
              </a:spcBef>
              <a:spcAft>
                <a:spcPts val="0"/>
              </a:spcAft>
              <a:buSzPts val="1400"/>
              <a:buNone/>
              <a:defRPr/>
            </a:lvl6pPr>
            <a:lvl7pPr algn="ctr">
              <a:lnSpc>
                <a:spcPct val="115000"/>
              </a:lnSpc>
              <a:spcBef>
                <a:spcPts val="0"/>
              </a:spcBef>
              <a:spcAft>
                <a:spcPts val="0"/>
              </a:spcAft>
              <a:buSzPts val="1400"/>
              <a:buNone/>
              <a:defRPr/>
            </a:lvl7pPr>
            <a:lvl8pPr algn="ctr">
              <a:lnSpc>
                <a:spcPct val="115000"/>
              </a:lnSpc>
              <a:spcBef>
                <a:spcPts val="0"/>
              </a:spcBef>
              <a:spcAft>
                <a:spcPts val="0"/>
              </a:spcAft>
              <a:buSzPts val="1400"/>
              <a:buNone/>
              <a:defRPr/>
            </a:lvl8pPr>
            <a:lvl9pPr algn="ctr">
              <a:lnSpc>
                <a:spcPct val="115000"/>
              </a:lnSpc>
              <a:spcBef>
                <a:spcPts val="0"/>
              </a:spcBef>
              <a:spcAft>
                <a:spcPts val="0"/>
              </a:spcAft>
              <a:buSzPts val="1400"/>
              <a:buNone/>
              <a:defRPr/>
            </a:lvl9pPr>
          </a:lstStyle>
          <a:p/>
        </p:txBody>
      </p:sp>
      <p:sp>
        <p:nvSpPr>
          <p:cNvPr id="83" name="Google Shape;83;p13"/>
          <p:cNvSpPr>
            <a:spLocks noGrp="1"/>
          </p:cNvSpPr>
          <p:nvPr>
            <p:ph type="title" idx="14" hasCustomPrompt="1"/>
          </p:nvPr>
        </p:nvSpPr>
        <p:spPr>
          <a:xfrm>
            <a:off x="4856538" y="3544425"/>
            <a:ext cx="901200" cy="616800"/>
          </a:xfrm>
          <a:prstGeom prst="rect">
            <a:avLst/>
          </a:prstGeom>
          <a:noFill/>
          <a:ln>
            <a:noFill/>
          </a:ln>
        </p:spPr>
        <p:txBody>
          <a:bodyPr spcFirstLastPara="1" wrap="square" lIns="91425" tIns="91425" rIns="91425" bIns="91425" anchor="ctr">
            <a:noAutofit/>
          </a:bodyPr>
          <a:lstStyle>
            <a:lvl1pPr algn="ctr">
              <a:lnSpc>
                <a:spcPct val="115000"/>
              </a:lnSpc>
              <a:spcBef>
                <a:spcPts val="0"/>
              </a:spcBef>
              <a:spcAft>
                <a:spcPts val="0"/>
              </a:spcAft>
              <a:buSzPts val="3000"/>
              <a:buNone/>
              <a:defRPr sz="30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a:r>
              <a:t>xx%</a:t>
            </a:r>
          </a:p>
        </p:txBody>
      </p:sp>
      <p:sp>
        <p:nvSpPr>
          <p:cNvPr id="84" name="Google Shape;84;p13"/>
          <p:cNvSpPr>
            <a:spLocks noGrp="1"/>
          </p:cNvSpPr>
          <p:nvPr>
            <p:ph type="title" idx="15" hasCustomPrompt="1"/>
          </p:nvPr>
        </p:nvSpPr>
        <p:spPr>
          <a:xfrm>
            <a:off x="876463" y="3544425"/>
            <a:ext cx="901200" cy="616800"/>
          </a:xfrm>
          <a:prstGeom prst="rect">
            <a:avLst/>
          </a:prstGeom>
          <a:noFill/>
          <a:ln>
            <a:noFill/>
          </a:ln>
        </p:spPr>
        <p:txBody>
          <a:bodyPr spcFirstLastPara="1" wrap="square" lIns="91425" tIns="91425" rIns="91425" bIns="91425" anchor="ctr">
            <a:noAutofit/>
          </a:bodyPr>
          <a:lstStyle>
            <a:lvl1pPr algn="ctr">
              <a:lnSpc>
                <a:spcPct val="115000"/>
              </a:lnSpc>
              <a:spcBef>
                <a:spcPts val="0"/>
              </a:spcBef>
              <a:spcAft>
                <a:spcPts val="0"/>
              </a:spcAft>
              <a:buSzPts val="3000"/>
              <a:buNone/>
              <a:defRPr sz="30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a:r>
              <a:t>xx%</a:t>
            </a:r>
          </a:p>
        </p:txBody>
      </p:sp>
      <p:sp>
        <p:nvSpPr>
          <p:cNvPr id="85" name="Google Shape;85;p13"/>
          <p:cNvSpPr>
            <a:spLocks noGrp="1"/>
          </p:cNvSpPr>
          <p:nvPr>
            <p:ph type="subTitle" idx="16"/>
          </p:nvPr>
        </p:nvSpPr>
        <p:spPr>
          <a:xfrm>
            <a:off x="1777662" y="1480275"/>
            <a:ext cx="2509800" cy="385200"/>
          </a:xfrm>
          <a:prstGeom prst="rect">
            <a:avLst/>
          </a:prstGeom>
          <a:ln>
            <a:noFill/>
          </a:ln>
        </p:spPr>
        <p:txBody>
          <a:bodyPr spcFirstLastPara="1" wrap="square" lIns="91425" tIns="91425" rIns="91425" bIns="91425" anchor="b">
            <a:noAutofit/>
          </a:bodyPr>
          <a:lstStyle>
            <a:lvl1pPr>
              <a:lnSpc>
                <a:spcPct val="115000"/>
              </a:lnSpc>
              <a:spcBef>
                <a:spcPts val="0"/>
              </a:spcBef>
              <a:spcAft>
                <a:spcPts val="0"/>
              </a:spcAft>
              <a:buSzPts val="2400"/>
              <a:buFont typeface="DM Sans"/>
              <a:buNone/>
              <a:defRPr sz="2000" b="1">
                <a:latin typeface="Poppins"/>
                <a:ea typeface="Poppins"/>
                <a:cs typeface="Poppins"/>
              </a:defRPr>
            </a:lvl1pPr>
            <a:lvl2pPr algn="ctr">
              <a:lnSpc>
                <a:spcPct val="115000"/>
              </a:lnSpc>
              <a:spcBef>
                <a:spcPts val="0"/>
              </a:spcBef>
              <a:spcAft>
                <a:spcPts val="0"/>
              </a:spcAft>
              <a:buSzPts val="2400"/>
              <a:buFont typeface="DM Sans"/>
              <a:buNone/>
              <a:defRPr sz="2400" b="1">
                <a:latin typeface="DM Sans"/>
                <a:ea typeface="DM Sans"/>
                <a:cs typeface="DM Sans"/>
              </a:defRPr>
            </a:lvl2pPr>
            <a:lvl3pPr algn="ctr">
              <a:lnSpc>
                <a:spcPct val="115000"/>
              </a:lnSpc>
              <a:spcBef>
                <a:spcPts val="0"/>
              </a:spcBef>
              <a:spcAft>
                <a:spcPts val="0"/>
              </a:spcAft>
              <a:buSzPts val="2400"/>
              <a:buFont typeface="DM Sans"/>
              <a:buNone/>
              <a:defRPr sz="2400" b="1">
                <a:latin typeface="DM Sans"/>
                <a:ea typeface="DM Sans"/>
                <a:cs typeface="DM Sans"/>
              </a:defRPr>
            </a:lvl3pPr>
            <a:lvl4pPr algn="ctr">
              <a:lnSpc>
                <a:spcPct val="115000"/>
              </a:lnSpc>
              <a:spcBef>
                <a:spcPts val="0"/>
              </a:spcBef>
              <a:spcAft>
                <a:spcPts val="0"/>
              </a:spcAft>
              <a:buSzPts val="2400"/>
              <a:buFont typeface="DM Sans"/>
              <a:buNone/>
              <a:defRPr sz="2400" b="1">
                <a:latin typeface="DM Sans"/>
                <a:ea typeface="DM Sans"/>
                <a:cs typeface="DM Sans"/>
              </a:defRPr>
            </a:lvl4pPr>
            <a:lvl5pPr algn="ctr">
              <a:lnSpc>
                <a:spcPct val="115000"/>
              </a:lnSpc>
              <a:spcBef>
                <a:spcPts val="0"/>
              </a:spcBef>
              <a:spcAft>
                <a:spcPts val="0"/>
              </a:spcAft>
              <a:buSzPts val="2400"/>
              <a:buFont typeface="DM Sans"/>
              <a:buNone/>
              <a:defRPr sz="2400" b="1">
                <a:latin typeface="DM Sans"/>
                <a:ea typeface="DM Sans"/>
                <a:cs typeface="DM Sans"/>
              </a:defRPr>
            </a:lvl5pPr>
            <a:lvl6pPr algn="ctr">
              <a:lnSpc>
                <a:spcPct val="115000"/>
              </a:lnSpc>
              <a:spcBef>
                <a:spcPts val="0"/>
              </a:spcBef>
              <a:spcAft>
                <a:spcPts val="0"/>
              </a:spcAft>
              <a:buSzPts val="2400"/>
              <a:buFont typeface="DM Sans"/>
              <a:buNone/>
              <a:defRPr sz="2400" b="1">
                <a:latin typeface="DM Sans"/>
                <a:ea typeface="DM Sans"/>
                <a:cs typeface="DM Sans"/>
              </a:defRPr>
            </a:lvl6pPr>
            <a:lvl7pPr algn="ctr">
              <a:lnSpc>
                <a:spcPct val="115000"/>
              </a:lnSpc>
              <a:spcBef>
                <a:spcPts val="0"/>
              </a:spcBef>
              <a:spcAft>
                <a:spcPts val="0"/>
              </a:spcAft>
              <a:buSzPts val="2400"/>
              <a:buFont typeface="DM Sans"/>
              <a:buNone/>
              <a:defRPr sz="2400" b="1">
                <a:latin typeface="DM Sans"/>
                <a:ea typeface="DM Sans"/>
                <a:cs typeface="DM Sans"/>
              </a:defRPr>
            </a:lvl7pPr>
            <a:lvl8pPr algn="ctr">
              <a:lnSpc>
                <a:spcPct val="115000"/>
              </a:lnSpc>
              <a:spcBef>
                <a:spcPts val="0"/>
              </a:spcBef>
              <a:spcAft>
                <a:spcPts val="0"/>
              </a:spcAft>
              <a:buSzPts val="2400"/>
              <a:buFont typeface="DM Sans"/>
              <a:buNone/>
              <a:defRPr sz="2400" b="1">
                <a:latin typeface="DM Sans"/>
                <a:ea typeface="DM Sans"/>
                <a:cs typeface="DM Sans"/>
              </a:defRPr>
            </a:lvl8pPr>
            <a:lvl9pPr algn="ctr">
              <a:lnSpc>
                <a:spcPct val="115000"/>
              </a:lnSpc>
              <a:spcBef>
                <a:spcPts val="0"/>
              </a:spcBef>
              <a:spcAft>
                <a:spcPts val="0"/>
              </a:spcAft>
              <a:buSzPts val="2400"/>
              <a:buFont typeface="DM Sans"/>
              <a:buNone/>
              <a:defRPr sz="2400" b="1">
                <a:latin typeface="DM Sans"/>
                <a:ea typeface="DM Sans"/>
                <a:cs typeface="DM Sans"/>
              </a:defRPr>
            </a:lvl9pPr>
          </a:lstStyle>
          <a:p/>
        </p:txBody>
      </p:sp>
      <p:sp>
        <p:nvSpPr>
          <p:cNvPr id="86" name="Google Shape;86;p13"/>
          <p:cNvSpPr>
            <a:spLocks noGrp="1"/>
          </p:cNvSpPr>
          <p:nvPr>
            <p:ph type="subTitle" idx="17"/>
          </p:nvPr>
        </p:nvSpPr>
        <p:spPr>
          <a:xfrm>
            <a:off x="5757738" y="1480275"/>
            <a:ext cx="2509800" cy="385200"/>
          </a:xfrm>
          <a:prstGeom prst="rect">
            <a:avLst/>
          </a:prstGeom>
          <a:ln>
            <a:noFill/>
          </a:ln>
        </p:spPr>
        <p:txBody>
          <a:bodyPr spcFirstLastPara="1" wrap="square" lIns="91425" tIns="91425" rIns="91425" bIns="91425" anchor="b">
            <a:noAutofit/>
          </a:bodyPr>
          <a:lstStyle>
            <a:lvl1pPr>
              <a:lnSpc>
                <a:spcPct val="115000"/>
              </a:lnSpc>
              <a:spcBef>
                <a:spcPts val="0"/>
              </a:spcBef>
              <a:spcAft>
                <a:spcPts val="0"/>
              </a:spcAft>
              <a:buSzPts val="2400"/>
              <a:buFont typeface="DM Sans"/>
              <a:buNone/>
              <a:defRPr sz="2000" b="1">
                <a:latin typeface="Poppins"/>
                <a:ea typeface="Poppins"/>
                <a:cs typeface="Poppins"/>
              </a:defRPr>
            </a:lvl1pPr>
            <a:lvl2pPr algn="ctr">
              <a:lnSpc>
                <a:spcPct val="115000"/>
              </a:lnSpc>
              <a:spcBef>
                <a:spcPts val="0"/>
              </a:spcBef>
              <a:spcAft>
                <a:spcPts val="0"/>
              </a:spcAft>
              <a:buSzPts val="2400"/>
              <a:buFont typeface="DM Sans"/>
              <a:buNone/>
              <a:defRPr sz="2400" b="1">
                <a:latin typeface="DM Sans"/>
                <a:ea typeface="DM Sans"/>
                <a:cs typeface="DM Sans"/>
              </a:defRPr>
            </a:lvl2pPr>
            <a:lvl3pPr algn="ctr">
              <a:lnSpc>
                <a:spcPct val="115000"/>
              </a:lnSpc>
              <a:spcBef>
                <a:spcPts val="0"/>
              </a:spcBef>
              <a:spcAft>
                <a:spcPts val="0"/>
              </a:spcAft>
              <a:buSzPts val="2400"/>
              <a:buFont typeface="DM Sans"/>
              <a:buNone/>
              <a:defRPr sz="2400" b="1">
                <a:latin typeface="DM Sans"/>
                <a:ea typeface="DM Sans"/>
                <a:cs typeface="DM Sans"/>
              </a:defRPr>
            </a:lvl3pPr>
            <a:lvl4pPr algn="ctr">
              <a:lnSpc>
                <a:spcPct val="115000"/>
              </a:lnSpc>
              <a:spcBef>
                <a:spcPts val="0"/>
              </a:spcBef>
              <a:spcAft>
                <a:spcPts val="0"/>
              </a:spcAft>
              <a:buSzPts val="2400"/>
              <a:buFont typeface="DM Sans"/>
              <a:buNone/>
              <a:defRPr sz="2400" b="1">
                <a:latin typeface="DM Sans"/>
                <a:ea typeface="DM Sans"/>
                <a:cs typeface="DM Sans"/>
              </a:defRPr>
            </a:lvl4pPr>
            <a:lvl5pPr algn="ctr">
              <a:lnSpc>
                <a:spcPct val="115000"/>
              </a:lnSpc>
              <a:spcBef>
                <a:spcPts val="0"/>
              </a:spcBef>
              <a:spcAft>
                <a:spcPts val="0"/>
              </a:spcAft>
              <a:buSzPts val="2400"/>
              <a:buFont typeface="DM Sans"/>
              <a:buNone/>
              <a:defRPr sz="2400" b="1">
                <a:latin typeface="DM Sans"/>
                <a:ea typeface="DM Sans"/>
                <a:cs typeface="DM Sans"/>
              </a:defRPr>
            </a:lvl5pPr>
            <a:lvl6pPr algn="ctr">
              <a:lnSpc>
                <a:spcPct val="115000"/>
              </a:lnSpc>
              <a:spcBef>
                <a:spcPts val="0"/>
              </a:spcBef>
              <a:spcAft>
                <a:spcPts val="0"/>
              </a:spcAft>
              <a:buSzPts val="2400"/>
              <a:buFont typeface="DM Sans"/>
              <a:buNone/>
              <a:defRPr sz="2400" b="1">
                <a:latin typeface="DM Sans"/>
                <a:ea typeface="DM Sans"/>
                <a:cs typeface="DM Sans"/>
              </a:defRPr>
            </a:lvl6pPr>
            <a:lvl7pPr algn="ctr">
              <a:lnSpc>
                <a:spcPct val="115000"/>
              </a:lnSpc>
              <a:spcBef>
                <a:spcPts val="0"/>
              </a:spcBef>
              <a:spcAft>
                <a:spcPts val="0"/>
              </a:spcAft>
              <a:buSzPts val="2400"/>
              <a:buFont typeface="DM Sans"/>
              <a:buNone/>
              <a:defRPr sz="2400" b="1">
                <a:latin typeface="DM Sans"/>
                <a:ea typeface="DM Sans"/>
                <a:cs typeface="DM Sans"/>
              </a:defRPr>
            </a:lvl7pPr>
            <a:lvl8pPr algn="ctr">
              <a:lnSpc>
                <a:spcPct val="115000"/>
              </a:lnSpc>
              <a:spcBef>
                <a:spcPts val="0"/>
              </a:spcBef>
              <a:spcAft>
                <a:spcPts val="0"/>
              </a:spcAft>
              <a:buSzPts val="2400"/>
              <a:buFont typeface="DM Sans"/>
              <a:buNone/>
              <a:defRPr sz="2400" b="1">
                <a:latin typeface="DM Sans"/>
                <a:ea typeface="DM Sans"/>
                <a:cs typeface="DM Sans"/>
              </a:defRPr>
            </a:lvl8pPr>
            <a:lvl9pPr algn="ctr">
              <a:lnSpc>
                <a:spcPct val="115000"/>
              </a:lnSpc>
              <a:spcBef>
                <a:spcPts val="0"/>
              </a:spcBef>
              <a:spcAft>
                <a:spcPts val="0"/>
              </a:spcAft>
              <a:buSzPts val="2400"/>
              <a:buFont typeface="DM Sans"/>
              <a:buNone/>
              <a:defRPr sz="2400" b="1">
                <a:latin typeface="DM Sans"/>
                <a:ea typeface="DM Sans"/>
                <a:cs typeface="DM Sans"/>
              </a:defRPr>
            </a:lvl9pPr>
          </a:lstStyle>
          <a:p/>
        </p:txBody>
      </p:sp>
      <p:sp>
        <p:nvSpPr>
          <p:cNvPr id="87" name="Google Shape;87;p13"/>
          <p:cNvSpPr>
            <a:spLocks noGrp="1"/>
          </p:cNvSpPr>
          <p:nvPr>
            <p:ph type="subTitle" idx="18"/>
          </p:nvPr>
        </p:nvSpPr>
        <p:spPr>
          <a:xfrm>
            <a:off x="5757737" y="2512350"/>
            <a:ext cx="2509800" cy="385200"/>
          </a:xfrm>
          <a:prstGeom prst="rect">
            <a:avLst/>
          </a:prstGeom>
          <a:ln>
            <a:noFill/>
          </a:ln>
        </p:spPr>
        <p:txBody>
          <a:bodyPr spcFirstLastPara="1" wrap="square" lIns="91425" tIns="91425" rIns="91425" bIns="91425" anchor="b">
            <a:noAutofit/>
          </a:bodyPr>
          <a:lstStyle>
            <a:lvl1pPr>
              <a:lnSpc>
                <a:spcPct val="115000"/>
              </a:lnSpc>
              <a:spcBef>
                <a:spcPts val="0"/>
              </a:spcBef>
              <a:spcAft>
                <a:spcPts val="0"/>
              </a:spcAft>
              <a:buSzPts val="2400"/>
              <a:buFont typeface="DM Sans"/>
              <a:buNone/>
              <a:defRPr sz="2000" b="1">
                <a:latin typeface="Poppins"/>
                <a:ea typeface="Poppins"/>
                <a:cs typeface="Poppins"/>
              </a:defRPr>
            </a:lvl1pPr>
            <a:lvl2pPr algn="ctr">
              <a:lnSpc>
                <a:spcPct val="115000"/>
              </a:lnSpc>
              <a:spcBef>
                <a:spcPts val="0"/>
              </a:spcBef>
              <a:spcAft>
                <a:spcPts val="0"/>
              </a:spcAft>
              <a:buSzPts val="2400"/>
              <a:buFont typeface="DM Sans"/>
              <a:buNone/>
              <a:defRPr sz="2400" b="1">
                <a:latin typeface="DM Sans"/>
                <a:ea typeface="DM Sans"/>
                <a:cs typeface="DM Sans"/>
              </a:defRPr>
            </a:lvl2pPr>
            <a:lvl3pPr algn="ctr">
              <a:lnSpc>
                <a:spcPct val="115000"/>
              </a:lnSpc>
              <a:spcBef>
                <a:spcPts val="0"/>
              </a:spcBef>
              <a:spcAft>
                <a:spcPts val="0"/>
              </a:spcAft>
              <a:buSzPts val="2400"/>
              <a:buFont typeface="DM Sans"/>
              <a:buNone/>
              <a:defRPr sz="2400" b="1">
                <a:latin typeface="DM Sans"/>
                <a:ea typeface="DM Sans"/>
                <a:cs typeface="DM Sans"/>
              </a:defRPr>
            </a:lvl3pPr>
            <a:lvl4pPr algn="ctr">
              <a:lnSpc>
                <a:spcPct val="115000"/>
              </a:lnSpc>
              <a:spcBef>
                <a:spcPts val="0"/>
              </a:spcBef>
              <a:spcAft>
                <a:spcPts val="0"/>
              </a:spcAft>
              <a:buSzPts val="2400"/>
              <a:buFont typeface="DM Sans"/>
              <a:buNone/>
              <a:defRPr sz="2400" b="1">
                <a:latin typeface="DM Sans"/>
                <a:ea typeface="DM Sans"/>
                <a:cs typeface="DM Sans"/>
              </a:defRPr>
            </a:lvl4pPr>
            <a:lvl5pPr algn="ctr">
              <a:lnSpc>
                <a:spcPct val="115000"/>
              </a:lnSpc>
              <a:spcBef>
                <a:spcPts val="0"/>
              </a:spcBef>
              <a:spcAft>
                <a:spcPts val="0"/>
              </a:spcAft>
              <a:buSzPts val="2400"/>
              <a:buFont typeface="DM Sans"/>
              <a:buNone/>
              <a:defRPr sz="2400" b="1">
                <a:latin typeface="DM Sans"/>
                <a:ea typeface="DM Sans"/>
                <a:cs typeface="DM Sans"/>
              </a:defRPr>
            </a:lvl5pPr>
            <a:lvl6pPr algn="ctr">
              <a:lnSpc>
                <a:spcPct val="115000"/>
              </a:lnSpc>
              <a:spcBef>
                <a:spcPts val="0"/>
              </a:spcBef>
              <a:spcAft>
                <a:spcPts val="0"/>
              </a:spcAft>
              <a:buSzPts val="2400"/>
              <a:buFont typeface="DM Sans"/>
              <a:buNone/>
              <a:defRPr sz="2400" b="1">
                <a:latin typeface="DM Sans"/>
                <a:ea typeface="DM Sans"/>
                <a:cs typeface="DM Sans"/>
              </a:defRPr>
            </a:lvl6pPr>
            <a:lvl7pPr algn="ctr">
              <a:lnSpc>
                <a:spcPct val="115000"/>
              </a:lnSpc>
              <a:spcBef>
                <a:spcPts val="0"/>
              </a:spcBef>
              <a:spcAft>
                <a:spcPts val="0"/>
              </a:spcAft>
              <a:buSzPts val="2400"/>
              <a:buFont typeface="DM Sans"/>
              <a:buNone/>
              <a:defRPr sz="2400" b="1">
                <a:latin typeface="DM Sans"/>
                <a:ea typeface="DM Sans"/>
                <a:cs typeface="DM Sans"/>
              </a:defRPr>
            </a:lvl7pPr>
            <a:lvl8pPr algn="ctr">
              <a:lnSpc>
                <a:spcPct val="115000"/>
              </a:lnSpc>
              <a:spcBef>
                <a:spcPts val="0"/>
              </a:spcBef>
              <a:spcAft>
                <a:spcPts val="0"/>
              </a:spcAft>
              <a:buSzPts val="2400"/>
              <a:buFont typeface="DM Sans"/>
              <a:buNone/>
              <a:defRPr sz="2400" b="1">
                <a:latin typeface="DM Sans"/>
                <a:ea typeface="DM Sans"/>
                <a:cs typeface="DM Sans"/>
              </a:defRPr>
            </a:lvl8pPr>
            <a:lvl9pPr algn="ctr">
              <a:lnSpc>
                <a:spcPct val="115000"/>
              </a:lnSpc>
              <a:spcBef>
                <a:spcPts val="0"/>
              </a:spcBef>
              <a:spcAft>
                <a:spcPts val="0"/>
              </a:spcAft>
              <a:buSzPts val="2400"/>
              <a:buFont typeface="DM Sans"/>
              <a:buNone/>
              <a:defRPr sz="2400" b="1">
                <a:latin typeface="DM Sans"/>
                <a:ea typeface="DM Sans"/>
                <a:cs typeface="DM Sans"/>
              </a:defRPr>
            </a:lvl9pPr>
          </a:lstStyle>
          <a:p/>
        </p:txBody>
      </p:sp>
      <p:sp>
        <p:nvSpPr>
          <p:cNvPr id="88" name="Google Shape;88;p13"/>
          <p:cNvSpPr>
            <a:spLocks noGrp="1"/>
          </p:cNvSpPr>
          <p:nvPr>
            <p:ph type="subTitle" idx="19"/>
          </p:nvPr>
        </p:nvSpPr>
        <p:spPr>
          <a:xfrm>
            <a:off x="1777662" y="2512338"/>
            <a:ext cx="2509800" cy="385200"/>
          </a:xfrm>
          <a:prstGeom prst="rect">
            <a:avLst/>
          </a:prstGeom>
          <a:ln>
            <a:noFill/>
          </a:ln>
        </p:spPr>
        <p:txBody>
          <a:bodyPr spcFirstLastPara="1" wrap="square" lIns="91425" tIns="91425" rIns="91425" bIns="91425" anchor="b">
            <a:noAutofit/>
          </a:bodyPr>
          <a:lstStyle>
            <a:lvl1pPr>
              <a:lnSpc>
                <a:spcPct val="115000"/>
              </a:lnSpc>
              <a:spcBef>
                <a:spcPts val="0"/>
              </a:spcBef>
              <a:spcAft>
                <a:spcPts val="0"/>
              </a:spcAft>
              <a:buSzPts val="2400"/>
              <a:buFont typeface="DM Sans"/>
              <a:buNone/>
              <a:defRPr sz="2000" b="1">
                <a:latin typeface="Poppins"/>
                <a:ea typeface="Poppins"/>
                <a:cs typeface="Poppins"/>
              </a:defRPr>
            </a:lvl1pPr>
            <a:lvl2pPr algn="ctr">
              <a:lnSpc>
                <a:spcPct val="115000"/>
              </a:lnSpc>
              <a:spcBef>
                <a:spcPts val="0"/>
              </a:spcBef>
              <a:spcAft>
                <a:spcPts val="0"/>
              </a:spcAft>
              <a:buSzPts val="2400"/>
              <a:buFont typeface="DM Sans"/>
              <a:buNone/>
              <a:defRPr sz="2400" b="1">
                <a:latin typeface="DM Sans"/>
                <a:ea typeface="DM Sans"/>
                <a:cs typeface="DM Sans"/>
              </a:defRPr>
            </a:lvl2pPr>
            <a:lvl3pPr algn="ctr">
              <a:lnSpc>
                <a:spcPct val="115000"/>
              </a:lnSpc>
              <a:spcBef>
                <a:spcPts val="0"/>
              </a:spcBef>
              <a:spcAft>
                <a:spcPts val="0"/>
              </a:spcAft>
              <a:buSzPts val="2400"/>
              <a:buFont typeface="DM Sans"/>
              <a:buNone/>
              <a:defRPr sz="2400" b="1">
                <a:latin typeface="DM Sans"/>
                <a:ea typeface="DM Sans"/>
                <a:cs typeface="DM Sans"/>
              </a:defRPr>
            </a:lvl3pPr>
            <a:lvl4pPr algn="ctr">
              <a:lnSpc>
                <a:spcPct val="115000"/>
              </a:lnSpc>
              <a:spcBef>
                <a:spcPts val="0"/>
              </a:spcBef>
              <a:spcAft>
                <a:spcPts val="0"/>
              </a:spcAft>
              <a:buSzPts val="2400"/>
              <a:buFont typeface="DM Sans"/>
              <a:buNone/>
              <a:defRPr sz="2400" b="1">
                <a:latin typeface="DM Sans"/>
                <a:ea typeface="DM Sans"/>
                <a:cs typeface="DM Sans"/>
              </a:defRPr>
            </a:lvl4pPr>
            <a:lvl5pPr algn="ctr">
              <a:lnSpc>
                <a:spcPct val="115000"/>
              </a:lnSpc>
              <a:spcBef>
                <a:spcPts val="0"/>
              </a:spcBef>
              <a:spcAft>
                <a:spcPts val="0"/>
              </a:spcAft>
              <a:buSzPts val="2400"/>
              <a:buFont typeface="DM Sans"/>
              <a:buNone/>
              <a:defRPr sz="2400" b="1">
                <a:latin typeface="DM Sans"/>
                <a:ea typeface="DM Sans"/>
                <a:cs typeface="DM Sans"/>
              </a:defRPr>
            </a:lvl5pPr>
            <a:lvl6pPr algn="ctr">
              <a:lnSpc>
                <a:spcPct val="115000"/>
              </a:lnSpc>
              <a:spcBef>
                <a:spcPts val="0"/>
              </a:spcBef>
              <a:spcAft>
                <a:spcPts val="0"/>
              </a:spcAft>
              <a:buSzPts val="2400"/>
              <a:buFont typeface="DM Sans"/>
              <a:buNone/>
              <a:defRPr sz="2400" b="1">
                <a:latin typeface="DM Sans"/>
                <a:ea typeface="DM Sans"/>
                <a:cs typeface="DM Sans"/>
              </a:defRPr>
            </a:lvl6pPr>
            <a:lvl7pPr algn="ctr">
              <a:lnSpc>
                <a:spcPct val="115000"/>
              </a:lnSpc>
              <a:spcBef>
                <a:spcPts val="0"/>
              </a:spcBef>
              <a:spcAft>
                <a:spcPts val="0"/>
              </a:spcAft>
              <a:buSzPts val="2400"/>
              <a:buFont typeface="DM Sans"/>
              <a:buNone/>
              <a:defRPr sz="2400" b="1">
                <a:latin typeface="DM Sans"/>
                <a:ea typeface="DM Sans"/>
                <a:cs typeface="DM Sans"/>
              </a:defRPr>
            </a:lvl7pPr>
            <a:lvl8pPr algn="ctr">
              <a:lnSpc>
                <a:spcPct val="115000"/>
              </a:lnSpc>
              <a:spcBef>
                <a:spcPts val="0"/>
              </a:spcBef>
              <a:spcAft>
                <a:spcPts val="0"/>
              </a:spcAft>
              <a:buSzPts val="2400"/>
              <a:buFont typeface="DM Sans"/>
              <a:buNone/>
              <a:defRPr sz="2400" b="1">
                <a:latin typeface="DM Sans"/>
                <a:ea typeface="DM Sans"/>
                <a:cs typeface="DM Sans"/>
              </a:defRPr>
            </a:lvl8pPr>
            <a:lvl9pPr algn="ctr">
              <a:lnSpc>
                <a:spcPct val="115000"/>
              </a:lnSpc>
              <a:spcBef>
                <a:spcPts val="0"/>
              </a:spcBef>
              <a:spcAft>
                <a:spcPts val="0"/>
              </a:spcAft>
              <a:buSzPts val="2400"/>
              <a:buFont typeface="DM Sans"/>
              <a:buNone/>
              <a:defRPr sz="2400" b="1">
                <a:latin typeface="DM Sans"/>
                <a:ea typeface="DM Sans"/>
                <a:cs typeface="DM Sans"/>
              </a:defRPr>
            </a:lvl9pPr>
          </a:lstStyle>
          <a:p/>
        </p:txBody>
      </p:sp>
      <p:sp>
        <p:nvSpPr>
          <p:cNvPr id="89" name="Google Shape;89;p13"/>
          <p:cNvSpPr>
            <a:spLocks noGrp="1"/>
          </p:cNvSpPr>
          <p:nvPr>
            <p:ph type="subTitle" idx="20"/>
          </p:nvPr>
        </p:nvSpPr>
        <p:spPr>
          <a:xfrm>
            <a:off x="5757737" y="3544425"/>
            <a:ext cx="2509800" cy="385200"/>
          </a:xfrm>
          <a:prstGeom prst="rect">
            <a:avLst/>
          </a:prstGeom>
          <a:ln>
            <a:noFill/>
          </a:ln>
        </p:spPr>
        <p:txBody>
          <a:bodyPr spcFirstLastPara="1" wrap="square" lIns="91425" tIns="91425" rIns="91425" bIns="91425" anchor="b">
            <a:noAutofit/>
          </a:bodyPr>
          <a:lstStyle>
            <a:lvl1pPr>
              <a:lnSpc>
                <a:spcPct val="115000"/>
              </a:lnSpc>
              <a:spcBef>
                <a:spcPts val="0"/>
              </a:spcBef>
              <a:spcAft>
                <a:spcPts val="0"/>
              </a:spcAft>
              <a:buSzPts val="2400"/>
              <a:buFont typeface="DM Sans"/>
              <a:buNone/>
              <a:defRPr sz="2000" b="1">
                <a:latin typeface="Poppins"/>
                <a:ea typeface="Poppins"/>
                <a:cs typeface="Poppins"/>
              </a:defRPr>
            </a:lvl1pPr>
            <a:lvl2pPr algn="ctr">
              <a:lnSpc>
                <a:spcPct val="115000"/>
              </a:lnSpc>
              <a:spcBef>
                <a:spcPts val="0"/>
              </a:spcBef>
              <a:spcAft>
                <a:spcPts val="0"/>
              </a:spcAft>
              <a:buSzPts val="2400"/>
              <a:buFont typeface="DM Sans"/>
              <a:buNone/>
              <a:defRPr sz="2400" b="1">
                <a:latin typeface="DM Sans"/>
                <a:ea typeface="DM Sans"/>
                <a:cs typeface="DM Sans"/>
              </a:defRPr>
            </a:lvl2pPr>
            <a:lvl3pPr algn="ctr">
              <a:lnSpc>
                <a:spcPct val="115000"/>
              </a:lnSpc>
              <a:spcBef>
                <a:spcPts val="0"/>
              </a:spcBef>
              <a:spcAft>
                <a:spcPts val="0"/>
              </a:spcAft>
              <a:buSzPts val="2400"/>
              <a:buFont typeface="DM Sans"/>
              <a:buNone/>
              <a:defRPr sz="2400" b="1">
                <a:latin typeface="DM Sans"/>
                <a:ea typeface="DM Sans"/>
                <a:cs typeface="DM Sans"/>
              </a:defRPr>
            </a:lvl3pPr>
            <a:lvl4pPr algn="ctr">
              <a:lnSpc>
                <a:spcPct val="115000"/>
              </a:lnSpc>
              <a:spcBef>
                <a:spcPts val="0"/>
              </a:spcBef>
              <a:spcAft>
                <a:spcPts val="0"/>
              </a:spcAft>
              <a:buSzPts val="2400"/>
              <a:buFont typeface="DM Sans"/>
              <a:buNone/>
              <a:defRPr sz="2400" b="1">
                <a:latin typeface="DM Sans"/>
                <a:ea typeface="DM Sans"/>
                <a:cs typeface="DM Sans"/>
              </a:defRPr>
            </a:lvl4pPr>
            <a:lvl5pPr algn="ctr">
              <a:lnSpc>
                <a:spcPct val="115000"/>
              </a:lnSpc>
              <a:spcBef>
                <a:spcPts val="0"/>
              </a:spcBef>
              <a:spcAft>
                <a:spcPts val="0"/>
              </a:spcAft>
              <a:buSzPts val="2400"/>
              <a:buFont typeface="DM Sans"/>
              <a:buNone/>
              <a:defRPr sz="2400" b="1">
                <a:latin typeface="DM Sans"/>
                <a:ea typeface="DM Sans"/>
                <a:cs typeface="DM Sans"/>
              </a:defRPr>
            </a:lvl5pPr>
            <a:lvl6pPr algn="ctr">
              <a:lnSpc>
                <a:spcPct val="115000"/>
              </a:lnSpc>
              <a:spcBef>
                <a:spcPts val="0"/>
              </a:spcBef>
              <a:spcAft>
                <a:spcPts val="0"/>
              </a:spcAft>
              <a:buSzPts val="2400"/>
              <a:buFont typeface="DM Sans"/>
              <a:buNone/>
              <a:defRPr sz="2400" b="1">
                <a:latin typeface="DM Sans"/>
                <a:ea typeface="DM Sans"/>
                <a:cs typeface="DM Sans"/>
              </a:defRPr>
            </a:lvl6pPr>
            <a:lvl7pPr algn="ctr">
              <a:lnSpc>
                <a:spcPct val="115000"/>
              </a:lnSpc>
              <a:spcBef>
                <a:spcPts val="0"/>
              </a:spcBef>
              <a:spcAft>
                <a:spcPts val="0"/>
              </a:spcAft>
              <a:buSzPts val="2400"/>
              <a:buFont typeface="DM Sans"/>
              <a:buNone/>
              <a:defRPr sz="2400" b="1">
                <a:latin typeface="DM Sans"/>
                <a:ea typeface="DM Sans"/>
                <a:cs typeface="DM Sans"/>
              </a:defRPr>
            </a:lvl7pPr>
            <a:lvl8pPr algn="ctr">
              <a:lnSpc>
                <a:spcPct val="115000"/>
              </a:lnSpc>
              <a:spcBef>
                <a:spcPts val="0"/>
              </a:spcBef>
              <a:spcAft>
                <a:spcPts val="0"/>
              </a:spcAft>
              <a:buSzPts val="2400"/>
              <a:buFont typeface="DM Sans"/>
              <a:buNone/>
              <a:defRPr sz="2400" b="1">
                <a:latin typeface="DM Sans"/>
                <a:ea typeface="DM Sans"/>
                <a:cs typeface="DM Sans"/>
              </a:defRPr>
            </a:lvl8pPr>
            <a:lvl9pPr algn="ctr">
              <a:lnSpc>
                <a:spcPct val="115000"/>
              </a:lnSpc>
              <a:spcBef>
                <a:spcPts val="0"/>
              </a:spcBef>
              <a:spcAft>
                <a:spcPts val="0"/>
              </a:spcAft>
              <a:buSzPts val="2400"/>
              <a:buFont typeface="DM Sans"/>
              <a:buNone/>
              <a:defRPr sz="2400" b="1">
                <a:latin typeface="DM Sans"/>
                <a:ea typeface="DM Sans"/>
                <a:cs typeface="DM Sans"/>
              </a:defRPr>
            </a:lvl9pPr>
          </a:lstStyle>
          <a:p/>
        </p:txBody>
      </p:sp>
      <p:sp>
        <p:nvSpPr>
          <p:cNvPr id="90" name="Google Shape;90;p13"/>
          <p:cNvSpPr>
            <a:spLocks noGrp="1"/>
          </p:cNvSpPr>
          <p:nvPr>
            <p:ph type="subTitle" idx="21"/>
          </p:nvPr>
        </p:nvSpPr>
        <p:spPr>
          <a:xfrm>
            <a:off x="1777662" y="3544425"/>
            <a:ext cx="2509800" cy="385200"/>
          </a:xfrm>
          <a:prstGeom prst="rect">
            <a:avLst/>
          </a:prstGeom>
          <a:ln>
            <a:noFill/>
          </a:ln>
        </p:spPr>
        <p:txBody>
          <a:bodyPr spcFirstLastPara="1" wrap="square" lIns="91425" tIns="91425" rIns="91425" bIns="91425" anchor="b">
            <a:noAutofit/>
          </a:bodyPr>
          <a:lstStyle>
            <a:lvl1pPr>
              <a:lnSpc>
                <a:spcPct val="115000"/>
              </a:lnSpc>
              <a:spcBef>
                <a:spcPts val="0"/>
              </a:spcBef>
              <a:spcAft>
                <a:spcPts val="0"/>
              </a:spcAft>
              <a:buSzPts val="2400"/>
              <a:buFont typeface="DM Sans"/>
              <a:buNone/>
              <a:defRPr sz="2000" b="1">
                <a:latin typeface="Poppins"/>
                <a:ea typeface="Poppins"/>
                <a:cs typeface="Poppins"/>
              </a:defRPr>
            </a:lvl1pPr>
            <a:lvl2pPr algn="ctr">
              <a:lnSpc>
                <a:spcPct val="115000"/>
              </a:lnSpc>
              <a:spcBef>
                <a:spcPts val="0"/>
              </a:spcBef>
              <a:spcAft>
                <a:spcPts val="0"/>
              </a:spcAft>
              <a:buSzPts val="2400"/>
              <a:buFont typeface="DM Sans"/>
              <a:buNone/>
              <a:defRPr sz="2400" b="1">
                <a:latin typeface="DM Sans"/>
                <a:ea typeface="DM Sans"/>
                <a:cs typeface="DM Sans"/>
              </a:defRPr>
            </a:lvl2pPr>
            <a:lvl3pPr algn="ctr">
              <a:lnSpc>
                <a:spcPct val="115000"/>
              </a:lnSpc>
              <a:spcBef>
                <a:spcPts val="0"/>
              </a:spcBef>
              <a:spcAft>
                <a:spcPts val="0"/>
              </a:spcAft>
              <a:buSzPts val="2400"/>
              <a:buFont typeface="DM Sans"/>
              <a:buNone/>
              <a:defRPr sz="2400" b="1">
                <a:latin typeface="DM Sans"/>
                <a:ea typeface="DM Sans"/>
                <a:cs typeface="DM Sans"/>
              </a:defRPr>
            </a:lvl3pPr>
            <a:lvl4pPr algn="ctr">
              <a:lnSpc>
                <a:spcPct val="115000"/>
              </a:lnSpc>
              <a:spcBef>
                <a:spcPts val="0"/>
              </a:spcBef>
              <a:spcAft>
                <a:spcPts val="0"/>
              </a:spcAft>
              <a:buSzPts val="2400"/>
              <a:buFont typeface="DM Sans"/>
              <a:buNone/>
              <a:defRPr sz="2400" b="1">
                <a:latin typeface="DM Sans"/>
                <a:ea typeface="DM Sans"/>
                <a:cs typeface="DM Sans"/>
              </a:defRPr>
            </a:lvl4pPr>
            <a:lvl5pPr algn="ctr">
              <a:lnSpc>
                <a:spcPct val="115000"/>
              </a:lnSpc>
              <a:spcBef>
                <a:spcPts val="0"/>
              </a:spcBef>
              <a:spcAft>
                <a:spcPts val="0"/>
              </a:spcAft>
              <a:buSzPts val="2400"/>
              <a:buFont typeface="DM Sans"/>
              <a:buNone/>
              <a:defRPr sz="2400" b="1">
                <a:latin typeface="DM Sans"/>
                <a:ea typeface="DM Sans"/>
                <a:cs typeface="DM Sans"/>
              </a:defRPr>
            </a:lvl5pPr>
            <a:lvl6pPr algn="ctr">
              <a:lnSpc>
                <a:spcPct val="115000"/>
              </a:lnSpc>
              <a:spcBef>
                <a:spcPts val="0"/>
              </a:spcBef>
              <a:spcAft>
                <a:spcPts val="0"/>
              </a:spcAft>
              <a:buSzPts val="2400"/>
              <a:buFont typeface="DM Sans"/>
              <a:buNone/>
              <a:defRPr sz="2400" b="1">
                <a:latin typeface="DM Sans"/>
                <a:ea typeface="DM Sans"/>
                <a:cs typeface="DM Sans"/>
              </a:defRPr>
            </a:lvl6pPr>
            <a:lvl7pPr algn="ctr">
              <a:lnSpc>
                <a:spcPct val="115000"/>
              </a:lnSpc>
              <a:spcBef>
                <a:spcPts val="0"/>
              </a:spcBef>
              <a:spcAft>
                <a:spcPts val="0"/>
              </a:spcAft>
              <a:buSzPts val="2400"/>
              <a:buFont typeface="DM Sans"/>
              <a:buNone/>
              <a:defRPr sz="2400" b="1">
                <a:latin typeface="DM Sans"/>
                <a:ea typeface="DM Sans"/>
                <a:cs typeface="DM Sans"/>
              </a:defRPr>
            </a:lvl7pPr>
            <a:lvl8pPr algn="ctr">
              <a:lnSpc>
                <a:spcPct val="115000"/>
              </a:lnSpc>
              <a:spcBef>
                <a:spcPts val="0"/>
              </a:spcBef>
              <a:spcAft>
                <a:spcPts val="0"/>
              </a:spcAft>
              <a:buSzPts val="2400"/>
              <a:buFont typeface="DM Sans"/>
              <a:buNone/>
              <a:defRPr sz="2400" b="1">
                <a:latin typeface="DM Sans"/>
                <a:ea typeface="DM Sans"/>
                <a:cs typeface="DM Sans"/>
              </a:defRPr>
            </a:lvl8pPr>
            <a:lvl9pPr algn="ctr">
              <a:lnSpc>
                <a:spcPct val="115000"/>
              </a:lnSpc>
              <a:spcBef>
                <a:spcPts val="0"/>
              </a:spcBef>
              <a:spcAft>
                <a:spcPts val="0"/>
              </a:spcAft>
              <a:buSzPts val="2400"/>
              <a:buFont typeface="DM Sans"/>
              <a:buNone/>
              <a:defRPr sz="2400" b="1">
                <a:latin typeface="DM Sans"/>
                <a:ea typeface="DM Sans"/>
                <a:cs typeface="DM Sans"/>
              </a:defRPr>
            </a:lvl9pPr>
          </a:lstStyle>
          <a:p/>
        </p:txBody>
      </p:sp>
      <p:sp>
        <p:nvSpPr>
          <p:cNvPr id="92" name="Google Shape;92;p13"/>
          <p:cNvSpPr>
            <a:spLocks noGrp="1"/>
          </p:cNvSpPr>
          <p:nvPr/>
        </p:nvSpPr>
        <p:spPr>
          <a:xfrm flipH="1">
            <a:off x="8812484" y="4331375"/>
            <a:ext cx="277200" cy="277200"/>
          </a:xfrm>
          <a:prstGeom prst="ellipse">
            <a:avLst/>
          </a:prstGeom>
          <a:solidFill>
            <a:schemeClr val="accent1"/>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93" name="Google Shape;93;p13"/>
          <p:cNvSpPr>
            <a:spLocks noGrp="1"/>
          </p:cNvSpPr>
          <p:nvPr/>
        </p:nvSpPr>
        <p:spPr>
          <a:xfrm rot="10800000" flipH="1">
            <a:off x="-173878" y="-686855"/>
            <a:ext cx="677400" cy="1828500"/>
          </a:xfrm>
          <a:prstGeom prst="roundRect">
            <a:avLst>
              <a:gd name="adj" fmla="val 50000"/>
            </a:avLst>
          </a:prstGeom>
          <a:solidFill>
            <a:srgbClr val="74CEC4">
              <a:alpha val="6000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94" name="Google Shape;94;p13"/>
          <p:cNvSpPr>
            <a:spLocks noGrp="1"/>
          </p:cNvSpPr>
          <p:nvPr/>
        </p:nvSpPr>
        <p:spPr>
          <a:xfrm flipH="1">
            <a:off x="-363114" y="781582"/>
            <a:ext cx="698700" cy="698700"/>
          </a:xfrm>
          <a:prstGeom prst="chord">
            <a:avLst>
              <a:gd name="adj1" fmla="val 5399387"/>
              <a:gd name="adj2" fmla="val 16200000"/>
            </a:avLst>
          </a:prstGeom>
          <a:solidFill>
            <a:schemeClr val="dk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95" name="Google Shape;95;p13"/>
          <p:cNvSpPr>
            <a:spLocks noGrp="1"/>
          </p:cNvSpPr>
          <p:nvPr/>
        </p:nvSpPr>
        <p:spPr>
          <a:xfrm flipH="1">
            <a:off x="8812484" y="4769225"/>
            <a:ext cx="659700" cy="659700"/>
          </a:xfrm>
          <a:prstGeom prst="ellipse">
            <a:avLst/>
          </a:prstGeom>
          <a:solidFill>
            <a:srgbClr val="F2557A">
              <a:alpha val="7625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BLANK_1_1">
    <p:bg>
      <p:bgPr>
        <a:solidFill>
          <a:schemeClr val="dk1"/>
        </a:solidFill>
        <a:effectLst/>
      </p:bgPr>
    </p:bg>
    <p:spTree>
      <p:nvGrpSpPr>
        <p:cNvPr id="1" name=""/>
        <p:cNvGrpSpPr/>
        <p:nvPr/>
      </p:nvGrpSpPr>
      <p:grpSpPr/>
      <p:sp>
        <p:nvSpPr>
          <p:cNvPr id="97" name="Google Shape;97;p14"/>
          <p:cNvSpPr>
            <a:spLocks noGrp="1"/>
          </p:cNvSpPr>
          <p:nvPr>
            <p:ph type="title"/>
          </p:nvPr>
        </p:nvSpPr>
        <p:spPr>
          <a:xfrm>
            <a:off x="2312325" y="3532875"/>
            <a:ext cx="5853600" cy="531900"/>
          </a:xfrm>
          <a:prstGeom prst="rect">
            <a:avLst/>
          </a:prstGeom>
        </p:spPr>
        <p:txBody>
          <a:bodyPr spcFirstLastPara="1" wrap="square" lIns="91425" tIns="91425" rIns="91425" bIns="91425" anchor="t">
            <a:noAutofit/>
          </a:bodyPr>
          <a:lstStyle>
            <a:lvl1pPr algn="r">
              <a:lnSpc>
                <a:spcPct val="115000"/>
              </a:lnSpc>
              <a:spcBef>
                <a:spcPts val="0"/>
              </a:spcBef>
              <a:spcAft>
                <a:spcPts val="0"/>
              </a:spcAft>
              <a:buSzPts val="3000"/>
              <a:buNone/>
              <a:defRPr sz="2000">
                <a:solidFill>
                  <a:schemeClr val="lt1"/>
                </a:solidFill>
              </a:defRPr>
            </a:lvl1pPr>
            <a:lvl2pPr algn="ctr">
              <a:spcBef>
                <a:spcPts val="0"/>
              </a:spcBef>
              <a:spcAft>
                <a:spcPts val="0"/>
              </a:spcAft>
              <a:buSzPts val="3000"/>
              <a:buNone/>
              <a:defRPr sz="3000"/>
            </a:lvl2pPr>
            <a:lvl3pPr algn="ctr">
              <a:spcBef>
                <a:spcPts val="0"/>
              </a:spcBef>
              <a:spcAft>
                <a:spcPts val="0"/>
              </a:spcAft>
              <a:buSzPts val="3000"/>
              <a:buNone/>
              <a:defRPr sz="3000"/>
            </a:lvl3pPr>
            <a:lvl4pPr algn="ctr">
              <a:spcBef>
                <a:spcPts val="0"/>
              </a:spcBef>
              <a:spcAft>
                <a:spcPts val="0"/>
              </a:spcAft>
              <a:buSzPts val="3000"/>
              <a:buNone/>
              <a:defRPr sz="3000"/>
            </a:lvl4pPr>
            <a:lvl5pPr algn="ctr">
              <a:spcBef>
                <a:spcPts val="0"/>
              </a:spcBef>
              <a:spcAft>
                <a:spcPts val="0"/>
              </a:spcAft>
              <a:buSzPts val="3000"/>
              <a:buNone/>
              <a:defRPr sz="3000"/>
            </a:lvl5pPr>
            <a:lvl6pPr algn="ctr">
              <a:spcBef>
                <a:spcPts val="0"/>
              </a:spcBef>
              <a:spcAft>
                <a:spcPts val="0"/>
              </a:spcAft>
              <a:buSzPts val="3000"/>
              <a:buNone/>
              <a:defRPr sz="3000"/>
            </a:lvl6pPr>
            <a:lvl7pPr algn="ctr">
              <a:spcBef>
                <a:spcPts val="0"/>
              </a:spcBef>
              <a:spcAft>
                <a:spcPts val="0"/>
              </a:spcAft>
              <a:buSzPts val="3000"/>
              <a:buNone/>
              <a:defRPr sz="3000"/>
            </a:lvl7pPr>
            <a:lvl8pPr algn="ctr">
              <a:spcBef>
                <a:spcPts val="0"/>
              </a:spcBef>
              <a:spcAft>
                <a:spcPts val="0"/>
              </a:spcAft>
              <a:buSzPts val="3000"/>
              <a:buNone/>
              <a:defRPr sz="3000"/>
            </a:lvl8pPr>
            <a:lvl9pPr algn="ctr">
              <a:spcBef>
                <a:spcPts val="0"/>
              </a:spcBef>
              <a:spcAft>
                <a:spcPts val="0"/>
              </a:spcAft>
              <a:buSzPts val="3000"/>
              <a:buNone/>
              <a:defRPr sz="3000"/>
            </a:lvl9pPr>
          </a:lstStyle>
          <a:p/>
        </p:txBody>
      </p:sp>
      <p:sp>
        <p:nvSpPr>
          <p:cNvPr id="98" name="Google Shape;98;p14"/>
          <p:cNvSpPr>
            <a:spLocks noGrp="1"/>
          </p:cNvSpPr>
          <p:nvPr>
            <p:ph type="subTitle" idx="1"/>
          </p:nvPr>
        </p:nvSpPr>
        <p:spPr>
          <a:xfrm>
            <a:off x="2312275" y="1078725"/>
            <a:ext cx="5853600" cy="2343600"/>
          </a:xfrm>
          <a:prstGeom prst="rect">
            <a:avLst/>
          </a:prstGeom>
        </p:spPr>
        <p:txBody>
          <a:bodyPr spcFirstLastPara="1" wrap="square" lIns="91425" tIns="91425" rIns="91425" bIns="91425" anchor="b">
            <a:noAutofit/>
          </a:bodyPr>
          <a:lstStyle>
            <a:lvl1pPr algn="r">
              <a:spcBef>
                <a:spcPts val="0"/>
              </a:spcBef>
              <a:spcAft>
                <a:spcPts val="0"/>
              </a:spcAft>
              <a:buSzPts val="3000"/>
              <a:buNone/>
              <a:defRPr sz="3000">
                <a:solidFill>
                  <a:schemeClr val="lt1"/>
                </a:solidFill>
              </a:defRPr>
            </a:lvl1pPr>
            <a:lvl2pPr algn="ctr">
              <a:lnSpc>
                <a:spcPct val="100000"/>
              </a:lnSpc>
              <a:spcBef>
                <a:spcPts val="0"/>
              </a:spcBef>
              <a:spcAft>
                <a:spcPts val="0"/>
              </a:spcAft>
              <a:buSzPts val="3000"/>
              <a:buNone/>
              <a:defRPr sz="3000"/>
            </a:lvl2pPr>
            <a:lvl3pPr algn="ctr">
              <a:lnSpc>
                <a:spcPct val="100000"/>
              </a:lnSpc>
              <a:spcBef>
                <a:spcPts val="0"/>
              </a:spcBef>
              <a:spcAft>
                <a:spcPts val="0"/>
              </a:spcAft>
              <a:buSzPts val="3000"/>
              <a:buNone/>
              <a:defRPr sz="3000"/>
            </a:lvl3pPr>
            <a:lvl4pPr algn="ctr">
              <a:lnSpc>
                <a:spcPct val="100000"/>
              </a:lnSpc>
              <a:spcBef>
                <a:spcPts val="0"/>
              </a:spcBef>
              <a:spcAft>
                <a:spcPts val="0"/>
              </a:spcAft>
              <a:buSzPts val="3000"/>
              <a:buNone/>
              <a:defRPr sz="3000"/>
            </a:lvl4pPr>
            <a:lvl5pPr algn="ctr">
              <a:lnSpc>
                <a:spcPct val="100000"/>
              </a:lnSpc>
              <a:spcBef>
                <a:spcPts val="0"/>
              </a:spcBef>
              <a:spcAft>
                <a:spcPts val="0"/>
              </a:spcAft>
              <a:buSzPts val="3000"/>
              <a:buNone/>
              <a:defRPr sz="3000"/>
            </a:lvl5pPr>
            <a:lvl6pPr algn="ctr">
              <a:lnSpc>
                <a:spcPct val="100000"/>
              </a:lnSpc>
              <a:spcBef>
                <a:spcPts val="0"/>
              </a:spcBef>
              <a:spcAft>
                <a:spcPts val="0"/>
              </a:spcAft>
              <a:buSzPts val="3000"/>
              <a:buNone/>
              <a:defRPr sz="3000"/>
            </a:lvl6pPr>
            <a:lvl7pPr algn="ctr">
              <a:lnSpc>
                <a:spcPct val="100000"/>
              </a:lnSpc>
              <a:spcBef>
                <a:spcPts val="0"/>
              </a:spcBef>
              <a:spcAft>
                <a:spcPts val="0"/>
              </a:spcAft>
              <a:buSzPts val="3000"/>
              <a:buNone/>
              <a:defRPr sz="3000"/>
            </a:lvl7pPr>
            <a:lvl8pPr algn="ctr">
              <a:lnSpc>
                <a:spcPct val="100000"/>
              </a:lnSpc>
              <a:spcBef>
                <a:spcPts val="0"/>
              </a:spcBef>
              <a:spcAft>
                <a:spcPts val="0"/>
              </a:spcAft>
              <a:buSzPts val="3000"/>
              <a:buNone/>
              <a:defRPr sz="3000"/>
            </a:lvl8pPr>
            <a:lvl9pPr algn="ctr">
              <a:lnSpc>
                <a:spcPct val="100000"/>
              </a:lnSpc>
              <a:spcBef>
                <a:spcPts val="0"/>
              </a:spcBef>
              <a:spcAft>
                <a:spcPts val="0"/>
              </a:spcAft>
              <a:buSzPts val="3000"/>
              <a:buNone/>
              <a:defRPr sz="3000"/>
            </a:lvl9pPr>
          </a:lstStyle>
          <a:p/>
        </p:txBody>
      </p:sp>
      <p:sp>
        <p:nvSpPr>
          <p:cNvPr id="100" name="Google Shape;100;p14"/>
          <p:cNvSpPr>
            <a:spLocks noGrp="1"/>
          </p:cNvSpPr>
          <p:nvPr/>
        </p:nvSpPr>
        <p:spPr>
          <a:xfrm rot="5400000" flipH="1">
            <a:off x="1474729" y="1719229"/>
            <a:ext cx="277200" cy="277200"/>
          </a:xfrm>
          <a:prstGeom prst="ellipse">
            <a:avLst/>
          </a:prstGeom>
          <a:solidFill>
            <a:schemeClr val="accent1"/>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01" name="Google Shape;101;p14"/>
          <p:cNvSpPr>
            <a:spLocks noGrp="1"/>
          </p:cNvSpPr>
          <p:nvPr/>
        </p:nvSpPr>
        <p:spPr>
          <a:xfrm rot="5400000" flipH="1">
            <a:off x="-1240246" y="-1710129"/>
            <a:ext cx="1260000" cy="5348400"/>
          </a:xfrm>
          <a:prstGeom prst="roundRect">
            <a:avLst>
              <a:gd name="adj" fmla="val 50000"/>
            </a:avLst>
          </a:prstGeom>
          <a:solidFill>
            <a:schemeClr val="lt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02" name="Google Shape;102;p14"/>
          <p:cNvSpPr>
            <a:spLocks noGrp="1"/>
          </p:cNvSpPr>
          <p:nvPr/>
        </p:nvSpPr>
        <p:spPr>
          <a:xfrm rot="5400000" flipH="1">
            <a:off x="-1240233" y="4129"/>
            <a:ext cx="1260000" cy="3707400"/>
          </a:xfrm>
          <a:prstGeom prst="roundRect">
            <a:avLst>
              <a:gd name="adj" fmla="val 50000"/>
            </a:avLst>
          </a:prstGeom>
          <a:solidFill>
            <a:srgbClr val="F6F6F6">
              <a:alpha val="20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p:cSld name="CUSTOM_9">
    <p:spTree>
      <p:nvGrpSpPr>
        <p:cNvPr id="1" name=""/>
        <p:cNvGrpSpPr/>
        <p:nvPr/>
      </p:nvGrpSpPr>
      <p:grpSpPr/>
      <p:sp>
        <p:nvSpPr>
          <p:cNvPr id="104" name="Google Shape;104;p15"/>
          <p:cNvSpPr>
            <a:spLocks noGrp="1"/>
          </p:cNvSpPr>
          <p:nvPr>
            <p:ph type="title"/>
          </p:nvPr>
        </p:nvSpPr>
        <p:spPr>
          <a:xfrm>
            <a:off x="720000" y="1276938"/>
            <a:ext cx="3708000" cy="1473600"/>
          </a:xfrm>
          <a:prstGeom prst="rect">
            <a:avLst/>
          </a:prstGeom>
        </p:spPr>
        <p:txBody>
          <a:bodyPr spcFirstLastPara="1" wrap="square" lIns="91425" tIns="91425" rIns="91425" bIns="91425" anchor="b">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p:txBody>
      </p:sp>
      <p:sp>
        <p:nvSpPr>
          <p:cNvPr id="105" name="Google Shape;105;p15"/>
          <p:cNvSpPr>
            <a:spLocks noGrp="1"/>
          </p:cNvSpPr>
          <p:nvPr>
            <p:ph type="subTitle" idx="1"/>
          </p:nvPr>
        </p:nvSpPr>
        <p:spPr>
          <a:xfrm>
            <a:off x="720000" y="2750263"/>
            <a:ext cx="3708000" cy="1116300"/>
          </a:xfrm>
          <a:prstGeom prst="rect">
            <a:avLst/>
          </a:prstGeom>
        </p:spPr>
        <p:txBody>
          <a:bodyPr spcFirstLastPara="1" wrap="square" lIns="91425" tIns="91425" rIns="91425" bIns="91425" anchor="t">
            <a:noAutofit/>
          </a:bodyPr>
          <a:lstStyle>
            <a:lvl1pPr>
              <a:spcBef>
                <a:spcPts val="0"/>
              </a:spcBef>
              <a:spcAft>
                <a:spcPts val="0"/>
              </a:spcAft>
              <a:buSzPts val="1400"/>
              <a:buNone/>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p:txBody>
      </p:sp>
      <p:sp>
        <p:nvSpPr>
          <p:cNvPr id="106" name="Google Shape;106;p15"/>
          <p:cNvSpPr>
            <a:spLocks noGrp="1"/>
          </p:cNvSpPr>
          <p:nvPr>
            <p:ph type="pic" idx="2"/>
          </p:nvPr>
        </p:nvSpPr>
        <p:spPr>
          <a:xfrm>
            <a:off x="5273100" y="533863"/>
            <a:ext cx="2910000" cy="4075800"/>
          </a:xfrm>
          <a:prstGeom prst="roundRect">
            <a:avLst>
              <a:gd name="adj" fmla="val 16667"/>
            </a:avLst>
          </a:prstGeom>
          <a:noFill/>
          <a:ln>
            <a:noFill/>
          </a:ln>
        </p:spPr>
      </p:sp>
      <p:sp>
        <p:nvSpPr>
          <p:cNvPr id="108" name="Google Shape;108;p15"/>
          <p:cNvSpPr>
            <a:spLocks noGrp="1"/>
          </p:cNvSpPr>
          <p:nvPr/>
        </p:nvSpPr>
        <p:spPr>
          <a:xfrm rot="10800000" flipH="1">
            <a:off x="-1050200" y="3866575"/>
            <a:ext cx="1626600" cy="6297300"/>
          </a:xfrm>
          <a:prstGeom prst="roundRect">
            <a:avLst>
              <a:gd name="adj" fmla="val 50000"/>
            </a:avLst>
          </a:prstGeom>
          <a:solidFill>
            <a:schemeClr val="lt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09" name="Google Shape;109;p15"/>
          <p:cNvSpPr>
            <a:spLocks noGrp="1"/>
          </p:cNvSpPr>
          <p:nvPr/>
        </p:nvSpPr>
        <p:spPr>
          <a:xfrm rot="10800000" flipH="1">
            <a:off x="211725" y="4650500"/>
            <a:ext cx="669900" cy="669900"/>
          </a:xfrm>
          <a:prstGeom prst="ellipse">
            <a:avLst/>
          </a:prstGeom>
          <a:solidFill>
            <a:schemeClr val="accent1"/>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
        <p:cNvGrpSpPr/>
        <p:nvPr/>
      </p:nvGrpSpPr>
      <p:grpSpPr/>
      <p:sp>
        <p:nvSpPr>
          <p:cNvPr id="111" name="Google Shape;111;p16"/>
          <p:cNvSpPr>
            <a:spLocks noGrp="1"/>
          </p:cNvSpPr>
          <p:nvPr>
            <p:ph type="title"/>
          </p:nvPr>
        </p:nvSpPr>
        <p:spPr>
          <a:xfrm>
            <a:off x="720000" y="1686150"/>
            <a:ext cx="3053100" cy="657000"/>
          </a:xfrm>
          <a:prstGeom prst="rect">
            <a:avLst/>
          </a:prstGeom>
        </p:spPr>
        <p:txBody>
          <a:bodyPr spcFirstLastPara="1" wrap="square" lIns="91425" tIns="91425" rIns="91425" bIns="91425" anchor="b">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p:txBody>
      </p:sp>
      <p:sp>
        <p:nvSpPr>
          <p:cNvPr id="112" name="Google Shape;112;p16"/>
          <p:cNvSpPr>
            <a:spLocks noGrp="1"/>
          </p:cNvSpPr>
          <p:nvPr>
            <p:ph type="subTitle" idx="1"/>
          </p:nvPr>
        </p:nvSpPr>
        <p:spPr>
          <a:xfrm>
            <a:off x="720000" y="2292150"/>
            <a:ext cx="3053100" cy="1165200"/>
          </a:xfrm>
          <a:prstGeom prst="rect">
            <a:avLst/>
          </a:prstGeom>
        </p:spPr>
        <p:txBody>
          <a:bodyPr spcFirstLastPara="1" wrap="square" lIns="91425" tIns="91425" rIns="91425" bIns="91425" anchor="t">
            <a:noAutofit/>
          </a:bodyPr>
          <a:lstStyle>
            <a:lvl1pPr>
              <a:spcBef>
                <a:spcPts val="0"/>
              </a:spcBef>
              <a:spcAft>
                <a:spcPts val="0"/>
              </a:spcAft>
              <a:buSzPts val="1400"/>
              <a:buNone/>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p:txBody>
      </p:sp>
      <p:sp>
        <p:nvSpPr>
          <p:cNvPr id="114" name="Google Shape;114;p16"/>
          <p:cNvSpPr>
            <a:spLocks noGrp="1"/>
          </p:cNvSpPr>
          <p:nvPr/>
        </p:nvSpPr>
        <p:spPr>
          <a:xfrm flipH="1">
            <a:off x="-107150" y="-5035775"/>
            <a:ext cx="1026600" cy="6297300"/>
          </a:xfrm>
          <a:prstGeom prst="roundRect">
            <a:avLst>
              <a:gd name="adj" fmla="val 50000"/>
            </a:avLst>
          </a:prstGeom>
          <a:solidFill>
            <a:srgbClr val="74CEC4">
              <a:alpha val="6000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15" name="Google Shape;115;p16"/>
          <p:cNvSpPr>
            <a:spLocks noGrp="1"/>
          </p:cNvSpPr>
          <p:nvPr/>
        </p:nvSpPr>
        <p:spPr>
          <a:xfrm flipH="1">
            <a:off x="8165500" y="3881975"/>
            <a:ext cx="1026600" cy="6297300"/>
          </a:xfrm>
          <a:prstGeom prst="roundRect">
            <a:avLst>
              <a:gd name="adj" fmla="val 50000"/>
            </a:avLst>
          </a:prstGeom>
          <a:solidFill>
            <a:srgbClr val="F2557A">
              <a:alpha val="65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16" name="Google Shape;116;p16"/>
          <p:cNvSpPr>
            <a:spLocks noGrp="1"/>
          </p:cNvSpPr>
          <p:nvPr/>
        </p:nvSpPr>
        <p:spPr>
          <a:xfrm rot="10800000" flipH="1">
            <a:off x="8430770" y="3055949"/>
            <a:ext cx="874500" cy="2573100"/>
          </a:xfrm>
          <a:prstGeom prst="roundRect">
            <a:avLst>
              <a:gd name="adj" fmla="val 50000"/>
            </a:avLst>
          </a:prstGeom>
          <a:solidFill>
            <a:srgbClr val="F6F6F6">
              <a:alpha val="20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1" name=""/>
        <p:cNvGrpSpPr/>
        <p:nvPr/>
      </p:nvGrpSpPr>
      <p:grpSpPr/>
      <p:sp>
        <p:nvSpPr>
          <p:cNvPr id="118" name="Google Shape;118;p17"/>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p:txBody>
      </p:sp>
      <p:sp>
        <p:nvSpPr>
          <p:cNvPr id="119" name="Google Shape;119;p17"/>
          <p:cNvSpPr>
            <a:spLocks noGrp="1"/>
          </p:cNvSpPr>
          <p:nvPr>
            <p:ph type="body" idx="1"/>
          </p:nvPr>
        </p:nvSpPr>
        <p:spPr>
          <a:xfrm>
            <a:off x="720000" y="1215750"/>
            <a:ext cx="7704000" cy="1056900"/>
          </a:xfrm>
          <a:prstGeom prst="rect">
            <a:avLst/>
          </a:prstGeom>
        </p:spPr>
        <p:txBody>
          <a:bodyPr spcFirstLastPara="1" wrap="square" lIns="91425" tIns="91425" rIns="91425" bIns="91425" anchor="t">
            <a:noAutofit/>
          </a:bodyPr>
          <a:lstStyle>
            <a:lvl1pPr marL="457200" indent="-330200">
              <a:spcBef>
                <a:spcPts val="0"/>
              </a:spcBef>
              <a:spcAft>
                <a:spcPts val="0"/>
              </a:spcAft>
              <a:buSzPts val="1600"/>
              <a:buFont typeface="Albert Sans Light"/>
              <a:buChar char="●"/>
              <a:defRPr/>
            </a:lvl1pPr>
            <a:lvl2pPr marL="914400" indent="-304800">
              <a:spcBef>
                <a:spcPts val="0"/>
              </a:spcBef>
              <a:spcAft>
                <a:spcPts val="0"/>
              </a:spcAft>
              <a:buSzPts val="1200"/>
              <a:buFont typeface="Nunito Light"/>
              <a:buChar char="○"/>
              <a:defRPr/>
            </a:lvl2pPr>
            <a:lvl3pPr marL="1371600" indent="-304800">
              <a:lnSpc>
                <a:spcPct val="115000"/>
              </a:lnSpc>
              <a:spcBef>
                <a:spcPts val="0"/>
              </a:spcBef>
              <a:spcAft>
                <a:spcPts val="0"/>
              </a:spcAft>
              <a:buClr>
                <a:srgbClr val="FFC800"/>
              </a:buClr>
              <a:buSzPts val="1200"/>
              <a:buFont typeface="Nunito Light"/>
              <a:buChar char="■"/>
              <a:defRPr/>
            </a:lvl3pPr>
            <a:lvl4pPr marL="1828800" indent="-304800">
              <a:lnSpc>
                <a:spcPct val="115000"/>
              </a:lnSpc>
              <a:spcBef>
                <a:spcPts val="0"/>
              </a:spcBef>
              <a:spcAft>
                <a:spcPts val="0"/>
              </a:spcAft>
              <a:buClr>
                <a:srgbClr val="FFC800"/>
              </a:buClr>
              <a:buSzPts val="1200"/>
              <a:buFont typeface="Nunito Light"/>
              <a:buChar char="●"/>
              <a:defRPr/>
            </a:lvl4pPr>
            <a:lvl5pPr marL="2286000" indent="-304800">
              <a:lnSpc>
                <a:spcPct val="115000"/>
              </a:lnSpc>
              <a:spcBef>
                <a:spcPts val="0"/>
              </a:spcBef>
              <a:spcAft>
                <a:spcPts val="0"/>
              </a:spcAft>
              <a:buClr>
                <a:srgbClr val="434343"/>
              </a:buClr>
              <a:buSzPts val="1200"/>
              <a:buFont typeface="Nunito Light"/>
              <a:buChar char="○"/>
              <a:defRPr/>
            </a:lvl5pPr>
            <a:lvl6pPr marL="2743200" indent="-304800">
              <a:lnSpc>
                <a:spcPct val="115000"/>
              </a:lnSpc>
              <a:spcBef>
                <a:spcPts val="0"/>
              </a:spcBef>
              <a:spcAft>
                <a:spcPts val="0"/>
              </a:spcAft>
              <a:buClr>
                <a:srgbClr val="434343"/>
              </a:buClr>
              <a:buSzPts val="1200"/>
              <a:buFont typeface="Nunito Light"/>
              <a:buChar char="■"/>
              <a:defRPr/>
            </a:lvl6pPr>
            <a:lvl7pPr marL="3200400" indent="-304800">
              <a:lnSpc>
                <a:spcPct val="115000"/>
              </a:lnSpc>
              <a:spcBef>
                <a:spcPts val="0"/>
              </a:spcBef>
              <a:spcAft>
                <a:spcPts val="0"/>
              </a:spcAft>
              <a:buClr>
                <a:srgbClr val="434343"/>
              </a:buClr>
              <a:buSzPts val="1200"/>
              <a:buFont typeface="Nunito Light"/>
              <a:buChar char="●"/>
              <a:defRPr/>
            </a:lvl7pPr>
            <a:lvl8pPr marL="3657600" indent="-304800">
              <a:lnSpc>
                <a:spcPct val="115000"/>
              </a:lnSpc>
              <a:spcBef>
                <a:spcPts val="0"/>
              </a:spcBef>
              <a:spcAft>
                <a:spcPts val="0"/>
              </a:spcAft>
              <a:buClr>
                <a:srgbClr val="434343"/>
              </a:buClr>
              <a:buSzPts val="1200"/>
              <a:buFont typeface="Nunito Light"/>
              <a:buChar char="○"/>
              <a:defRPr/>
            </a:lvl8pPr>
            <a:lvl9pPr marL="4114800" indent="-304800">
              <a:lnSpc>
                <a:spcPct val="115000"/>
              </a:lnSpc>
              <a:spcBef>
                <a:spcPts val="0"/>
              </a:spcBef>
              <a:spcAft>
                <a:spcPts val="0"/>
              </a:spcAft>
              <a:buClr>
                <a:srgbClr val="434343"/>
              </a:buClr>
              <a:buSzPts val="1200"/>
              <a:buFont typeface="Nunito Light"/>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3">
  <p:cSld name="CUSTOM_4_1_1">
    <p:spTree>
      <p:nvGrpSpPr>
        <p:cNvPr id="1" name=""/>
        <p:cNvGrpSpPr/>
        <p:nvPr/>
      </p:nvGrpSpPr>
      <p:grpSpPr/>
      <p:sp>
        <p:nvSpPr>
          <p:cNvPr id="121" name="Google Shape;121;p18"/>
          <p:cNvSpPr>
            <a:spLocks noGrp="1"/>
          </p:cNvSpPr>
          <p:nvPr>
            <p:ph type="title"/>
          </p:nvPr>
        </p:nvSpPr>
        <p:spPr>
          <a:xfrm>
            <a:off x="1746175" y="445025"/>
            <a:ext cx="66846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p:txBody>
      </p:sp>
      <p:sp>
        <p:nvSpPr>
          <p:cNvPr id="122" name="Google Shape;122;p18"/>
          <p:cNvSpPr>
            <a:spLocks noGrp="1"/>
          </p:cNvSpPr>
          <p:nvPr>
            <p:ph type="body" idx="1"/>
          </p:nvPr>
        </p:nvSpPr>
        <p:spPr>
          <a:xfrm>
            <a:off x="1746175" y="1215750"/>
            <a:ext cx="6684600" cy="3392700"/>
          </a:xfrm>
          <a:prstGeom prst="rect">
            <a:avLst/>
          </a:prstGeom>
        </p:spPr>
        <p:txBody>
          <a:bodyPr spcFirstLastPara="1" wrap="square" lIns="91425" tIns="91425" rIns="91425" bIns="91425" anchor="t">
            <a:noAutofit/>
          </a:bodyPr>
          <a:lstStyle>
            <a:lvl1pPr marL="457200" indent="-317500">
              <a:spcBef>
                <a:spcPts val="0"/>
              </a:spcBef>
              <a:spcAft>
                <a:spcPts val="0"/>
              </a:spcAft>
              <a:buSzPts val="1400"/>
              <a:buChar char="●"/>
              <a:defRPr/>
            </a:lvl1pPr>
            <a:lvl2pPr marL="914400" indent="-317500">
              <a:spcBef>
                <a:spcPts val="0"/>
              </a:spcBef>
              <a:spcAft>
                <a:spcPts val="0"/>
              </a:spcAft>
              <a:buSzPts val="1400"/>
              <a:buChar char="○"/>
              <a:defRPr/>
            </a:lvl2pPr>
            <a:lvl3pPr marL="1371600" indent="-317500">
              <a:lnSpc>
                <a:spcPct val="115000"/>
              </a:lnSpc>
              <a:spcBef>
                <a:spcPts val="0"/>
              </a:spcBef>
              <a:spcAft>
                <a:spcPts val="0"/>
              </a:spcAft>
              <a:buSzPts val="1400"/>
              <a:buChar char="■"/>
              <a:defRPr/>
            </a:lvl3pPr>
            <a:lvl4pPr marL="1828800" indent="-317500">
              <a:lnSpc>
                <a:spcPct val="115000"/>
              </a:lnSpc>
              <a:spcBef>
                <a:spcPts val="0"/>
              </a:spcBef>
              <a:spcAft>
                <a:spcPts val="0"/>
              </a:spcAft>
              <a:buSzPts val="1400"/>
              <a:buChar char="●"/>
              <a:defRPr/>
            </a:lvl4pPr>
            <a:lvl5pPr marL="2286000" indent="-317500">
              <a:lnSpc>
                <a:spcPct val="115000"/>
              </a:lnSpc>
              <a:spcBef>
                <a:spcPts val="0"/>
              </a:spcBef>
              <a:spcAft>
                <a:spcPts val="0"/>
              </a:spcAft>
              <a:buSzPts val="1400"/>
              <a:buChar char="○"/>
              <a:defRPr/>
            </a:lvl5pPr>
            <a:lvl6pPr marL="2743200" indent="-317500">
              <a:lnSpc>
                <a:spcPct val="115000"/>
              </a:lnSpc>
              <a:spcBef>
                <a:spcPts val="0"/>
              </a:spcBef>
              <a:spcAft>
                <a:spcPts val="0"/>
              </a:spcAft>
              <a:buSzPts val="1400"/>
              <a:buChar char="■"/>
              <a:defRPr/>
            </a:lvl6pPr>
            <a:lvl7pPr marL="3200400" indent="-317500">
              <a:lnSpc>
                <a:spcPct val="115000"/>
              </a:lnSpc>
              <a:spcBef>
                <a:spcPts val="0"/>
              </a:spcBef>
              <a:spcAft>
                <a:spcPts val="0"/>
              </a:spcAft>
              <a:buSzPts val="1400"/>
              <a:buChar char="●"/>
              <a:defRPr/>
            </a:lvl7pPr>
            <a:lvl8pPr marL="3657600" indent="-317500">
              <a:lnSpc>
                <a:spcPct val="115000"/>
              </a:lnSpc>
              <a:spcBef>
                <a:spcPts val="0"/>
              </a:spcBef>
              <a:spcAft>
                <a:spcPts val="0"/>
              </a:spcAft>
              <a:buSzPts val="1400"/>
              <a:buChar char="○"/>
              <a:defRPr/>
            </a:lvl8pPr>
            <a:lvl9pPr marL="4114800" indent="-317500">
              <a:lnSpc>
                <a:spcPct val="115000"/>
              </a:lnSpc>
              <a:spcBef>
                <a:spcPts val="0"/>
              </a:spcBef>
              <a:spcAft>
                <a:spcPts val="0"/>
              </a:spcAft>
              <a:buSzPts val="1400"/>
              <a:buChar char="■"/>
              <a:defRPr/>
            </a:lvl9pPr>
          </a:lstStyle>
          <a:p/>
        </p:txBody>
      </p:sp>
      <p:sp>
        <p:nvSpPr>
          <p:cNvPr id="124" name="Google Shape;124;p18"/>
          <p:cNvSpPr>
            <a:spLocks noGrp="1"/>
          </p:cNvSpPr>
          <p:nvPr/>
        </p:nvSpPr>
        <p:spPr>
          <a:xfrm flipH="1">
            <a:off x="-15212950" y="2160950"/>
            <a:ext cx="1626600" cy="6297300"/>
          </a:xfrm>
          <a:prstGeom prst="roundRect">
            <a:avLst>
              <a:gd name="adj" fmla="val 50000"/>
            </a:avLst>
          </a:prstGeom>
          <a:solidFill>
            <a:schemeClr val="lt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25" name="Google Shape;125;p18"/>
          <p:cNvSpPr>
            <a:spLocks noGrp="1"/>
          </p:cNvSpPr>
          <p:nvPr/>
        </p:nvSpPr>
        <p:spPr>
          <a:xfrm flipH="1">
            <a:off x="-14359750" y="3715250"/>
            <a:ext cx="1071600" cy="4365000"/>
          </a:xfrm>
          <a:prstGeom prst="roundRect">
            <a:avLst>
              <a:gd name="adj" fmla="val 50000"/>
            </a:avLst>
          </a:prstGeom>
          <a:solidFill>
            <a:srgbClr val="0584A4">
              <a:alpha val="40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26" name="Google Shape;126;p18"/>
          <p:cNvSpPr>
            <a:spLocks noGrp="1"/>
          </p:cNvSpPr>
          <p:nvPr/>
        </p:nvSpPr>
        <p:spPr>
          <a:xfrm flipH="1">
            <a:off x="-14686150" y="3002750"/>
            <a:ext cx="418800" cy="418800"/>
          </a:xfrm>
          <a:prstGeom prst="ellipse">
            <a:avLst/>
          </a:prstGeom>
          <a:solidFill>
            <a:srgbClr val="F2557A">
              <a:alpha val="65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1">
  <p:cSld name="CUSTOM_10">
    <p:spTree>
      <p:nvGrpSpPr>
        <p:cNvPr id="1" name=""/>
        <p:cNvGrpSpPr/>
        <p:nvPr/>
      </p:nvGrpSpPr>
      <p:grpSpPr/>
      <p:sp>
        <p:nvSpPr>
          <p:cNvPr id="128" name="Google Shape;128;p19"/>
          <p:cNvSpPr>
            <a:spLocks noGrp="1"/>
          </p:cNvSpPr>
          <p:nvPr>
            <p:ph type="title"/>
          </p:nvPr>
        </p:nvSpPr>
        <p:spPr>
          <a:xfrm>
            <a:off x="1721750" y="445025"/>
            <a:ext cx="5700300" cy="10980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p:txBody>
      </p:sp>
      <p:sp>
        <p:nvSpPr>
          <p:cNvPr id="130" name="Google Shape;130;p19"/>
          <p:cNvSpPr>
            <a:spLocks noGrp="1"/>
          </p:cNvSpPr>
          <p:nvPr/>
        </p:nvSpPr>
        <p:spPr>
          <a:xfrm rot="10800000" flipH="1">
            <a:off x="8519272" y="3954900"/>
            <a:ext cx="791400" cy="4128600"/>
          </a:xfrm>
          <a:prstGeom prst="roundRect">
            <a:avLst>
              <a:gd name="adj" fmla="val 50000"/>
            </a:avLst>
          </a:prstGeom>
          <a:solidFill>
            <a:schemeClr val="lt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31" name="Google Shape;131;p19"/>
          <p:cNvSpPr>
            <a:spLocks noGrp="1"/>
          </p:cNvSpPr>
          <p:nvPr/>
        </p:nvSpPr>
        <p:spPr>
          <a:xfrm rot="10800000" flipH="1">
            <a:off x="7958000" y="4588140"/>
            <a:ext cx="791400" cy="2862000"/>
          </a:xfrm>
          <a:prstGeom prst="roundRect">
            <a:avLst>
              <a:gd name="adj" fmla="val 50000"/>
            </a:avLst>
          </a:prstGeom>
          <a:solidFill>
            <a:srgbClr val="0584A4">
              <a:alpha val="40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33" name="Google Shape;133;p19"/>
          <p:cNvSpPr>
            <a:spLocks noGrp="1"/>
          </p:cNvSpPr>
          <p:nvPr/>
        </p:nvSpPr>
        <p:spPr>
          <a:xfrm rot="5400000" flipH="1">
            <a:off x="590392" y="-472171"/>
            <a:ext cx="277200" cy="277200"/>
          </a:xfrm>
          <a:prstGeom prst="ellipse">
            <a:avLst/>
          </a:prstGeom>
          <a:solidFill>
            <a:schemeClr val="dk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34" name="Google Shape;134;p19"/>
          <p:cNvSpPr>
            <a:spLocks noGrp="1"/>
          </p:cNvSpPr>
          <p:nvPr/>
        </p:nvSpPr>
        <p:spPr>
          <a:xfrm rot="5400000">
            <a:off x="31450" y="-770530"/>
            <a:ext cx="677400" cy="1828500"/>
          </a:xfrm>
          <a:prstGeom prst="roundRect">
            <a:avLst>
              <a:gd name="adj" fmla="val 50000"/>
            </a:avLst>
          </a:prstGeom>
          <a:solidFill>
            <a:srgbClr val="F2557A">
              <a:alpha val="65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2">
  <p:cSld name="CUSTOM_10_1">
    <p:spTree>
      <p:nvGrpSpPr>
        <p:cNvPr id="1" name=""/>
        <p:cNvGrpSpPr/>
        <p:nvPr/>
      </p:nvGrpSpPr>
      <p:grpSpPr/>
      <p:sp>
        <p:nvSpPr>
          <p:cNvPr id="136" name="Google Shape;136;p20"/>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vl2pPr>
            <a:lvl3pPr algn="ctr">
              <a:spcBef>
                <a:spcPts val="0"/>
              </a:spcBef>
              <a:spcAft>
                <a:spcPts val="0"/>
              </a:spcAft>
              <a:buSzPts val="3000"/>
              <a:buNone/>
              <a:defRPr/>
            </a:lvl3pPr>
            <a:lvl4pPr algn="ctr">
              <a:spcBef>
                <a:spcPts val="0"/>
              </a:spcBef>
              <a:spcAft>
                <a:spcPts val="0"/>
              </a:spcAft>
              <a:buSzPts val="3000"/>
              <a:buNone/>
              <a:defRPr/>
            </a:lvl4pPr>
            <a:lvl5pPr algn="ctr">
              <a:spcBef>
                <a:spcPts val="0"/>
              </a:spcBef>
              <a:spcAft>
                <a:spcPts val="0"/>
              </a:spcAft>
              <a:buSzPts val="3000"/>
              <a:buNone/>
              <a:defRPr/>
            </a:lvl5pPr>
            <a:lvl6pPr algn="ctr">
              <a:spcBef>
                <a:spcPts val="0"/>
              </a:spcBef>
              <a:spcAft>
                <a:spcPts val="0"/>
              </a:spcAft>
              <a:buSzPts val="3000"/>
              <a:buNone/>
              <a:defRPr/>
            </a:lvl6pPr>
            <a:lvl7pPr algn="ctr">
              <a:spcBef>
                <a:spcPts val="0"/>
              </a:spcBef>
              <a:spcAft>
                <a:spcPts val="0"/>
              </a:spcAft>
              <a:buSzPts val="3000"/>
              <a:buNone/>
              <a:defRPr/>
            </a:lvl7pPr>
            <a:lvl8pPr algn="ctr">
              <a:spcBef>
                <a:spcPts val="0"/>
              </a:spcBef>
              <a:spcAft>
                <a:spcPts val="0"/>
              </a:spcAft>
              <a:buSzPts val="3000"/>
              <a:buNone/>
              <a:defRPr/>
            </a:lvl8pPr>
            <a:lvl9pPr algn="ctr">
              <a:spcBef>
                <a:spcPts val="0"/>
              </a:spcBef>
              <a:spcAft>
                <a:spcPts val="0"/>
              </a:spcAft>
              <a:buSzPts val="3000"/>
              <a:buNone/>
              <a:defRPr/>
            </a:lvl9pPr>
          </a:lstStyle>
          <a:p/>
        </p:txBody>
      </p:sp>
      <p:sp>
        <p:nvSpPr>
          <p:cNvPr id="138" name="Google Shape;138;p20"/>
          <p:cNvSpPr>
            <a:spLocks noGrp="1"/>
          </p:cNvSpPr>
          <p:nvPr/>
        </p:nvSpPr>
        <p:spPr>
          <a:xfrm>
            <a:off x="-9112541" y="-678400"/>
            <a:ext cx="1648800" cy="1648800"/>
          </a:xfrm>
          <a:prstGeom prst="ellipse">
            <a:avLst/>
          </a:prstGeom>
          <a:solidFill>
            <a:schemeClr val="accent1"/>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39" name="Google Shape;139;p20"/>
          <p:cNvSpPr>
            <a:spLocks noGrp="1"/>
          </p:cNvSpPr>
          <p:nvPr/>
        </p:nvSpPr>
        <p:spPr>
          <a:xfrm rot="5400000">
            <a:off x="-773066" y="4612200"/>
            <a:ext cx="536100" cy="526500"/>
          </a:xfrm>
          <a:prstGeom prst="round1Rect">
            <a:avLst>
              <a:gd name="adj" fmla="val 50000"/>
            </a:avLst>
          </a:prstGeom>
          <a:solidFill>
            <a:schemeClr val="accent1"/>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40" name="Google Shape;140;p20"/>
          <p:cNvSpPr>
            <a:spLocks noGrp="1"/>
          </p:cNvSpPr>
          <p:nvPr/>
        </p:nvSpPr>
        <p:spPr>
          <a:xfrm>
            <a:off x="-971366" y="4469010"/>
            <a:ext cx="526500" cy="526500"/>
          </a:xfrm>
          <a:prstGeom prst="ellipse">
            <a:avLst/>
          </a:prstGeom>
          <a:solidFill>
            <a:srgbClr val="0584A4">
              <a:alpha val="40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41" name="Google Shape;141;p20"/>
          <p:cNvSpPr>
            <a:spLocks noGrp="1"/>
          </p:cNvSpPr>
          <p:nvPr/>
        </p:nvSpPr>
        <p:spPr>
          <a:xfrm flipH="1">
            <a:off x="-8619716" y="-3825506"/>
            <a:ext cx="1483500" cy="4365000"/>
          </a:xfrm>
          <a:prstGeom prst="roundRect">
            <a:avLst>
              <a:gd name="adj" fmla="val 50000"/>
            </a:avLst>
          </a:prstGeom>
          <a:solidFill>
            <a:srgbClr val="F6F6F6">
              <a:alpha val="6000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3">
  <p:cSld name="CUSTOM_10_1_1">
    <p:spTree>
      <p:nvGrpSpPr>
        <p:cNvPr id="1" name=""/>
        <p:cNvGrpSpPr/>
        <p:nvPr/>
      </p:nvGrpSpPr>
      <p:grpSpPr/>
      <p:sp>
        <p:nvSpPr>
          <p:cNvPr id="143" name="Google Shape;143;p21"/>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vl2pPr>
            <a:lvl3pPr algn="ctr">
              <a:spcBef>
                <a:spcPts val="0"/>
              </a:spcBef>
              <a:spcAft>
                <a:spcPts val="0"/>
              </a:spcAft>
              <a:buSzPts val="3000"/>
              <a:buNone/>
              <a:defRPr/>
            </a:lvl3pPr>
            <a:lvl4pPr algn="ctr">
              <a:spcBef>
                <a:spcPts val="0"/>
              </a:spcBef>
              <a:spcAft>
                <a:spcPts val="0"/>
              </a:spcAft>
              <a:buSzPts val="3000"/>
              <a:buNone/>
              <a:defRPr/>
            </a:lvl4pPr>
            <a:lvl5pPr algn="ctr">
              <a:spcBef>
                <a:spcPts val="0"/>
              </a:spcBef>
              <a:spcAft>
                <a:spcPts val="0"/>
              </a:spcAft>
              <a:buSzPts val="3000"/>
              <a:buNone/>
              <a:defRPr/>
            </a:lvl5pPr>
            <a:lvl6pPr algn="ctr">
              <a:spcBef>
                <a:spcPts val="0"/>
              </a:spcBef>
              <a:spcAft>
                <a:spcPts val="0"/>
              </a:spcAft>
              <a:buSzPts val="3000"/>
              <a:buNone/>
              <a:defRPr/>
            </a:lvl6pPr>
            <a:lvl7pPr algn="ctr">
              <a:spcBef>
                <a:spcPts val="0"/>
              </a:spcBef>
              <a:spcAft>
                <a:spcPts val="0"/>
              </a:spcAft>
              <a:buSzPts val="3000"/>
              <a:buNone/>
              <a:defRPr/>
            </a:lvl7pPr>
            <a:lvl8pPr algn="ctr">
              <a:spcBef>
                <a:spcPts val="0"/>
              </a:spcBef>
              <a:spcAft>
                <a:spcPts val="0"/>
              </a:spcAft>
              <a:buSzPts val="3000"/>
              <a:buNone/>
              <a:defRPr/>
            </a:lvl8pPr>
            <a:lvl9pPr algn="ctr">
              <a:spcBef>
                <a:spcPts val="0"/>
              </a:spcBef>
              <a:spcAft>
                <a:spcPts val="0"/>
              </a:spcAft>
              <a:buSzPts val="3000"/>
              <a:buNone/>
              <a:defRPr/>
            </a:lvl9pPr>
          </a:lstStyle>
          <a:p/>
        </p:txBody>
      </p:sp>
      <p:sp>
        <p:nvSpPr>
          <p:cNvPr id="145" name="Google Shape;145;p21"/>
          <p:cNvSpPr>
            <a:spLocks noGrp="1"/>
          </p:cNvSpPr>
          <p:nvPr/>
        </p:nvSpPr>
        <p:spPr>
          <a:xfrm rot="10800000" flipH="1">
            <a:off x="8519272" y="3954900"/>
            <a:ext cx="791400" cy="4128600"/>
          </a:xfrm>
          <a:prstGeom prst="roundRect">
            <a:avLst>
              <a:gd name="adj" fmla="val 50000"/>
            </a:avLst>
          </a:prstGeom>
          <a:solidFill>
            <a:schemeClr val="lt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46" name="Google Shape;146;p21"/>
          <p:cNvSpPr>
            <a:spLocks noGrp="1"/>
          </p:cNvSpPr>
          <p:nvPr/>
        </p:nvSpPr>
        <p:spPr>
          <a:xfrm rot="10800000" flipH="1">
            <a:off x="7958000" y="4588140"/>
            <a:ext cx="791400" cy="2862000"/>
          </a:xfrm>
          <a:prstGeom prst="roundRect">
            <a:avLst>
              <a:gd name="adj" fmla="val 50000"/>
            </a:avLst>
          </a:prstGeom>
          <a:solidFill>
            <a:srgbClr val="0584A4">
              <a:alpha val="40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48" name="Google Shape;148;p21"/>
          <p:cNvSpPr>
            <a:spLocks noGrp="1"/>
          </p:cNvSpPr>
          <p:nvPr/>
        </p:nvSpPr>
        <p:spPr>
          <a:xfrm rot="5400000" flipH="1">
            <a:off x="590392" y="-472171"/>
            <a:ext cx="277200" cy="277200"/>
          </a:xfrm>
          <a:prstGeom prst="ellipse">
            <a:avLst/>
          </a:prstGeom>
          <a:solidFill>
            <a:schemeClr val="dk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49" name="Google Shape;149;p21"/>
          <p:cNvSpPr>
            <a:spLocks noGrp="1"/>
          </p:cNvSpPr>
          <p:nvPr/>
        </p:nvSpPr>
        <p:spPr>
          <a:xfrm rot="5400000">
            <a:off x="31450" y="-770530"/>
            <a:ext cx="677400" cy="1828500"/>
          </a:xfrm>
          <a:prstGeom prst="roundRect">
            <a:avLst>
              <a:gd name="adj" fmla="val 50000"/>
            </a:avLst>
          </a:prstGeom>
          <a:solidFill>
            <a:srgbClr val="F2557A">
              <a:alpha val="65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
        <p:cNvGrpSpPr/>
        <p:nvPr/>
      </p:nvGrpSpPr>
      <p:grpSpPr/>
      <p:sp>
        <p:nvSpPr>
          <p:cNvPr id="151" name="Google Shape;151;p22"/>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p:txBody>
      </p:sp>
      <p:sp>
        <p:nvSpPr>
          <p:cNvPr id="152" name="Google Shape;152;p22"/>
          <p:cNvSpPr>
            <a:spLocks noGrp="1"/>
          </p:cNvSpPr>
          <p:nvPr>
            <p:ph type="subTitle" idx="1"/>
          </p:nvPr>
        </p:nvSpPr>
        <p:spPr>
          <a:xfrm>
            <a:off x="3099859" y="1710975"/>
            <a:ext cx="3619800" cy="572700"/>
          </a:xfrm>
          <a:prstGeom prst="rect">
            <a:avLst/>
          </a:prstGeom>
          <a:ln>
            <a:noFill/>
          </a:ln>
        </p:spPr>
        <p:txBody>
          <a:bodyPr spcFirstLastPara="1" wrap="square" lIns="91425" tIns="91425" rIns="91425" bIns="91425" anchor="t">
            <a:noAutofit/>
          </a:bodyPr>
          <a:lstStyle>
            <a:lvl1pPr>
              <a:lnSpc>
                <a:spcPct val="115000"/>
              </a:lnSpc>
              <a:spcBef>
                <a:spcPts val="0"/>
              </a:spcBef>
              <a:spcAft>
                <a:spcPts val="0"/>
              </a:spcAft>
              <a:buSzPts val="1400"/>
              <a:buNone/>
              <a:defRPr sz="1400"/>
            </a:lvl1pPr>
            <a:lvl2pPr algn="ctr">
              <a:lnSpc>
                <a:spcPct val="115000"/>
              </a:lnSpc>
              <a:spcBef>
                <a:spcPts val="0"/>
              </a:spcBef>
              <a:spcAft>
                <a:spcPts val="0"/>
              </a:spcAft>
              <a:buSzPts val="1400"/>
              <a:buNone/>
              <a:defRPr/>
            </a:lvl2pPr>
            <a:lvl3pPr algn="ctr">
              <a:lnSpc>
                <a:spcPct val="115000"/>
              </a:lnSpc>
              <a:spcBef>
                <a:spcPts val="0"/>
              </a:spcBef>
              <a:spcAft>
                <a:spcPts val="0"/>
              </a:spcAft>
              <a:buSzPts val="1400"/>
              <a:buNone/>
              <a:defRPr/>
            </a:lvl3pPr>
            <a:lvl4pPr algn="ctr">
              <a:lnSpc>
                <a:spcPct val="115000"/>
              </a:lnSpc>
              <a:spcBef>
                <a:spcPts val="0"/>
              </a:spcBef>
              <a:spcAft>
                <a:spcPts val="0"/>
              </a:spcAft>
              <a:buSzPts val="1400"/>
              <a:buNone/>
              <a:defRPr/>
            </a:lvl4pPr>
            <a:lvl5pPr algn="ctr">
              <a:lnSpc>
                <a:spcPct val="115000"/>
              </a:lnSpc>
              <a:spcBef>
                <a:spcPts val="0"/>
              </a:spcBef>
              <a:spcAft>
                <a:spcPts val="0"/>
              </a:spcAft>
              <a:buSzPts val="1400"/>
              <a:buNone/>
              <a:defRPr/>
            </a:lvl5pPr>
            <a:lvl6pPr algn="ctr">
              <a:lnSpc>
                <a:spcPct val="115000"/>
              </a:lnSpc>
              <a:spcBef>
                <a:spcPts val="0"/>
              </a:spcBef>
              <a:spcAft>
                <a:spcPts val="0"/>
              </a:spcAft>
              <a:buSzPts val="1400"/>
              <a:buNone/>
              <a:defRPr/>
            </a:lvl6pPr>
            <a:lvl7pPr algn="ctr">
              <a:lnSpc>
                <a:spcPct val="115000"/>
              </a:lnSpc>
              <a:spcBef>
                <a:spcPts val="0"/>
              </a:spcBef>
              <a:spcAft>
                <a:spcPts val="0"/>
              </a:spcAft>
              <a:buSzPts val="1400"/>
              <a:buNone/>
              <a:defRPr/>
            </a:lvl7pPr>
            <a:lvl8pPr algn="ctr">
              <a:lnSpc>
                <a:spcPct val="115000"/>
              </a:lnSpc>
              <a:spcBef>
                <a:spcPts val="0"/>
              </a:spcBef>
              <a:spcAft>
                <a:spcPts val="0"/>
              </a:spcAft>
              <a:buSzPts val="1400"/>
              <a:buNone/>
              <a:defRPr/>
            </a:lvl8pPr>
            <a:lvl9pPr algn="ctr">
              <a:lnSpc>
                <a:spcPct val="115000"/>
              </a:lnSpc>
              <a:spcBef>
                <a:spcPts val="0"/>
              </a:spcBef>
              <a:spcAft>
                <a:spcPts val="0"/>
              </a:spcAft>
              <a:buSzPts val="1400"/>
              <a:buNone/>
              <a:defRPr/>
            </a:lvl9pPr>
          </a:lstStyle>
          <a:p/>
        </p:txBody>
      </p:sp>
      <p:sp>
        <p:nvSpPr>
          <p:cNvPr id="153" name="Google Shape;153;p22"/>
          <p:cNvSpPr>
            <a:spLocks noGrp="1"/>
          </p:cNvSpPr>
          <p:nvPr>
            <p:ph type="subTitle" idx="2"/>
          </p:nvPr>
        </p:nvSpPr>
        <p:spPr>
          <a:xfrm>
            <a:off x="3099859" y="3946825"/>
            <a:ext cx="3619800" cy="572700"/>
          </a:xfrm>
          <a:prstGeom prst="rect">
            <a:avLst/>
          </a:prstGeom>
          <a:ln>
            <a:noFill/>
          </a:ln>
        </p:spPr>
        <p:txBody>
          <a:bodyPr spcFirstLastPara="1" wrap="square" lIns="91425" tIns="91425" rIns="91425" bIns="91425" anchor="t">
            <a:noAutofit/>
          </a:bodyPr>
          <a:lstStyle>
            <a:lvl1pPr>
              <a:lnSpc>
                <a:spcPct val="115000"/>
              </a:lnSpc>
              <a:spcBef>
                <a:spcPts val="0"/>
              </a:spcBef>
              <a:spcAft>
                <a:spcPts val="0"/>
              </a:spcAft>
              <a:buSzPts val="1400"/>
              <a:buNone/>
              <a:defRPr sz="1400"/>
            </a:lvl1pPr>
            <a:lvl2pPr algn="ctr">
              <a:lnSpc>
                <a:spcPct val="115000"/>
              </a:lnSpc>
              <a:spcBef>
                <a:spcPts val="0"/>
              </a:spcBef>
              <a:spcAft>
                <a:spcPts val="0"/>
              </a:spcAft>
              <a:buSzPts val="1400"/>
              <a:buNone/>
              <a:defRPr/>
            </a:lvl2pPr>
            <a:lvl3pPr algn="ctr">
              <a:lnSpc>
                <a:spcPct val="115000"/>
              </a:lnSpc>
              <a:spcBef>
                <a:spcPts val="0"/>
              </a:spcBef>
              <a:spcAft>
                <a:spcPts val="0"/>
              </a:spcAft>
              <a:buSzPts val="1400"/>
              <a:buNone/>
              <a:defRPr/>
            </a:lvl3pPr>
            <a:lvl4pPr algn="ctr">
              <a:lnSpc>
                <a:spcPct val="115000"/>
              </a:lnSpc>
              <a:spcBef>
                <a:spcPts val="0"/>
              </a:spcBef>
              <a:spcAft>
                <a:spcPts val="0"/>
              </a:spcAft>
              <a:buSzPts val="1400"/>
              <a:buNone/>
              <a:defRPr/>
            </a:lvl4pPr>
            <a:lvl5pPr algn="ctr">
              <a:lnSpc>
                <a:spcPct val="115000"/>
              </a:lnSpc>
              <a:spcBef>
                <a:spcPts val="0"/>
              </a:spcBef>
              <a:spcAft>
                <a:spcPts val="0"/>
              </a:spcAft>
              <a:buSzPts val="1400"/>
              <a:buNone/>
              <a:defRPr/>
            </a:lvl5pPr>
            <a:lvl6pPr algn="ctr">
              <a:lnSpc>
                <a:spcPct val="115000"/>
              </a:lnSpc>
              <a:spcBef>
                <a:spcPts val="0"/>
              </a:spcBef>
              <a:spcAft>
                <a:spcPts val="0"/>
              </a:spcAft>
              <a:buSzPts val="1400"/>
              <a:buNone/>
              <a:defRPr/>
            </a:lvl6pPr>
            <a:lvl7pPr algn="ctr">
              <a:lnSpc>
                <a:spcPct val="115000"/>
              </a:lnSpc>
              <a:spcBef>
                <a:spcPts val="0"/>
              </a:spcBef>
              <a:spcAft>
                <a:spcPts val="0"/>
              </a:spcAft>
              <a:buSzPts val="1400"/>
              <a:buNone/>
              <a:defRPr/>
            </a:lvl7pPr>
            <a:lvl8pPr algn="ctr">
              <a:lnSpc>
                <a:spcPct val="115000"/>
              </a:lnSpc>
              <a:spcBef>
                <a:spcPts val="0"/>
              </a:spcBef>
              <a:spcAft>
                <a:spcPts val="0"/>
              </a:spcAft>
              <a:buSzPts val="1400"/>
              <a:buNone/>
              <a:defRPr/>
            </a:lvl8pPr>
            <a:lvl9pPr algn="ctr">
              <a:lnSpc>
                <a:spcPct val="115000"/>
              </a:lnSpc>
              <a:spcBef>
                <a:spcPts val="0"/>
              </a:spcBef>
              <a:spcAft>
                <a:spcPts val="0"/>
              </a:spcAft>
              <a:buSzPts val="1400"/>
              <a:buNone/>
              <a:defRPr/>
            </a:lvl9pPr>
          </a:lstStyle>
          <a:p/>
        </p:txBody>
      </p:sp>
      <p:sp>
        <p:nvSpPr>
          <p:cNvPr id="154" name="Google Shape;154;p22"/>
          <p:cNvSpPr>
            <a:spLocks noGrp="1"/>
          </p:cNvSpPr>
          <p:nvPr>
            <p:ph type="subTitle" idx="3"/>
          </p:nvPr>
        </p:nvSpPr>
        <p:spPr>
          <a:xfrm>
            <a:off x="3099859" y="2828900"/>
            <a:ext cx="3619800" cy="572700"/>
          </a:xfrm>
          <a:prstGeom prst="rect">
            <a:avLst/>
          </a:prstGeom>
          <a:ln>
            <a:noFill/>
          </a:ln>
        </p:spPr>
        <p:txBody>
          <a:bodyPr spcFirstLastPara="1" wrap="square" lIns="91425" tIns="91425" rIns="91425" bIns="91425" anchor="t">
            <a:noAutofit/>
          </a:bodyPr>
          <a:lstStyle>
            <a:lvl1pPr>
              <a:lnSpc>
                <a:spcPct val="115000"/>
              </a:lnSpc>
              <a:spcBef>
                <a:spcPts val="0"/>
              </a:spcBef>
              <a:spcAft>
                <a:spcPts val="0"/>
              </a:spcAft>
              <a:buSzPts val="1400"/>
              <a:buNone/>
              <a:defRPr sz="1400"/>
            </a:lvl1pPr>
            <a:lvl2pPr algn="ctr">
              <a:lnSpc>
                <a:spcPct val="115000"/>
              </a:lnSpc>
              <a:spcBef>
                <a:spcPts val="0"/>
              </a:spcBef>
              <a:spcAft>
                <a:spcPts val="0"/>
              </a:spcAft>
              <a:buSzPts val="1400"/>
              <a:buNone/>
              <a:defRPr/>
            </a:lvl2pPr>
            <a:lvl3pPr algn="ctr">
              <a:lnSpc>
                <a:spcPct val="115000"/>
              </a:lnSpc>
              <a:spcBef>
                <a:spcPts val="0"/>
              </a:spcBef>
              <a:spcAft>
                <a:spcPts val="0"/>
              </a:spcAft>
              <a:buSzPts val="1400"/>
              <a:buNone/>
              <a:defRPr/>
            </a:lvl3pPr>
            <a:lvl4pPr algn="ctr">
              <a:lnSpc>
                <a:spcPct val="115000"/>
              </a:lnSpc>
              <a:spcBef>
                <a:spcPts val="0"/>
              </a:spcBef>
              <a:spcAft>
                <a:spcPts val="0"/>
              </a:spcAft>
              <a:buSzPts val="1400"/>
              <a:buNone/>
              <a:defRPr/>
            </a:lvl4pPr>
            <a:lvl5pPr algn="ctr">
              <a:lnSpc>
                <a:spcPct val="115000"/>
              </a:lnSpc>
              <a:spcBef>
                <a:spcPts val="0"/>
              </a:spcBef>
              <a:spcAft>
                <a:spcPts val="0"/>
              </a:spcAft>
              <a:buSzPts val="1400"/>
              <a:buNone/>
              <a:defRPr/>
            </a:lvl5pPr>
            <a:lvl6pPr algn="ctr">
              <a:lnSpc>
                <a:spcPct val="115000"/>
              </a:lnSpc>
              <a:spcBef>
                <a:spcPts val="0"/>
              </a:spcBef>
              <a:spcAft>
                <a:spcPts val="0"/>
              </a:spcAft>
              <a:buSzPts val="1400"/>
              <a:buNone/>
              <a:defRPr/>
            </a:lvl6pPr>
            <a:lvl7pPr algn="ctr">
              <a:lnSpc>
                <a:spcPct val="115000"/>
              </a:lnSpc>
              <a:spcBef>
                <a:spcPts val="0"/>
              </a:spcBef>
              <a:spcAft>
                <a:spcPts val="0"/>
              </a:spcAft>
              <a:buSzPts val="1400"/>
              <a:buNone/>
              <a:defRPr/>
            </a:lvl7pPr>
            <a:lvl8pPr algn="ctr">
              <a:lnSpc>
                <a:spcPct val="115000"/>
              </a:lnSpc>
              <a:spcBef>
                <a:spcPts val="0"/>
              </a:spcBef>
              <a:spcAft>
                <a:spcPts val="0"/>
              </a:spcAft>
              <a:buSzPts val="1400"/>
              <a:buNone/>
              <a:defRPr/>
            </a:lvl8pPr>
            <a:lvl9pPr algn="ctr">
              <a:lnSpc>
                <a:spcPct val="115000"/>
              </a:lnSpc>
              <a:spcBef>
                <a:spcPts val="0"/>
              </a:spcBef>
              <a:spcAft>
                <a:spcPts val="0"/>
              </a:spcAft>
              <a:buSzPts val="1400"/>
              <a:buNone/>
              <a:defRPr/>
            </a:lvl9pPr>
          </a:lstStyle>
          <a:p/>
        </p:txBody>
      </p:sp>
      <p:sp>
        <p:nvSpPr>
          <p:cNvPr id="155" name="Google Shape;155;p22"/>
          <p:cNvSpPr>
            <a:spLocks noGrp="1"/>
          </p:cNvSpPr>
          <p:nvPr>
            <p:ph type="subTitle" idx="4"/>
          </p:nvPr>
        </p:nvSpPr>
        <p:spPr>
          <a:xfrm>
            <a:off x="3099859" y="1324575"/>
            <a:ext cx="3619800" cy="523500"/>
          </a:xfrm>
          <a:prstGeom prst="rect">
            <a:avLst/>
          </a:prstGeom>
          <a:ln>
            <a:noFill/>
          </a:ln>
        </p:spPr>
        <p:txBody>
          <a:bodyPr spcFirstLastPara="1" wrap="square" lIns="91425" tIns="91425" rIns="91425" bIns="91425" anchor="b">
            <a:noAutofit/>
          </a:bodyPr>
          <a:lstStyle>
            <a:lvl1pPr>
              <a:lnSpc>
                <a:spcPct val="115000"/>
              </a:lnSpc>
              <a:spcBef>
                <a:spcPts val="0"/>
              </a:spcBef>
              <a:spcAft>
                <a:spcPts val="0"/>
              </a:spcAft>
              <a:buSzPts val="2600"/>
              <a:buFont typeface="DM Sans"/>
              <a:buNone/>
              <a:defRPr sz="2000" b="1">
                <a:latin typeface="Poppins"/>
                <a:ea typeface="Poppins"/>
                <a:cs typeface="Poppins"/>
              </a:defRPr>
            </a:lvl1pPr>
            <a:lvl2pPr algn="ctr">
              <a:lnSpc>
                <a:spcPct val="115000"/>
              </a:lnSpc>
              <a:spcBef>
                <a:spcPts val="0"/>
              </a:spcBef>
              <a:spcAft>
                <a:spcPts val="0"/>
              </a:spcAft>
              <a:buSzPts val="2600"/>
              <a:buFont typeface="DM Sans"/>
              <a:buNone/>
              <a:defRPr sz="2600" b="1">
                <a:latin typeface="DM Sans"/>
                <a:ea typeface="DM Sans"/>
                <a:cs typeface="DM Sans"/>
              </a:defRPr>
            </a:lvl2pPr>
            <a:lvl3pPr algn="ctr">
              <a:lnSpc>
                <a:spcPct val="115000"/>
              </a:lnSpc>
              <a:spcBef>
                <a:spcPts val="0"/>
              </a:spcBef>
              <a:spcAft>
                <a:spcPts val="0"/>
              </a:spcAft>
              <a:buSzPts val="2600"/>
              <a:buFont typeface="DM Sans"/>
              <a:buNone/>
              <a:defRPr sz="2600" b="1">
                <a:latin typeface="DM Sans"/>
                <a:ea typeface="DM Sans"/>
                <a:cs typeface="DM Sans"/>
              </a:defRPr>
            </a:lvl3pPr>
            <a:lvl4pPr algn="ctr">
              <a:lnSpc>
                <a:spcPct val="115000"/>
              </a:lnSpc>
              <a:spcBef>
                <a:spcPts val="0"/>
              </a:spcBef>
              <a:spcAft>
                <a:spcPts val="0"/>
              </a:spcAft>
              <a:buSzPts val="2600"/>
              <a:buFont typeface="DM Sans"/>
              <a:buNone/>
              <a:defRPr sz="2600" b="1">
                <a:latin typeface="DM Sans"/>
                <a:ea typeface="DM Sans"/>
                <a:cs typeface="DM Sans"/>
              </a:defRPr>
            </a:lvl4pPr>
            <a:lvl5pPr algn="ctr">
              <a:lnSpc>
                <a:spcPct val="115000"/>
              </a:lnSpc>
              <a:spcBef>
                <a:spcPts val="0"/>
              </a:spcBef>
              <a:spcAft>
                <a:spcPts val="0"/>
              </a:spcAft>
              <a:buSzPts val="2600"/>
              <a:buFont typeface="DM Sans"/>
              <a:buNone/>
              <a:defRPr sz="2600" b="1">
                <a:latin typeface="DM Sans"/>
                <a:ea typeface="DM Sans"/>
                <a:cs typeface="DM Sans"/>
              </a:defRPr>
            </a:lvl5pPr>
            <a:lvl6pPr algn="ctr">
              <a:lnSpc>
                <a:spcPct val="115000"/>
              </a:lnSpc>
              <a:spcBef>
                <a:spcPts val="0"/>
              </a:spcBef>
              <a:spcAft>
                <a:spcPts val="0"/>
              </a:spcAft>
              <a:buSzPts val="2600"/>
              <a:buFont typeface="DM Sans"/>
              <a:buNone/>
              <a:defRPr sz="2600" b="1">
                <a:latin typeface="DM Sans"/>
                <a:ea typeface="DM Sans"/>
                <a:cs typeface="DM Sans"/>
              </a:defRPr>
            </a:lvl6pPr>
            <a:lvl7pPr algn="ctr">
              <a:lnSpc>
                <a:spcPct val="115000"/>
              </a:lnSpc>
              <a:spcBef>
                <a:spcPts val="0"/>
              </a:spcBef>
              <a:spcAft>
                <a:spcPts val="0"/>
              </a:spcAft>
              <a:buSzPts val="2600"/>
              <a:buFont typeface="DM Sans"/>
              <a:buNone/>
              <a:defRPr sz="2600" b="1">
                <a:latin typeface="DM Sans"/>
                <a:ea typeface="DM Sans"/>
                <a:cs typeface="DM Sans"/>
              </a:defRPr>
            </a:lvl7pPr>
            <a:lvl8pPr algn="ctr">
              <a:lnSpc>
                <a:spcPct val="115000"/>
              </a:lnSpc>
              <a:spcBef>
                <a:spcPts val="0"/>
              </a:spcBef>
              <a:spcAft>
                <a:spcPts val="0"/>
              </a:spcAft>
              <a:buSzPts val="2600"/>
              <a:buFont typeface="DM Sans"/>
              <a:buNone/>
              <a:defRPr sz="2600" b="1">
                <a:latin typeface="DM Sans"/>
                <a:ea typeface="DM Sans"/>
                <a:cs typeface="DM Sans"/>
              </a:defRPr>
            </a:lvl8pPr>
            <a:lvl9pPr algn="ctr">
              <a:lnSpc>
                <a:spcPct val="115000"/>
              </a:lnSpc>
              <a:spcBef>
                <a:spcPts val="0"/>
              </a:spcBef>
              <a:spcAft>
                <a:spcPts val="0"/>
              </a:spcAft>
              <a:buSzPts val="2600"/>
              <a:buFont typeface="DM Sans"/>
              <a:buNone/>
              <a:defRPr sz="2600" b="1">
                <a:latin typeface="DM Sans"/>
                <a:ea typeface="DM Sans"/>
                <a:cs typeface="DM Sans"/>
              </a:defRPr>
            </a:lvl9pPr>
          </a:lstStyle>
          <a:p/>
        </p:txBody>
      </p:sp>
      <p:sp>
        <p:nvSpPr>
          <p:cNvPr id="156" name="Google Shape;156;p22"/>
          <p:cNvSpPr>
            <a:spLocks noGrp="1"/>
          </p:cNvSpPr>
          <p:nvPr>
            <p:ph type="subTitle" idx="5"/>
          </p:nvPr>
        </p:nvSpPr>
        <p:spPr>
          <a:xfrm>
            <a:off x="3099859" y="3560425"/>
            <a:ext cx="3619800" cy="523500"/>
          </a:xfrm>
          <a:prstGeom prst="rect">
            <a:avLst/>
          </a:prstGeom>
          <a:ln>
            <a:noFill/>
          </a:ln>
        </p:spPr>
        <p:txBody>
          <a:bodyPr spcFirstLastPara="1" wrap="square" lIns="91425" tIns="91425" rIns="91425" bIns="91425" anchor="b">
            <a:noAutofit/>
          </a:bodyPr>
          <a:lstStyle>
            <a:lvl1pPr>
              <a:lnSpc>
                <a:spcPct val="115000"/>
              </a:lnSpc>
              <a:spcBef>
                <a:spcPts val="0"/>
              </a:spcBef>
              <a:spcAft>
                <a:spcPts val="0"/>
              </a:spcAft>
              <a:buSzPts val="2600"/>
              <a:buFont typeface="DM Sans"/>
              <a:buNone/>
              <a:defRPr sz="2000" b="1">
                <a:latin typeface="Poppins"/>
                <a:ea typeface="Poppins"/>
                <a:cs typeface="Poppins"/>
              </a:defRPr>
            </a:lvl1pPr>
            <a:lvl2pPr algn="ctr">
              <a:lnSpc>
                <a:spcPct val="115000"/>
              </a:lnSpc>
              <a:spcBef>
                <a:spcPts val="0"/>
              </a:spcBef>
              <a:spcAft>
                <a:spcPts val="0"/>
              </a:spcAft>
              <a:buSzPts val="2600"/>
              <a:buFont typeface="DM Sans"/>
              <a:buNone/>
              <a:defRPr sz="2600" b="1">
                <a:latin typeface="DM Sans"/>
                <a:ea typeface="DM Sans"/>
                <a:cs typeface="DM Sans"/>
              </a:defRPr>
            </a:lvl2pPr>
            <a:lvl3pPr algn="ctr">
              <a:lnSpc>
                <a:spcPct val="115000"/>
              </a:lnSpc>
              <a:spcBef>
                <a:spcPts val="0"/>
              </a:spcBef>
              <a:spcAft>
                <a:spcPts val="0"/>
              </a:spcAft>
              <a:buSzPts val="2600"/>
              <a:buFont typeface="DM Sans"/>
              <a:buNone/>
              <a:defRPr sz="2600" b="1">
                <a:latin typeface="DM Sans"/>
                <a:ea typeface="DM Sans"/>
                <a:cs typeface="DM Sans"/>
              </a:defRPr>
            </a:lvl3pPr>
            <a:lvl4pPr algn="ctr">
              <a:lnSpc>
                <a:spcPct val="115000"/>
              </a:lnSpc>
              <a:spcBef>
                <a:spcPts val="0"/>
              </a:spcBef>
              <a:spcAft>
                <a:spcPts val="0"/>
              </a:spcAft>
              <a:buSzPts val="2600"/>
              <a:buFont typeface="DM Sans"/>
              <a:buNone/>
              <a:defRPr sz="2600" b="1">
                <a:latin typeface="DM Sans"/>
                <a:ea typeface="DM Sans"/>
                <a:cs typeface="DM Sans"/>
              </a:defRPr>
            </a:lvl4pPr>
            <a:lvl5pPr algn="ctr">
              <a:lnSpc>
                <a:spcPct val="115000"/>
              </a:lnSpc>
              <a:spcBef>
                <a:spcPts val="0"/>
              </a:spcBef>
              <a:spcAft>
                <a:spcPts val="0"/>
              </a:spcAft>
              <a:buSzPts val="2600"/>
              <a:buFont typeface="DM Sans"/>
              <a:buNone/>
              <a:defRPr sz="2600" b="1">
                <a:latin typeface="DM Sans"/>
                <a:ea typeface="DM Sans"/>
                <a:cs typeface="DM Sans"/>
              </a:defRPr>
            </a:lvl5pPr>
            <a:lvl6pPr algn="ctr">
              <a:lnSpc>
                <a:spcPct val="115000"/>
              </a:lnSpc>
              <a:spcBef>
                <a:spcPts val="0"/>
              </a:spcBef>
              <a:spcAft>
                <a:spcPts val="0"/>
              </a:spcAft>
              <a:buSzPts val="2600"/>
              <a:buFont typeface="DM Sans"/>
              <a:buNone/>
              <a:defRPr sz="2600" b="1">
                <a:latin typeface="DM Sans"/>
                <a:ea typeface="DM Sans"/>
                <a:cs typeface="DM Sans"/>
              </a:defRPr>
            </a:lvl6pPr>
            <a:lvl7pPr algn="ctr">
              <a:lnSpc>
                <a:spcPct val="115000"/>
              </a:lnSpc>
              <a:spcBef>
                <a:spcPts val="0"/>
              </a:spcBef>
              <a:spcAft>
                <a:spcPts val="0"/>
              </a:spcAft>
              <a:buSzPts val="2600"/>
              <a:buFont typeface="DM Sans"/>
              <a:buNone/>
              <a:defRPr sz="2600" b="1">
                <a:latin typeface="DM Sans"/>
                <a:ea typeface="DM Sans"/>
                <a:cs typeface="DM Sans"/>
              </a:defRPr>
            </a:lvl7pPr>
            <a:lvl8pPr algn="ctr">
              <a:lnSpc>
                <a:spcPct val="115000"/>
              </a:lnSpc>
              <a:spcBef>
                <a:spcPts val="0"/>
              </a:spcBef>
              <a:spcAft>
                <a:spcPts val="0"/>
              </a:spcAft>
              <a:buSzPts val="2600"/>
              <a:buFont typeface="DM Sans"/>
              <a:buNone/>
              <a:defRPr sz="2600" b="1">
                <a:latin typeface="DM Sans"/>
                <a:ea typeface="DM Sans"/>
                <a:cs typeface="DM Sans"/>
              </a:defRPr>
            </a:lvl8pPr>
            <a:lvl9pPr algn="ctr">
              <a:lnSpc>
                <a:spcPct val="115000"/>
              </a:lnSpc>
              <a:spcBef>
                <a:spcPts val="0"/>
              </a:spcBef>
              <a:spcAft>
                <a:spcPts val="0"/>
              </a:spcAft>
              <a:buSzPts val="2600"/>
              <a:buFont typeface="DM Sans"/>
              <a:buNone/>
              <a:defRPr sz="2600" b="1">
                <a:latin typeface="DM Sans"/>
                <a:ea typeface="DM Sans"/>
                <a:cs typeface="DM Sans"/>
              </a:defRPr>
            </a:lvl9pPr>
          </a:lstStyle>
          <a:p/>
        </p:txBody>
      </p:sp>
      <p:sp>
        <p:nvSpPr>
          <p:cNvPr id="157" name="Google Shape;157;p22"/>
          <p:cNvSpPr>
            <a:spLocks noGrp="1"/>
          </p:cNvSpPr>
          <p:nvPr>
            <p:ph type="subTitle" idx="6"/>
          </p:nvPr>
        </p:nvSpPr>
        <p:spPr>
          <a:xfrm>
            <a:off x="3099859" y="2442500"/>
            <a:ext cx="3619800" cy="523500"/>
          </a:xfrm>
          <a:prstGeom prst="rect">
            <a:avLst/>
          </a:prstGeom>
          <a:ln>
            <a:noFill/>
          </a:ln>
        </p:spPr>
        <p:txBody>
          <a:bodyPr spcFirstLastPara="1" wrap="square" lIns="91425" tIns="91425" rIns="91425" bIns="91425" anchor="b">
            <a:noAutofit/>
          </a:bodyPr>
          <a:lstStyle>
            <a:lvl1pPr>
              <a:lnSpc>
                <a:spcPct val="115000"/>
              </a:lnSpc>
              <a:spcBef>
                <a:spcPts val="0"/>
              </a:spcBef>
              <a:spcAft>
                <a:spcPts val="0"/>
              </a:spcAft>
              <a:buSzPts val="2600"/>
              <a:buFont typeface="DM Sans"/>
              <a:buNone/>
              <a:defRPr sz="2000" b="1">
                <a:latin typeface="Poppins"/>
                <a:ea typeface="Poppins"/>
                <a:cs typeface="Poppins"/>
              </a:defRPr>
            </a:lvl1pPr>
            <a:lvl2pPr algn="ctr">
              <a:lnSpc>
                <a:spcPct val="115000"/>
              </a:lnSpc>
              <a:spcBef>
                <a:spcPts val="0"/>
              </a:spcBef>
              <a:spcAft>
                <a:spcPts val="0"/>
              </a:spcAft>
              <a:buSzPts val="2600"/>
              <a:buFont typeface="DM Sans"/>
              <a:buNone/>
              <a:defRPr sz="2600" b="1">
                <a:latin typeface="DM Sans"/>
                <a:ea typeface="DM Sans"/>
                <a:cs typeface="DM Sans"/>
              </a:defRPr>
            </a:lvl2pPr>
            <a:lvl3pPr algn="ctr">
              <a:lnSpc>
                <a:spcPct val="115000"/>
              </a:lnSpc>
              <a:spcBef>
                <a:spcPts val="0"/>
              </a:spcBef>
              <a:spcAft>
                <a:spcPts val="0"/>
              </a:spcAft>
              <a:buSzPts val="2600"/>
              <a:buFont typeface="DM Sans"/>
              <a:buNone/>
              <a:defRPr sz="2600" b="1">
                <a:latin typeface="DM Sans"/>
                <a:ea typeface="DM Sans"/>
                <a:cs typeface="DM Sans"/>
              </a:defRPr>
            </a:lvl3pPr>
            <a:lvl4pPr algn="ctr">
              <a:lnSpc>
                <a:spcPct val="115000"/>
              </a:lnSpc>
              <a:spcBef>
                <a:spcPts val="0"/>
              </a:spcBef>
              <a:spcAft>
                <a:spcPts val="0"/>
              </a:spcAft>
              <a:buSzPts val="2600"/>
              <a:buFont typeface="DM Sans"/>
              <a:buNone/>
              <a:defRPr sz="2600" b="1">
                <a:latin typeface="DM Sans"/>
                <a:ea typeface="DM Sans"/>
                <a:cs typeface="DM Sans"/>
              </a:defRPr>
            </a:lvl4pPr>
            <a:lvl5pPr algn="ctr">
              <a:lnSpc>
                <a:spcPct val="115000"/>
              </a:lnSpc>
              <a:spcBef>
                <a:spcPts val="0"/>
              </a:spcBef>
              <a:spcAft>
                <a:spcPts val="0"/>
              </a:spcAft>
              <a:buSzPts val="2600"/>
              <a:buFont typeface="DM Sans"/>
              <a:buNone/>
              <a:defRPr sz="2600" b="1">
                <a:latin typeface="DM Sans"/>
                <a:ea typeface="DM Sans"/>
                <a:cs typeface="DM Sans"/>
              </a:defRPr>
            </a:lvl5pPr>
            <a:lvl6pPr algn="ctr">
              <a:lnSpc>
                <a:spcPct val="115000"/>
              </a:lnSpc>
              <a:spcBef>
                <a:spcPts val="0"/>
              </a:spcBef>
              <a:spcAft>
                <a:spcPts val="0"/>
              </a:spcAft>
              <a:buSzPts val="2600"/>
              <a:buFont typeface="DM Sans"/>
              <a:buNone/>
              <a:defRPr sz="2600" b="1">
                <a:latin typeface="DM Sans"/>
                <a:ea typeface="DM Sans"/>
                <a:cs typeface="DM Sans"/>
              </a:defRPr>
            </a:lvl6pPr>
            <a:lvl7pPr algn="ctr">
              <a:lnSpc>
                <a:spcPct val="115000"/>
              </a:lnSpc>
              <a:spcBef>
                <a:spcPts val="0"/>
              </a:spcBef>
              <a:spcAft>
                <a:spcPts val="0"/>
              </a:spcAft>
              <a:buSzPts val="2600"/>
              <a:buFont typeface="DM Sans"/>
              <a:buNone/>
              <a:defRPr sz="2600" b="1">
                <a:latin typeface="DM Sans"/>
                <a:ea typeface="DM Sans"/>
                <a:cs typeface="DM Sans"/>
              </a:defRPr>
            </a:lvl7pPr>
            <a:lvl8pPr algn="ctr">
              <a:lnSpc>
                <a:spcPct val="115000"/>
              </a:lnSpc>
              <a:spcBef>
                <a:spcPts val="0"/>
              </a:spcBef>
              <a:spcAft>
                <a:spcPts val="0"/>
              </a:spcAft>
              <a:buSzPts val="2600"/>
              <a:buFont typeface="DM Sans"/>
              <a:buNone/>
              <a:defRPr sz="2600" b="1">
                <a:latin typeface="DM Sans"/>
                <a:ea typeface="DM Sans"/>
                <a:cs typeface="DM Sans"/>
              </a:defRPr>
            </a:lvl8pPr>
            <a:lvl9pPr algn="ctr">
              <a:lnSpc>
                <a:spcPct val="115000"/>
              </a:lnSpc>
              <a:spcBef>
                <a:spcPts val="0"/>
              </a:spcBef>
              <a:spcAft>
                <a:spcPts val="0"/>
              </a:spcAft>
              <a:buSzPts val="2600"/>
              <a:buFont typeface="DM Sans"/>
              <a:buNone/>
              <a:defRPr sz="2600" b="1">
                <a:latin typeface="DM Sans"/>
                <a:ea typeface="DM Sans"/>
                <a:cs typeface="DM Sans"/>
              </a:defRPr>
            </a:lvl9pPr>
          </a:lstStyle>
          <a:p/>
        </p:txBody>
      </p:sp>
      <p:sp>
        <p:nvSpPr>
          <p:cNvPr id="159" name="Google Shape;159;p22"/>
          <p:cNvSpPr>
            <a:spLocks noGrp="1"/>
          </p:cNvSpPr>
          <p:nvPr/>
        </p:nvSpPr>
        <p:spPr>
          <a:xfrm rot="10800000" flipH="1">
            <a:off x="8492050" y="136650"/>
            <a:ext cx="526500" cy="526500"/>
          </a:xfrm>
          <a:prstGeom prst="ellipse">
            <a:avLst/>
          </a:prstGeom>
          <a:solidFill>
            <a:schemeClr val="accent1"/>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61" name="Google Shape;161;p22"/>
          <p:cNvSpPr>
            <a:spLocks noGrp="1"/>
          </p:cNvSpPr>
          <p:nvPr/>
        </p:nvSpPr>
        <p:spPr>
          <a:xfrm rot="10800000" flipH="1">
            <a:off x="-393450" y="2571752"/>
            <a:ext cx="793500" cy="793500"/>
          </a:xfrm>
          <a:prstGeom prst="ellipse">
            <a:avLst/>
          </a:prstGeom>
          <a:solidFill>
            <a:srgbClr val="74CEC4">
              <a:alpha val="6000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62" name="Google Shape;162;p22"/>
          <p:cNvSpPr>
            <a:spLocks noGrp="1"/>
          </p:cNvSpPr>
          <p:nvPr/>
        </p:nvSpPr>
        <p:spPr>
          <a:xfrm rot="10800000">
            <a:off x="49500" y="3560428"/>
            <a:ext cx="1019400" cy="4365000"/>
          </a:xfrm>
          <a:prstGeom prst="roundRect">
            <a:avLst>
              <a:gd name="adj" fmla="val 50000"/>
            </a:avLst>
          </a:prstGeom>
          <a:solidFill>
            <a:schemeClr val="dk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hree columns 1">
  <p:cSld name="CUSTOM_6_1">
    <p:spTree>
      <p:nvGrpSpPr>
        <p:cNvPr id="1" name=""/>
        <p:cNvGrpSpPr/>
        <p:nvPr/>
      </p:nvGrpSpPr>
      <p:grpSpPr/>
      <p:sp>
        <p:nvSpPr>
          <p:cNvPr id="164" name="Google Shape;164;p23"/>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p:txBody>
      </p:sp>
      <p:sp>
        <p:nvSpPr>
          <p:cNvPr id="165" name="Google Shape;165;p23"/>
          <p:cNvSpPr>
            <a:spLocks noGrp="1"/>
          </p:cNvSpPr>
          <p:nvPr>
            <p:ph type="subTitle" idx="1"/>
          </p:nvPr>
        </p:nvSpPr>
        <p:spPr>
          <a:xfrm>
            <a:off x="716625" y="2255698"/>
            <a:ext cx="2439000" cy="1870200"/>
          </a:xfrm>
          <a:prstGeom prst="rect">
            <a:avLst/>
          </a:prstGeom>
          <a:ln>
            <a:noFill/>
          </a:ln>
        </p:spPr>
        <p:txBody>
          <a:bodyPr spcFirstLastPara="1" wrap="square" lIns="91425" tIns="91425" rIns="91425" bIns="91425" anchor="t">
            <a:noAutofit/>
          </a:bodyPr>
          <a:lstStyle>
            <a:lvl1pPr algn="ctr">
              <a:lnSpc>
                <a:spcPct val="115000"/>
              </a:lnSpc>
              <a:spcBef>
                <a:spcPts val="0"/>
              </a:spcBef>
              <a:spcAft>
                <a:spcPts val="0"/>
              </a:spcAft>
              <a:buSzPts val="1400"/>
              <a:buNone/>
              <a:defRPr sz="1400"/>
            </a:lvl1pPr>
            <a:lvl2pPr>
              <a:lnSpc>
                <a:spcPct val="115000"/>
              </a:lnSpc>
              <a:spcBef>
                <a:spcPts val="0"/>
              </a:spcBef>
              <a:spcAft>
                <a:spcPts val="0"/>
              </a:spcAft>
              <a:buSzPts val="1400"/>
              <a:buNone/>
              <a:defRPr/>
            </a:lvl2pPr>
            <a:lvl3pPr>
              <a:lnSpc>
                <a:spcPct val="115000"/>
              </a:lnSpc>
              <a:spcBef>
                <a:spcPts val="0"/>
              </a:spcBef>
              <a:spcAft>
                <a:spcPts val="0"/>
              </a:spcAft>
              <a:buSzPts val="1400"/>
              <a:buNone/>
              <a:defRPr/>
            </a:lvl3pPr>
            <a:lvl4pPr>
              <a:lnSpc>
                <a:spcPct val="115000"/>
              </a:lnSpc>
              <a:spcBef>
                <a:spcPts val="0"/>
              </a:spcBef>
              <a:spcAft>
                <a:spcPts val="0"/>
              </a:spcAft>
              <a:buSzPts val="1400"/>
              <a:buNone/>
              <a:defRPr/>
            </a:lvl4pPr>
            <a:lvl5pPr>
              <a:lnSpc>
                <a:spcPct val="115000"/>
              </a:lnSpc>
              <a:spcBef>
                <a:spcPts val="0"/>
              </a:spcBef>
              <a:spcAft>
                <a:spcPts val="0"/>
              </a:spcAft>
              <a:buSzPts val="1400"/>
              <a:buNone/>
              <a:defRPr/>
            </a:lvl5pPr>
            <a:lvl6pPr>
              <a:lnSpc>
                <a:spcPct val="115000"/>
              </a:lnSpc>
              <a:spcBef>
                <a:spcPts val="0"/>
              </a:spcBef>
              <a:spcAft>
                <a:spcPts val="0"/>
              </a:spcAft>
              <a:buSzPts val="1400"/>
              <a:buNone/>
              <a:defRPr/>
            </a:lvl6pPr>
            <a:lvl7pPr>
              <a:lnSpc>
                <a:spcPct val="115000"/>
              </a:lnSpc>
              <a:spcBef>
                <a:spcPts val="0"/>
              </a:spcBef>
              <a:spcAft>
                <a:spcPts val="0"/>
              </a:spcAft>
              <a:buSzPts val="1400"/>
              <a:buNone/>
              <a:defRPr/>
            </a:lvl7pPr>
            <a:lvl8pPr>
              <a:lnSpc>
                <a:spcPct val="115000"/>
              </a:lnSpc>
              <a:spcBef>
                <a:spcPts val="0"/>
              </a:spcBef>
              <a:spcAft>
                <a:spcPts val="0"/>
              </a:spcAft>
              <a:buSzPts val="1400"/>
              <a:buNone/>
              <a:defRPr/>
            </a:lvl8pPr>
            <a:lvl9pPr>
              <a:lnSpc>
                <a:spcPct val="115000"/>
              </a:lnSpc>
              <a:spcBef>
                <a:spcPts val="0"/>
              </a:spcBef>
              <a:spcAft>
                <a:spcPts val="0"/>
              </a:spcAft>
              <a:buSzPts val="1400"/>
              <a:buNone/>
              <a:defRPr/>
            </a:lvl9pPr>
          </a:lstStyle>
          <a:p/>
        </p:txBody>
      </p:sp>
      <p:sp>
        <p:nvSpPr>
          <p:cNvPr id="166" name="Google Shape;166;p23"/>
          <p:cNvSpPr>
            <a:spLocks noGrp="1"/>
          </p:cNvSpPr>
          <p:nvPr>
            <p:ph type="subTitle" idx="2"/>
          </p:nvPr>
        </p:nvSpPr>
        <p:spPr>
          <a:xfrm>
            <a:off x="3352500" y="2255698"/>
            <a:ext cx="2439000" cy="1870200"/>
          </a:xfrm>
          <a:prstGeom prst="rect">
            <a:avLst/>
          </a:prstGeom>
          <a:ln>
            <a:noFill/>
          </a:ln>
        </p:spPr>
        <p:txBody>
          <a:bodyPr spcFirstLastPara="1" wrap="square" lIns="91425" tIns="91425" rIns="91425" bIns="91425" anchor="t">
            <a:noAutofit/>
          </a:bodyPr>
          <a:lstStyle>
            <a:lvl1pPr algn="ctr">
              <a:lnSpc>
                <a:spcPct val="115000"/>
              </a:lnSpc>
              <a:spcBef>
                <a:spcPts val="0"/>
              </a:spcBef>
              <a:spcAft>
                <a:spcPts val="0"/>
              </a:spcAft>
              <a:buSzPts val="1400"/>
              <a:buNone/>
              <a:defRPr sz="1400"/>
            </a:lvl1pPr>
            <a:lvl2pPr>
              <a:lnSpc>
                <a:spcPct val="115000"/>
              </a:lnSpc>
              <a:spcBef>
                <a:spcPts val="0"/>
              </a:spcBef>
              <a:spcAft>
                <a:spcPts val="0"/>
              </a:spcAft>
              <a:buSzPts val="1400"/>
              <a:buNone/>
              <a:defRPr/>
            </a:lvl2pPr>
            <a:lvl3pPr>
              <a:lnSpc>
                <a:spcPct val="115000"/>
              </a:lnSpc>
              <a:spcBef>
                <a:spcPts val="0"/>
              </a:spcBef>
              <a:spcAft>
                <a:spcPts val="0"/>
              </a:spcAft>
              <a:buSzPts val="1400"/>
              <a:buNone/>
              <a:defRPr/>
            </a:lvl3pPr>
            <a:lvl4pPr>
              <a:lnSpc>
                <a:spcPct val="115000"/>
              </a:lnSpc>
              <a:spcBef>
                <a:spcPts val="0"/>
              </a:spcBef>
              <a:spcAft>
                <a:spcPts val="0"/>
              </a:spcAft>
              <a:buSzPts val="1400"/>
              <a:buNone/>
              <a:defRPr/>
            </a:lvl4pPr>
            <a:lvl5pPr>
              <a:lnSpc>
                <a:spcPct val="115000"/>
              </a:lnSpc>
              <a:spcBef>
                <a:spcPts val="0"/>
              </a:spcBef>
              <a:spcAft>
                <a:spcPts val="0"/>
              </a:spcAft>
              <a:buSzPts val="1400"/>
              <a:buNone/>
              <a:defRPr/>
            </a:lvl5pPr>
            <a:lvl6pPr>
              <a:lnSpc>
                <a:spcPct val="115000"/>
              </a:lnSpc>
              <a:spcBef>
                <a:spcPts val="0"/>
              </a:spcBef>
              <a:spcAft>
                <a:spcPts val="0"/>
              </a:spcAft>
              <a:buSzPts val="1400"/>
              <a:buNone/>
              <a:defRPr/>
            </a:lvl6pPr>
            <a:lvl7pPr>
              <a:lnSpc>
                <a:spcPct val="115000"/>
              </a:lnSpc>
              <a:spcBef>
                <a:spcPts val="0"/>
              </a:spcBef>
              <a:spcAft>
                <a:spcPts val="0"/>
              </a:spcAft>
              <a:buSzPts val="1400"/>
              <a:buNone/>
              <a:defRPr/>
            </a:lvl7pPr>
            <a:lvl8pPr>
              <a:lnSpc>
                <a:spcPct val="115000"/>
              </a:lnSpc>
              <a:spcBef>
                <a:spcPts val="0"/>
              </a:spcBef>
              <a:spcAft>
                <a:spcPts val="0"/>
              </a:spcAft>
              <a:buSzPts val="1400"/>
              <a:buNone/>
              <a:defRPr/>
            </a:lvl8pPr>
            <a:lvl9pPr>
              <a:lnSpc>
                <a:spcPct val="115000"/>
              </a:lnSpc>
              <a:spcBef>
                <a:spcPts val="0"/>
              </a:spcBef>
              <a:spcAft>
                <a:spcPts val="0"/>
              </a:spcAft>
              <a:buSzPts val="1400"/>
              <a:buNone/>
              <a:defRPr/>
            </a:lvl9pPr>
          </a:lstStyle>
          <a:p/>
        </p:txBody>
      </p:sp>
      <p:sp>
        <p:nvSpPr>
          <p:cNvPr id="167" name="Google Shape;167;p23"/>
          <p:cNvSpPr>
            <a:spLocks noGrp="1"/>
          </p:cNvSpPr>
          <p:nvPr>
            <p:ph type="subTitle" idx="3"/>
          </p:nvPr>
        </p:nvSpPr>
        <p:spPr>
          <a:xfrm>
            <a:off x="5988375" y="2255698"/>
            <a:ext cx="2439000" cy="1870200"/>
          </a:xfrm>
          <a:prstGeom prst="rect">
            <a:avLst/>
          </a:prstGeom>
          <a:ln>
            <a:noFill/>
          </a:ln>
        </p:spPr>
        <p:txBody>
          <a:bodyPr spcFirstLastPara="1" wrap="square" lIns="91425" tIns="91425" rIns="91425" bIns="91425" anchor="t">
            <a:noAutofit/>
          </a:bodyPr>
          <a:lstStyle>
            <a:lvl1pPr algn="ctr">
              <a:lnSpc>
                <a:spcPct val="115000"/>
              </a:lnSpc>
              <a:spcBef>
                <a:spcPts val="0"/>
              </a:spcBef>
              <a:spcAft>
                <a:spcPts val="0"/>
              </a:spcAft>
              <a:buSzPts val="1400"/>
              <a:buNone/>
              <a:defRPr sz="1400"/>
            </a:lvl1pPr>
            <a:lvl2pPr>
              <a:lnSpc>
                <a:spcPct val="115000"/>
              </a:lnSpc>
              <a:spcBef>
                <a:spcPts val="0"/>
              </a:spcBef>
              <a:spcAft>
                <a:spcPts val="0"/>
              </a:spcAft>
              <a:buSzPts val="1400"/>
              <a:buNone/>
              <a:defRPr/>
            </a:lvl2pPr>
            <a:lvl3pPr>
              <a:lnSpc>
                <a:spcPct val="115000"/>
              </a:lnSpc>
              <a:spcBef>
                <a:spcPts val="0"/>
              </a:spcBef>
              <a:spcAft>
                <a:spcPts val="0"/>
              </a:spcAft>
              <a:buSzPts val="1400"/>
              <a:buNone/>
              <a:defRPr/>
            </a:lvl3pPr>
            <a:lvl4pPr>
              <a:lnSpc>
                <a:spcPct val="115000"/>
              </a:lnSpc>
              <a:spcBef>
                <a:spcPts val="0"/>
              </a:spcBef>
              <a:spcAft>
                <a:spcPts val="0"/>
              </a:spcAft>
              <a:buSzPts val="1400"/>
              <a:buNone/>
              <a:defRPr/>
            </a:lvl4pPr>
            <a:lvl5pPr>
              <a:lnSpc>
                <a:spcPct val="115000"/>
              </a:lnSpc>
              <a:spcBef>
                <a:spcPts val="0"/>
              </a:spcBef>
              <a:spcAft>
                <a:spcPts val="0"/>
              </a:spcAft>
              <a:buSzPts val="1400"/>
              <a:buNone/>
              <a:defRPr/>
            </a:lvl5pPr>
            <a:lvl6pPr>
              <a:lnSpc>
                <a:spcPct val="115000"/>
              </a:lnSpc>
              <a:spcBef>
                <a:spcPts val="0"/>
              </a:spcBef>
              <a:spcAft>
                <a:spcPts val="0"/>
              </a:spcAft>
              <a:buSzPts val="1400"/>
              <a:buNone/>
              <a:defRPr/>
            </a:lvl6pPr>
            <a:lvl7pPr>
              <a:lnSpc>
                <a:spcPct val="115000"/>
              </a:lnSpc>
              <a:spcBef>
                <a:spcPts val="0"/>
              </a:spcBef>
              <a:spcAft>
                <a:spcPts val="0"/>
              </a:spcAft>
              <a:buSzPts val="1400"/>
              <a:buNone/>
              <a:defRPr/>
            </a:lvl7pPr>
            <a:lvl8pPr>
              <a:lnSpc>
                <a:spcPct val="115000"/>
              </a:lnSpc>
              <a:spcBef>
                <a:spcPts val="0"/>
              </a:spcBef>
              <a:spcAft>
                <a:spcPts val="0"/>
              </a:spcAft>
              <a:buSzPts val="1400"/>
              <a:buNone/>
              <a:defRPr/>
            </a:lvl8pPr>
            <a:lvl9pPr>
              <a:lnSpc>
                <a:spcPct val="115000"/>
              </a:lnSpc>
              <a:spcBef>
                <a:spcPts val="0"/>
              </a:spcBef>
              <a:spcAft>
                <a:spcPts val="0"/>
              </a:spcAft>
              <a:buSzPts val="1400"/>
              <a:buNone/>
              <a:defRPr/>
            </a:lvl9pPr>
          </a:lstStyle>
          <a:p/>
        </p:txBody>
      </p:sp>
      <p:sp>
        <p:nvSpPr>
          <p:cNvPr id="168" name="Google Shape;168;p23"/>
          <p:cNvSpPr>
            <a:spLocks noGrp="1"/>
          </p:cNvSpPr>
          <p:nvPr>
            <p:ph type="subTitle" idx="4"/>
          </p:nvPr>
        </p:nvSpPr>
        <p:spPr>
          <a:xfrm>
            <a:off x="716625" y="1480225"/>
            <a:ext cx="2439000" cy="860400"/>
          </a:xfrm>
          <a:prstGeom prst="rect">
            <a:avLst/>
          </a:prstGeom>
          <a:ln>
            <a:noFill/>
          </a:ln>
        </p:spPr>
        <p:txBody>
          <a:bodyPr spcFirstLastPara="1" wrap="square" lIns="91425" tIns="91425" rIns="91425" bIns="91425" anchor="b">
            <a:noAutofit/>
          </a:bodyPr>
          <a:lstStyle>
            <a:lvl1pPr algn="ctr">
              <a:lnSpc>
                <a:spcPct val="115000"/>
              </a:lnSpc>
              <a:spcBef>
                <a:spcPts val="0"/>
              </a:spcBef>
              <a:spcAft>
                <a:spcPts val="0"/>
              </a:spcAft>
              <a:buSzPts val="2400"/>
              <a:buFont typeface="DM Sans"/>
              <a:buNone/>
              <a:defRPr sz="2000" b="1">
                <a:latin typeface="Poppins"/>
                <a:ea typeface="Poppins"/>
                <a:cs typeface="Poppins"/>
              </a:defRPr>
            </a:lvl1pPr>
            <a:lvl2pPr>
              <a:lnSpc>
                <a:spcPct val="115000"/>
              </a:lnSpc>
              <a:spcBef>
                <a:spcPts val="0"/>
              </a:spcBef>
              <a:spcAft>
                <a:spcPts val="0"/>
              </a:spcAft>
              <a:buSzPts val="2400"/>
              <a:buFont typeface="DM Sans"/>
              <a:buNone/>
              <a:defRPr sz="2400" b="1">
                <a:latin typeface="DM Sans"/>
                <a:ea typeface="DM Sans"/>
                <a:cs typeface="DM Sans"/>
              </a:defRPr>
            </a:lvl2pPr>
            <a:lvl3pPr>
              <a:lnSpc>
                <a:spcPct val="115000"/>
              </a:lnSpc>
              <a:spcBef>
                <a:spcPts val="0"/>
              </a:spcBef>
              <a:spcAft>
                <a:spcPts val="0"/>
              </a:spcAft>
              <a:buSzPts val="2400"/>
              <a:buFont typeface="DM Sans"/>
              <a:buNone/>
              <a:defRPr sz="2400" b="1">
                <a:latin typeface="DM Sans"/>
                <a:ea typeface="DM Sans"/>
                <a:cs typeface="DM Sans"/>
              </a:defRPr>
            </a:lvl3pPr>
            <a:lvl4pPr>
              <a:lnSpc>
                <a:spcPct val="115000"/>
              </a:lnSpc>
              <a:spcBef>
                <a:spcPts val="0"/>
              </a:spcBef>
              <a:spcAft>
                <a:spcPts val="0"/>
              </a:spcAft>
              <a:buSzPts val="2400"/>
              <a:buFont typeface="DM Sans"/>
              <a:buNone/>
              <a:defRPr sz="2400" b="1">
                <a:latin typeface="DM Sans"/>
                <a:ea typeface="DM Sans"/>
                <a:cs typeface="DM Sans"/>
              </a:defRPr>
            </a:lvl4pPr>
            <a:lvl5pPr>
              <a:lnSpc>
                <a:spcPct val="115000"/>
              </a:lnSpc>
              <a:spcBef>
                <a:spcPts val="0"/>
              </a:spcBef>
              <a:spcAft>
                <a:spcPts val="0"/>
              </a:spcAft>
              <a:buSzPts val="2400"/>
              <a:buFont typeface="DM Sans"/>
              <a:buNone/>
              <a:defRPr sz="2400" b="1">
                <a:latin typeface="DM Sans"/>
                <a:ea typeface="DM Sans"/>
                <a:cs typeface="DM Sans"/>
              </a:defRPr>
            </a:lvl5pPr>
            <a:lvl6pPr>
              <a:lnSpc>
                <a:spcPct val="115000"/>
              </a:lnSpc>
              <a:spcBef>
                <a:spcPts val="0"/>
              </a:spcBef>
              <a:spcAft>
                <a:spcPts val="0"/>
              </a:spcAft>
              <a:buSzPts val="2400"/>
              <a:buFont typeface="DM Sans"/>
              <a:buNone/>
              <a:defRPr sz="2400" b="1">
                <a:latin typeface="DM Sans"/>
                <a:ea typeface="DM Sans"/>
                <a:cs typeface="DM Sans"/>
              </a:defRPr>
            </a:lvl6pPr>
            <a:lvl7pPr>
              <a:lnSpc>
                <a:spcPct val="115000"/>
              </a:lnSpc>
              <a:spcBef>
                <a:spcPts val="0"/>
              </a:spcBef>
              <a:spcAft>
                <a:spcPts val="0"/>
              </a:spcAft>
              <a:buSzPts val="2400"/>
              <a:buFont typeface="DM Sans"/>
              <a:buNone/>
              <a:defRPr sz="2400" b="1">
                <a:latin typeface="DM Sans"/>
                <a:ea typeface="DM Sans"/>
                <a:cs typeface="DM Sans"/>
              </a:defRPr>
            </a:lvl7pPr>
            <a:lvl8pPr>
              <a:lnSpc>
                <a:spcPct val="115000"/>
              </a:lnSpc>
              <a:spcBef>
                <a:spcPts val="0"/>
              </a:spcBef>
              <a:spcAft>
                <a:spcPts val="0"/>
              </a:spcAft>
              <a:buSzPts val="2400"/>
              <a:buFont typeface="DM Sans"/>
              <a:buNone/>
              <a:defRPr sz="2400" b="1">
                <a:latin typeface="DM Sans"/>
                <a:ea typeface="DM Sans"/>
                <a:cs typeface="DM Sans"/>
              </a:defRPr>
            </a:lvl8pPr>
            <a:lvl9pPr>
              <a:lnSpc>
                <a:spcPct val="115000"/>
              </a:lnSpc>
              <a:spcBef>
                <a:spcPts val="0"/>
              </a:spcBef>
              <a:spcAft>
                <a:spcPts val="0"/>
              </a:spcAft>
              <a:buSzPts val="2400"/>
              <a:buFont typeface="DM Sans"/>
              <a:buNone/>
              <a:defRPr sz="2400" b="1">
                <a:latin typeface="DM Sans"/>
                <a:ea typeface="DM Sans"/>
                <a:cs typeface="DM Sans"/>
              </a:defRPr>
            </a:lvl9pPr>
          </a:lstStyle>
          <a:p/>
        </p:txBody>
      </p:sp>
      <p:sp>
        <p:nvSpPr>
          <p:cNvPr id="169" name="Google Shape;169;p23"/>
          <p:cNvSpPr>
            <a:spLocks noGrp="1"/>
          </p:cNvSpPr>
          <p:nvPr>
            <p:ph type="subTitle" idx="5"/>
          </p:nvPr>
        </p:nvSpPr>
        <p:spPr>
          <a:xfrm>
            <a:off x="3352500" y="1480225"/>
            <a:ext cx="2439000" cy="860400"/>
          </a:xfrm>
          <a:prstGeom prst="rect">
            <a:avLst/>
          </a:prstGeom>
          <a:ln>
            <a:noFill/>
          </a:ln>
        </p:spPr>
        <p:txBody>
          <a:bodyPr spcFirstLastPara="1" wrap="square" lIns="91425" tIns="91425" rIns="91425" bIns="91425" anchor="b">
            <a:noAutofit/>
          </a:bodyPr>
          <a:lstStyle>
            <a:lvl1pPr algn="ctr">
              <a:lnSpc>
                <a:spcPct val="115000"/>
              </a:lnSpc>
              <a:spcBef>
                <a:spcPts val="0"/>
              </a:spcBef>
              <a:spcAft>
                <a:spcPts val="0"/>
              </a:spcAft>
              <a:buSzPts val="2400"/>
              <a:buFont typeface="DM Sans"/>
              <a:buNone/>
              <a:defRPr sz="2000" b="1">
                <a:latin typeface="Poppins"/>
                <a:ea typeface="Poppins"/>
                <a:cs typeface="Poppins"/>
              </a:defRPr>
            </a:lvl1pPr>
            <a:lvl2pPr>
              <a:lnSpc>
                <a:spcPct val="115000"/>
              </a:lnSpc>
              <a:spcBef>
                <a:spcPts val="0"/>
              </a:spcBef>
              <a:spcAft>
                <a:spcPts val="0"/>
              </a:spcAft>
              <a:buSzPts val="2400"/>
              <a:buFont typeface="DM Sans"/>
              <a:buNone/>
              <a:defRPr sz="2400" b="1">
                <a:latin typeface="DM Sans"/>
                <a:ea typeface="DM Sans"/>
                <a:cs typeface="DM Sans"/>
              </a:defRPr>
            </a:lvl2pPr>
            <a:lvl3pPr>
              <a:lnSpc>
                <a:spcPct val="115000"/>
              </a:lnSpc>
              <a:spcBef>
                <a:spcPts val="0"/>
              </a:spcBef>
              <a:spcAft>
                <a:spcPts val="0"/>
              </a:spcAft>
              <a:buSzPts val="2400"/>
              <a:buFont typeface="DM Sans"/>
              <a:buNone/>
              <a:defRPr sz="2400" b="1">
                <a:latin typeface="DM Sans"/>
                <a:ea typeface="DM Sans"/>
                <a:cs typeface="DM Sans"/>
              </a:defRPr>
            </a:lvl3pPr>
            <a:lvl4pPr>
              <a:lnSpc>
                <a:spcPct val="115000"/>
              </a:lnSpc>
              <a:spcBef>
                <a:spcPts val="0"/>
              </a:spcBef>
              <a:spcAft>
                <a:spcPts val="0"/>
              </a:spcAft>
              <a:buSzPts val="2400"/>
              <a:buFont typeface="DM Sans"/>
              <a:buNone/>
              <a:defRPr sz="2400" b="1">
                <a:latin typeface="DM Sans"/>
                <a:ea typeface="DM Sans"/>
                <a:cs typeface="DM Sans"/>
              </a:defRPr>
            </a:lvl4pPr>
            <a:lvl5pPr>
              <a:lnSpc>
                <a:spcPct val="115000"/>
              </a:lnSpc>
              <a:spcBef>
                <a:spcPts val="0"/>
              </a:spcBef>
              <a:spcAft>
                <a:spcPts val="0"/>
              </a:spcAft>
              <a:buSzPts val="2400"/>
              <a:buFont typeface="DM Sans"/>
              <a:buNone/>
              <a:defRPr sz="2400" b="1">
                <a:latin typeface="DM Sans"/>
                <a:ea typeface="DM Sans"/>
                <a:cs typeface="DM Sans"/>
              </a:defRPr>
            </a:lvl5pPr>
            <a:lvl6pPr>
              <a:lnSpc>
                <a:spcPct val="115000"/>
              </a:lnSpc>
              <a:spcBef>
                <a:spcPts val="0"/>
              </a:spcBef>
              <a:spcAft>
                <a:spcPts val="0"/>
              </a:spcAft>
              <a:buSzPts val="2400"/>
              <a:buFont typeface="DM Sans"/>
              <a:buNone/>
              <a:defRPr sz="2400" b="1">
                <a:latin typeface="DM Sans"/>
                <a:ea typeface="DM Sans"/>
                <a:cs typeface="DM Sans"/>
              </a:defRPr>
            </a:lvl6pPr>
            <a:lvl7pPr>
              <a:lnSpc>
                <a:spcPct val="115000"/>
              </a:lnSpc>
              <a:spcBef>
                <a:spcPts val="0"/>
              </a:spcBef>
              <a:spcAft>
                <a:spcPts val="0"/>
              </a:spcAft>
              <a:buSzPts val="2400"/>
              <a:buFont typeface="DM Sans"/>
              <a:buNone/>
              <a:defRPr sz="2400" b="1">
                <a:latin typeface="DM Sans"/>
                <a:ea typeface="DM Sans"/>
                <a:cs typeface="DM Sans"/>
              </a:defRPr>
            </a:lvl7pPr>
            <a:lvl8pPr>
              <a:lnSpc>
                <a:spcPct val="115000"/>
              </a:lnSpc>
              <a:spcBef>
                <a:spcPts val="0"/>
              </a:spcBef>
              <a:spcAft>
                <a:spcPts val="0"/>
              </a:spcAft>
              <a:buSzPts val="2400"/>
              <a:buFont typeface="DM Sans"/>
              <a:buNone/>
              <a:defRPr sz="2400" b="1">
                <a:latin typeface="DM Sans"/>
                <a:ea typeface="DM Sans"/>
                <a:cs typeface="DM Sans"/>
              </a:defRPr>
            </a:lvl8pPr>
            <a:lvl9pPr>
              <a:lnSpc>
                <a:spcPct val="115000"/>
              </a:lnSpc>
              <a:spcBef>
                <a:spcPts val="0"/>
              </a:spcBef>
              <a:spcAft>
                <a:spcPts val="0"/>
              </a:spcAft>
              <a:buSzPts val="2400"/>
              <a:buFont typeface="DM Sans"/>
              <a:buNone/>
              <a:defRPr sz="2400" b="1">
                <a:latin typeface="DM Sans"/>
                <a:ea typeface="DM Sans"/>
                <a:cs typeface="DM Sans"/>
              </a:defRPr>
            </a:lvl9pPr>
          </a:lstStyle>
          <a:p/>
        </p:txBody>
      </p:sp>
      <p:sp>
        <p:nvSpPr>
          <p:cNvPr id="170" name="Google Shape;170;p23"/>
          <p:cNvSpPr>
            <a:spLocks noGrp="1"/>
          </p:cNvSpPr>
          <p:nvPr>
            <p:ph type="subTitle" idx="6"/>
          </p:nvPr>
        </p:nvSpPr>
        <p:spPr>
          <a:xfrm>
            <a:off x="5988375" y="1480225"/>
            <a:ext cx="2439000" cy="860400"/>
          </a:xfrm>
          <a:prstGeom prst="rect">
            <a:avLst/>
          </a:prstGeom>
          <a:ln>
            <a:noFill/>
          </a:ln>
        </p:spPr>
        <p:txBody>
          <a:bodyPr spcFirstLastPara="1" wrap="square" lIns="91425" tIns="91425" rIns="91425" bIns="91425" anchor="b">
            <a:noAutofit/>
          </a:bodyPr>
          <a:lstStyle>
            <a:lvl1pPr algn="ctr">
              <a:lnSpc>
                <a:spcPct val="115000"/>
              </a:lnSpc>
              <a:spcBef>
                <a:spcPts val="0"/>
              </a:spcBef>
              <a:spcAft>
                <a:spcPts val="0"/>
              </a:spcAft>
              <a:buSzPts val="2400"/>
              <a:buFont typeface="DM Sans"/>
              <a:buNone/>
              <a:defRPr sz="2000" b="1">
                <a:latin typeface="Poppins"/>
                <a:ea typeface="Poppins"/>
                <a:cs typeface="Poppins"/>
              </a:defRPr>
            </a:lvl1pPr>
            <a:lvl2pPr>
              <a:lnSpc>
                <a:spcPct val="115000"/>
              </a:lnSpc>
              <a:spcBef>
                <a:spcPts val="0"/>
              </a:spcBef>
              <a:spcAft>
                <a:spcPts val="0"/>
              </a:spcAft>
              <a:buSzPts val="2400"/>
              <a:buFont typeface="DM Sans"/>
              <a:buNone/>
              <a:defRPr sz="2400" b="1">
                <a:latin typeface="DM Sans"/>
                <a:ea typeface="DM Sans"/>
                <a:cs typeface="DM Sans"/>
              </a:defRPr>
            </a:lvl2pPr>
            <a:lvl3pPr>
              <a:lnSpc>
                <a:spcPct val="115000"/>
              </a:lnSpc>
              <a:spcBef>
                <a:spcPts val="0"/>
              </a:spcBef>
              <a:spcAft>
                <a:spcPts val="0"/>
              </a:spcAft>
              <a:buSzPts val="2400"/>
              <a:buFont typeface="DM Sans"/>
              <a:buNone/>
              <a:defRPr sz="2400" b="1">
                <a:latin typeface="DM Sans"/>
                <a:ea typeface="DM Sans"/>
                <a:cs typeface="DM Sans"/>
              </a:defRPr>
            </a:lvl3pPr>
            <a:lvl4pPr>
              <a:lnSpc>
                <a:spcPct val="115000"/>
              </a:lnSpc>
              <a:spcBef>
                <a:spcPts val="0"/>
              </a:spcBef>
              <a:spcAft>
                <a:spcPts val="0"/>
              </a:spcAft>
              <a:buSzPts val="2400"/>
              <a:buFont typeface="DM Sans"/>
              <a:buNone/>
              <a:defRPr sz="2400" b="1">
                <a:latin typeface="DM Sans"/>
                <a:ea typeface="DM Sans"/>
                <a:cs typeface="DM Sans"/>
              </a:defRPr>
            </a:lvl4pPr>
            <a:lvl5pPr>
              <a:lnSpc>
                <a:spcPct val="115000"/>
              </a:lnSpc>
              <a:spcBef>
                <a:spcPts val="0"/>
              </a:spcBef>
              <a:spcAft>
                <a:spcPts val="0"/>
              </a:spcAft>
              <a:buSzPts val="2400"/>
              <a:buFont typeface="DM Sans"/>
              <a:buNone/>
              <a:defRPr sz="2400" b="1">
                <a:latin typeface="DM Sans"/>
                <a:ea typeface="DM Sans"/>
                <a:cs typeface="DM Sans"/>
              </a:defRPr>
            </a:lvl5pPr>
            <a:lvl6pPr>
              <a:lnSpc>
                <a:spcPct val="115000"/>
              </a:lnSpc>
              <a:spcBef>
                <a:spcPts val="0"/>
              </a:spcBef>
              <a:spcAft>
                <a:spcPts val="0"/>
              </a:spcAft>
              <a:buSzPts val="2400"/>
              <a:buFont typeface="DM Sans"/>
              <a:buNone/>
              <a:defRPr sz="2400" b="1">
                <a:latin typeface="DM Sans"/>
                <a:ea typeface="DM Sans"/>
                <a:cs typeface="DM Sans"/>
              </a:defRPr>
            </a:lvl6pPr>
            <a:lvl7pPr>
              <a:lnSpc>
                <a:spcPct val="115000"/>
              </a:lnSpc>
              <a:spcBef>
                <a:spcPts val="0"/>
              </a:spcBef>
              <a:spcAft>
                <a:spcPts val="0"/>
              </a:spcAft>
              <a:buSzPts val="2400"/>
              <a:buFont typeface="DM Sans"/>
              <a:buNone/>
              <a:defRPr sz="2400" b="1">
                <a:latin typeface="DM Sans"/>
                <a:ea typeface="DM Sans"/>
                <a:cs typeface="DM Sans"/>
              </a:defRPr>
            </a:lvl7pPr>
            <a:lvl8pPr>
              <a:lnSpc>
                <a:spcPct val="115000"/>
              </a:lnSpc>
              <a:spcBef>
                <a:spcPts val="0"/>
              </a:spcBef>
              <a:spcAft>
                <a:spcPts val="0"/>
              </a:spcAft>
              <a:buSzPts val="2400"/>
              <a:buFont typeface="DM Sans"/>
              <a:buNone/>
              <a:defRPr sz="2400" b="1">
                <a:latin typeface="DM Sans"/>
                <a:ea typeface="DM Sans"/>
                <a:cs typeface="DM Sans"/>
              </a:defRPr>
            </a:lvl8pPr>
            <a:lvl9pPr>
              <a:lnSpc>
                <a:spcPct val="115000"/>
              </a:lnSpc>
              <a:spcBef>
                <a:spcPts val="0"/>
              </a:spcBef>
              <a:spcAft>
                <a:spcPts val="0"/>
              </a:spcAft>
              <a:buSzPts val="2400"/>
              <a:buFont typeface="DM Sans"/>
              <a:buNone/>
              <a:defRPr sz="2400" b="1">
                <a:latin typeface="DM Sans"/>
                <a:ea typeface="DM Sans"/>
                <a:cs typeface="DM Sans"/>
              </a:defRPr>
            </a:lvl9pPr>
          </a:lstStyle>
          <a:p/>
        </p:txBody>
      </p:sp>
      <p:sp>
        <p:nvSpPr>
          <p:cNvPr id="172" name="Google Shape;172;p23"/>
          <p:cNvSpPr>
            <a:spLocks noGrp="1"/>
          </p:cNvSpPr>
          <p:nvPr/>
        </p:nvSpPr>
        <p:spPr>
          <a:xfrm>
            <a:off x="-928775" y="-93025"/>
            <a:ext cx="1648800" cy="1648800"/>
          </a:xfrm>
          <a:prstGeom prst="ellipse">
            <a:avLst/>
          </a:prstGeom>
          <a:solidFill>
            <a:srgbClr val="74CEC4">
              <a:alpha val="6000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74" name="Google Shape;174;p23"/>
          <p:cNvSpPr>
            <a:spLocks noGrp="1"/>
          </p:cNvSpPr>
          <p:nvPr/>
        </p:nvSpPr>
        <p:spPr>
          <a:xfrm>
            <a:off x="8609250" y="4173728"/>
            <a:ext cx="339600" cy="339600"/>
          </a:xfrm>
          <a:prstGeom prst="ellipse">
            <a:avLst/>
          </a:prstGeom>
          <a:solidFill>
            <a:srgbClr val="F2557A">
              <a:alpha val="7625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75" name="Google Shape;175;p23"/>
          <p:cNvSpPr>
            <a:spLocks noGrp="1"/>
          </p:cNvSpPr>
          <p:nvPr/>
        </p:nvSpPr>
        <p:spPr>
          <a:xfrm>
            <a:off x="8424000" y="4608572"/>
            <a:ext cx="710100" cy="2089500"/>
          </a:xfrm>
          <a:prstGeom prst="roundRect">
            <a:avLst>
              <a:gd name="adj" fmla="val 50000"/>
            </a:avLst>
          </a:prstGeom>
          <a:solidFill>
            <a:schemeClr val="accent1"/>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hree columns 2">
  <p:cSld name="CUSTOM_6_1_1">
    <p:spTree>
      <p:nvGrpSpPr>
        <p:cNvPr id="1" name=""/>
        <p:cNvGrpSpPr/>
        <p:nvPr/>
      </p:nvGrpSpPr>
      <p:grpSpPr/>
      <p:sp>
        <p:nvSpPr>
          <p:cNvPr id="177" name="Google Shape;177;p24"/>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p:txBody>
      </p:sp>
      <p:sp>
        <p:nvSpPr>
          <p:cNvPr id="178" name="Google Shape;178;p24"/>
          <p:cNvSpPr>
            <a:spLocks noGrp="1"/>
          </p:cNvSpPr>
          <p:nvPr>
            <p:ph type="subTitle" idx="1"/>
          </p:nvPr>
        </p:nvSpPr>
        <p:spPr>
          <a:xfrm>
            <a:off x="720000" y="1781139"/>
            <a:ext cx="3851700" cy="1203900"/>
          </a:xfrm>
          <a:prstGeom prst="rect">
            <a:avLst/>
          </a:prstGeom>
        </p:spPr>
        <p:txBody>
          <a:bodyPr spcFirstLastPara="1" wrap="square" lIns="91425" tIns="91425" rIns="91425" bIns="91425" anchor="t">
            <a:noAutofit/>
          </a:bodyPr>
          <a:lstStyle>
            <a:lvl1pPr algn="ctr">
              <a:lnSpc>
                <a:spcPct val="115000"/>
              </a:lnSpc>
              <a:spcBef>
                <a:spcPts val="0"/>
              </a:spcBef>
              <a:spcAft>
                <a:spcPts val="0"/>
              </a:spcAft>
              <a:buSzPts val="1400"/>
              <a:buNone/>
              <a:defRPr sz="1400"/>
            </a:lvl1pPr>
            <a:lvl2pPr>
              <a:lnSpc>
                <a:spcPct val="115000"/>
              </a:lnSpc>
              <a:spcBef>
                <a:spcPts val="0"/>
              </a:spcBef>
              <a:spcAft>
                <a:spcPts val="0"/>
              </a:spcAft>
              <a:buSzPts val="1400"/>
              <a:buNone/>
              <a:defRPr/>
            </a:lvl2pPr>
            <a:lvl3pPr>
              <a:lnSpc>
                <a:spcPct val="115000"/>
              </a:lnSpc>
              <a:spcBef>
                <a:spcPts val="0"/>
              </a:spcBef>
              <a:spcAft>
                <a:spcPts val="0"/>
              </a:spcAft>
              <a:buSzPts val="1400"/>
              <a:buNone/>
              <a:defRPr/>
            </a:lvl3pPr>
            <a:lvl4pPr>
              <a:lnSpc>
                <a:spcPct val="115000"/>
              </a:lnSpc>
              <a:spcBef>
                <a:spcPts val="0"/>
              </a:spcBef>
              <a:spcAft>
                <a:spcPts val="0"/>
              </a:spcAft>
              <a:buSzPts val="1400"/>
              <a:buNone/>
              <a:defRPr/>
            </a:lvl4pPr>
            <a:lvl5pPr>
              <a:lnSpc>
                <a:spcPct val="115000"/>
              </a:lnSpc>
              <a:spcBef>
                <a:spcPts val="0"/>
              </a:spcBef>
              <a:spcAft>
                <a:spcPts val="0"/>
              </a:spcAft>
              <a:buSzPts val="1400"/>
              <a:buNone/>
              <a:defRPr/>
            </a:lvl5pPr>
            <a:lvl6pPr>
              <a:lnSpc>
                <a:spcPct val="115000"/>
              </a:lnSpc>
              <a:spcBef>
                <a:spcPts val="0"/>
              </a:spcBef>
              <a:spcAft>
                <a:spcPts val="0"/>
              </a:spcAft>
              <a:buSzPts val="1400"/>
              <a:buNone/>
              <a:defRPr/>
            </a:lvl6pPr>
            <a:lvl7pPr>
              <a:lnSpc>
                <a:spcPct val="115000"/>
              </a:lnSpc>
              <a:spcBef>
                <a:spcPts val="0"/>
              </a:spcBef>
              <a:spcAft>
                <a:spcPts val="0"/>
              </a:spcAft>
              <a:buSzPts val="1400"/>
              <a:buNone/>
              <a:defRPr/>
            </a:lvl7pPr>
            <a:lvl8pPr>
              <a:lnSpc>
                <a:spcPct val="115000"/>
              </a:lnSpc>
              <a:spcBef>
                <a:spcPts val="0"/>
              </a:spcBef>
              <a:spcAft>
                <a:spcPts val="0"/>
              </a:spcAft>
              <a:buSzPts val="1400"/>
              <a:buNone/>
              <a:defRPr/>
            </a:lvl8pPr>
            <a:lvl9pPr>
              <a:lnSpc>
                <a:spcPct val="115000"/>
              </a:lnSpc>
              <a:spcBef>
                <a:spcPts val="0"/>
              </a:spcBef>
              <a:spcAft>
                <a:spcPts val="0"/>
              </a:spcAft>
              <a:buSzPts val="1400"/>
              <a:buNone/>
              <a:defRPr/>
            </a:lvl9pPr>
          </a:lstStyle>
          <a:p/>
        </p:txBody>
      </p:sp>
      <p:sp>
        <p:nvSpPr>
          <p:cNvPr id="179" name="Google Shape;179;p24"/>
          <p:cNvSpPr>
            <a:spLocks noGrp="1"/>
          </p:cNvSpPr>
          <p:nvPr>
            <p:ph type="subTitle" idx="2"/>
          </p:nvPr>
        </p:nvSpPr>
        <p:spPr>
          <a:xfrm>
            <a:off x="4571802" y="1778800"/>
            <a:ext cx="3851700" cy="1203900"/>
          </a:xfrm>
          <a:prstGeom prst="rect">
            <a:avLst/>
          </a:prstGeom>
        </p:spPr>
        <p:txBody>
          <a:bodyPr spcFirstLastPara="1" wrap="square" lIns="91425" tIns="91425" rIns="91425" bIns="91425" anchor="t">
            <a:noAutofit/>
          </a:bodyPr>
          <a:lstStyle>
            <a:lvl1pPr algn="ctr">
              <a:lnSpc>
                <a:spcPct val="115000"/>
              </a:lnSpc>
              <a:spcBef>
                <a:spcPts val="0"/>
              </a:spcBef>
              <a:spcAft>
                <a:spcPts val="0"/>
              </a:spcAft>
              <a:buSzPts val="1400"/>
              <a:buNone/>
              <a:defRPr sz="1400"/>
            </a:lvl1pPr>
            <a:lvl2pPr>
              <a:lnSpc>
                <a:spcPct val="115000"/>
              </a:lnSpc>
              <a:spcBef>
                <a:spcPts val="0"/>
              </a:spcBef>
              <a:spcAft>
                <a:spcPts val="0"/>
              </a:spcAft>
              <a:buSzPts val="1400"/>
              <a:buNone/>
              <a:defRPr/>
            </a:lvl2pPr>
            <a:lvl3pPr>
              <a:lnSpc>
                <a:spcPct val="115000"/>
              </a:lnSpc>
              <a:spcBef>
                <a:spcPts val="0"/>
              </a:spcBef>
              <a:spcAft>
                <a:spcPts val="0"/>
              </a:spcAft>
              <a:buSzPts val="1400"/>
              <a:buNone/>
              <a:defRPr/>
            </a:lvl3pPr>
            <a:lvl4pPr>
              <a:lnSpc>
                <a:spcPct val="115000"/>
              </a:lnSpc>
              <a:spcBef>
                <a:spcPts val="0"/>
              </a:spcBef>
              <a:spcAft>
                <a:spcPts val="0"/>
              </a:spcAft>
              <a:buSzPts val="1400"/>
              <a:buNone/>
              <a:defRPr/>
            </a:lvl4pPr>
            <a:lvl5pPr>
              <a:lnSpc>
                <a:spcPct val="115000"/>
              </a:lnSpc>
              <a:spcBef>
                <a:spcPts val="0"/>
              </a:spcBef>
              <a:spcAft>
                <a:spcPts val="0"/>
              </a:spcAft>
              <a:buSzPts val="1400"/>
              <a:buNone/>
              <a:defRPr/>
            </a:lvl5pPr>
            <a:lvl6pPr>
              <a:lnSpc>
                <a:spcPct val="115000"/>
              </a:lnSpc>
              <a:spcBef>
                <a:spcPts val="0"/>
              </a:spcBef>
              <a:spcAft>
                <a:spcPts val="0"/>
              </a:spcAft>
              <a:buSzPts val="1400"/>
              <a:buNone/>
              <a:defRPr/>
            </a:lvl6pPr>
            <a:lvl7pPr>
              <a:lnSpc>
                <a:spcPct val="115000"/>
              </a:lnSpc>
              <a:spcBef>
                <a:spcPts val="0"/>
              </a:spcBef>
              <a:spcAft>
                <a:spcPts val="0"/>
              </a:spcAft>
              <a:buSzPts val="1400"/>
              <a:buNone/>
              <a:defRPr/>
            </a:lvl7pPr>
            <a:lvl8pPr>
              <a:lnSpc>
                <a:spcPct val="115000"/>
              </a:lnSpc>
              <a:spcBef>
                <a:spcPts val="0"/>
              </a:spcBef>
              <a:spcAft>
                <a:spcPts val="0"/>
              </a:spcAft>
              <a:buSzPts val="1400"/>
              <a:buNone/>
              <a:defRPr/>
            </a:lvl8pPr>
            <a:lvl9pPr>
              <a:lnSpc>
                <a:spcPct val="115000"/>
              </a:lnSpc>
              <a:spcBef>
                <a:spcPts val="0"/>
              </a:spcBef>
              <a:spcAft>
                <a:spcPts val="0"/>
              </a:spcAft>
              <a:buSzPts val="1400"/>
              <a:buNone/>
              <a:defRPr/>
            </a:lvl9pPr>
          </a:lstStyle>
          <a:p/>
        </p:txBody>
      </p:sp>
      <p:sp>
        <p:nvSpPr>
          <p:cNvPr id="180" name="Google Shape;180;p24"/>
          <p:cNvSpPr>
            <a:spLocks noGrp="1"/>
          </p:cNvSpPr>
          <p:nvPr>
            <p:ph type="subTitle" idx="3"/>
          </p:nvPr>
        </p:nvSpPr>
        <p:spPr>
          <a:xfrm>
            <a:off x="720000" y="3635325"/>
            <a:ext cx="7704000" cy="665100"/>
          </a:xfrm>
          <a:prstGeom prst="rect">
            <a:avLst/>
          </a:prstGeom>
        </p:spPr>
        <p:txBody>
          <a:bodyPr spcFirstLastPara="1" wrap="square" lIns="91425" tIns="91425" rIns="91425" bIns="91425" anchor="t">
            <a:noAutofit/>
          </a:bodyPr>
          <a:lstStyle>
            <a:lvl1pPr algn="ctr">
              <a:lnSpc>
                <a:spcPct val="115000"/>
              </a:lnSpc>
              <a:spcBef>
                <a:spcPts val="0"/>
              </a:spcBef>
              <a:spcAft>
                <a:spcPts val="0"/>
              </a:spcAft>
              <a:buSzPts val="1400"/>
              <a:buNone/>
              <a:defRPr sz="1400"/>
            </a:lvl1pPr>
            <a:lvl2pPr>
              <a:lnSpc>
                <a:spcPct val="115000"/>
              </a:lnSpc>
              <a:spcBef>
                <a:spcPts val="0"/>
              </a:spcBef>
              <a:spcAft>
                <a:spcPts val="0"/>
              </a:spcAft>
              <a:buSzPts val="1400"/>
              <a:buNone/>
              <a:defRPr/>
            </a:lvl2pPr>
            <a:lvl3pPr>
              <a:lnSpc>
                <a:spcPct val="115000"/>
              </a:lnSpc>
              <a:spcBef>
                <a:spcPts val="0"/>
              </a:spcBef>
              <a:spcAft>
                <a:spcPts val="0"/>
              </a:spcAft>
              <a:buSzPts val="1400"/>
              <a:buNone/>
              <a:defRPr/>
            </a:lvl3pPr>
            <a:lvl4pPr>
              <a:lnSpc>
                <a:spcPct val="115000"/>
              </a:lnSpc>
              <a:spcBef>
                <a:spcPts val="0"/>
              </a:spcBef>
              <a:spcAft>
                <a:spcPts val="0"/>
              </a:spcAft>
              <a:buSzPts val="1400"/>
              <a:buNone/>
              <a:defRPr/>
            </a:lvl4pPr>
            <a:lvl5pPr>
              <a:lnSpc>
                <a:spcPct val="115000"/>
              </a:lnSpc>
              <a:spcBef>
                <a:spcPts val="0"/>
              </a:spcBef>
              <a:spcAft>
                <a:spcPts val="0"/>
              </a:spcAft>
              <a:buSzPts val="1400"/>
              <a:buNone/>
              <a:defRPr/>
            </a:lvl5pPr>
            <a:lvl6pPr>
              <a:lnSpc>
                <a:spcPct val="115000"/>
              </a:lnSpc>
              <a:spcBef>
                <a:spcPts val="0"/>
              </a:spcBef>
              <a:spcAft>
                <a:spcPts val="0"/>
              </a:spcAft>
              <a:buSzPts val="1400"/>
              <a:buNone/>
              <a:defRPr/>
            </a:lvl6pPr>
            <a:lvl7pPr>
              <a:lnSpc>
                <a:spcPct val="115000"/>
              </a:lnSpc>
              <a:spcBef>
                <a:spcPts val="0"/>
              </a:spcBef>
              <a:spcAft>
                <a:spcPts val="0"/>
              </a:spcAft>
              <a:buSzPts val="1400"/>
              <a:buNone/>
              <a:defRPr/>
            </a:lvl7pPr>
            <a:lvl8pPr>
              <a:lnSpc>
                <a:spcPct val="115000"/>
              </a:lnSpc>
              <a:spcBef>
                <a:spcPts val="0"/>
              </a:spcBef>
              <a:spcAft>
                <a:spcPts val="0"/>
              </a:spcAft>
              <a:buSzPts val="1400"/>
              <a:buNone/>
              <a:defRPr/>
            </a:lvl8pPr>
            <a:lvl9pPr>
              <a:lnSpc>
                <a:spcPct val="115000"/>
              </a:lnSpc>
              <a:spcBef>
                <a:spcPts val="0"/>
              </a:spcBef>
              <a:spcAft>
                <a:spcPts val="0"/>
              </a:spcAft>
              <a:buSzPts val="1400"/>
              <a:buNone/>
              <a:defRPr/>
            </a:lvl9pPr>
          </a:lstStyle>
          <a:p/>
        </p:txBody>
      </p:sp>
      <p:sp>
        <p:nvSpPr>
          <p:cNvPr id="181" name="Google Shape;181;p24"/>
          <p:cNvSpPr>
            <a:spLocks noGrp="1"/>
          </p:cNvSpPr>
          <p:nvPr>
            <p:ph type="subTitle" idx="4"/>
          </p:nvPr>
        </p:nvSpPr>
        <p:spPr>
          <a:xfrm>
            <a:off x="720000" y="1467825"/>
            <a:ext cx="3851700" cy="427500"/>
          </a:xfrm>
          <a:prstGeom prst="rect">
            <a:avLst/>
          </a:prstGeom>
        </p:spPr>
        <p:txBody>
          <a:bodyPr spcFirstLastPara="1" wrap="square" lIns="91425" tIns="91425" rIns="91425" bIns="91425" anchor="b">
            <a:noAutofit/>
          </a:bodyPr>
          <a:lstStyle>
            <a:lvl1pPr algn="ctr">
              <a:lnSpc>
                <a:spcPct val="115000"/>
              </a:lnSpc>
              <a:spcBef>
                <a:spcPts val="0"/>
              </a:spcBef>
              <a:spcAft>
                <a:spcPts val="0"/>
              </a:spcAft>
              <a:buSzPts val="2600"/>
              <a:buFont typeface="DM Sans"/>
              <a:buNone/>
              <a:defRPr sz="2000" b="1">
                <a:latin typeface="Poppins"/>
                <a:ea typeface="Poppins"/>
                <a:cs typeface="Poppins"/>
              </a:defRPr>
            </a:lvl1pPr>
            <a:lvl2pPr>
              <a:lnSpc>
                <a:spcPct val="115000"/>
              </a:lnSpc>
              <a:spcBef>
                <a:spcPts val="0"/>
              </a:spcBef>
              <a:spcAft>
                <a:spcPts val="0"/>
              </a:spcAft>
              <a:buSzPts val="2600"/>
              <a:buFont typeface="DM Sans"/>
              <a:buNone/>
              <a:defRPr sz="2600" b="1">
                <a:latin typeface="DM Sans"/>
                <a:ea typeface="DM Sans"/>
                <a:cs typeface="DM Sans"/>
              </a:defRPr>
            </a:lvl2pPr>
            <a:lvl3pPr>
              <a:lnSpc>
                <a:spcPct val="115000"/>
              </a:lnSpc>
              <a:spcBef>
                <a:spcPts val="0"/>
              </a:spcBef>
              <a:spcAft>
                <a:spcPts val="0"/>
              </a:spcAft>
              <a:buSzPts val="2600"/>
              <a:buFont typeface="DM Sans"/>
              <a:buNone/>
              <a:defRPr sz="2600" b="1">
                <a:latin typeface="DM Sans"/>
                <a:ea typeface="DM Sans"/>
                <a:cs typeface="DM Sans"/>
              </a:defRPr>
            </a:lvl3pPr>
            <a:lvl4pPr>
              <a:lnSpc>
                <a:spcPct val="115000"/>
              </a:lnSpc>
              <a:spcBef>
                <a:spcPts val="0"/>
              </a:spcBef>
              <a:spcAft>
                <a:spcPts val="0"/>
              </a:spcAft>
              <a:buSzPts val="2600"/>
              <a:buFont typeface="DM Sans"/>
              <a:buNone/>
              <a:defRPr sz="2600" b="1">
                <a:latin typeface="DM Sans"/>
                <a:ea typeface="DM Sans"/>
                <a:cs typeface="DM Sans"/>
              </a:defRPr>
            </a:lvl4pPr>
            <a:lvl5pPr>
              <a:lnSpc>
                <a:spcPct val="115000"/>
              </a:lnSpc>
              <a:spcBef>
                <a:spcPts val="0"/>
              </a:spcBef>
              <a:spcAft>
                <a:spcPts val="0"/>
              </a:spcAft>
              <a:buSzPts val="2600"/>
              <a:buFont typeface="DM Sans"/>
              <a:buNone/>
              <a:defRPr sz="2600" b="1">
                <a:latin typeface="DM Sans"/>
                <a:ea typeface="DM Sans"/>
                <a:cs typeface="DM Sans"/>
              </a:defRPr>
            </a:lvl5pPr>
            <a:lvl6pPr>
              <a:lnSpc>
                <a:spcPct val="115000"/>
              </a:lnSpc>
              <a:spcBef>
                <a:spcPts val="0"/>
              </a:spcBef>
              <a:spcAft>
                <a:spcPts val="0"/>
              </a:spcAft>
              <a:buSzPts val="2600"/>
              <a:buFont typeface="DM Sans"/>
              <a:buNone/>
              <a:defRPr sz="2600" b="1">
                <a:latin typeface="DM Sans"/>
                <a:ea typeface="DM Sans"/>
                <a:cs typeface="DM Sans"/>
              </a:defRPr>
            </a:lvl6pPr>
            <a:lvl7pPr>
              <a:lnSpc>
                <a:spcPct val="115000"/>
              </a:lnSpc>
              <a:spcBef>
                <a:spcPts val="0"/>
              </a:spcBef>
              <a:spcAft>
                <a:spcPts val="0"/>
              </a:spcAft>
              <a:buSzPts val="2600"/>
              <a:buFont typeface="DM Sans"/>
              <a:buNone/>
              <a:defRPr sz="2600" b="1">
                <a:latin typeface="DM Sans"/>
                <a:ea typeface="DM Sans"/>
                <a:cs typeface="DM Sans"/>
              </a:defRPr>
            </a:lvl7pPr>
            <a:lvl8pPr>
              <a:lnSpc>
                <a:spcPct val="115000"/>
              </a:lnSpc>
              <a:spcBef>
                <a:spcPts val="0"/>
              </a:spcBef>
              <a:spcAft>
                <a:spcPts val="0"/>
              </a:spcAft>
              <a:buSzPts val="2600"/>
              <a:buFont typeface="DM Sans"/>
              <a:buNone/>
              <a:defRPr sz="2600" b="1">
                <a:latin typeface="DM Sans"/>
                <a:ea typeface="DM Sans"/>
                <a:cs typeface="DM Sans"/>
              </a:defRPr>
            </a:lvl8pPr>
            <a:lvl9pPr>
              <a:lnSpc>
                <a:spcPct val="115000"/>
              </a:lnSpc>
              <a:spcBef>
                <a:spcPts val="0"/>
              </a:spcBef>
              <a:spcAft>
                <a:spcPts val="0"/>
              </a:spcAft>
              <a:buSzPts val="2600"/>
              <a:buFont typeface="DM Sans"/>
              <a:buNone/>
              <a:defRPr sz="2600" b="1">
                <a:latin typeface="DM Sans"/>
                <a:ea typeface="DM Sans"/>
                <a:cs typeface="DM Sans"/>
              </a:defRPr>
            </a:lvl9pPr>
          </a:lstStyle>
          <a:p/>
        </p:txBody>
      </p:sp>
      <p:sp>
        <p:nvSpPr>
          <p:cNvPr id="182" name="Google Shape;182;p24"/>
          <p:cNvSpPr>
            <a:spLocks noGrp="1"/>
          </p:cNvSpPr>
          <p:nvPr>
            <p:ph type="subTitle" idx="5"/>
          </p:nvPr>
        </p:nvSpPr>
        <p:spPr>
          <a:xfrm>
            <a:off x="4571800" y="1467825"/>
            <a:ext cx="3851700" cy="427500"/>
          </a:xfrm>
          <a:prstGeom prst="rect">
            <a:avLst/>
          </a:prstGeom>
        </p:spPr>
        <p:txBody>
          <a:bodyPr spcFirstLastPara="1" wrap="square" lIns="91425" tIns="91425" rIns="91425" bIns="91425" anchor="b">
            <a:noAutofit/>
          </a:bodyPr>
          <a:lstStyle>
            <a:lvl1pPr algn="ctr">
              <a:lnSpc>
                <a:spcPct val="115000"/>
              </a:lnSpc>
              <a:spcBef>
                <a:spcPts val="0"/>
              </a:spcBef>
              <a:spcAft>
                <a:spcPts val="0"/>
              </a:spcAft>
              <a:buSzPts val="2600"/>
              <a:buFont typeface="DM Sans"/>
              <a:buNone/>
              <a:defRPr sz="2000" b="1">
                <a:latin typeface="Poppins"/>
                <a:ea typeface="Poppins"/>
                <a:cs typeface="Poppins"/>
              </a:defRPr>
            </a:lvl1pPr>
            <a:lvl2pPr>
              <a:lnSpc>
                <a:spcPct val="115000"/>
              </a:lnSpc>
              <a:spcBef>
                <a:spcPts val="0"/>
              </a:spcBef>
              <a:spcAft>
                <a:spcPts val="0"/>
              </a:spcAft>
              <a:buSzPts val="2600"/>
              <a:buFont typeface="DM Sans"/>
              <a:buNone/>
              <a:defRPr sz="2600" b="1">
                <a:latin typeface="DM Sans"/>
                <a:ea typeface="DM Sans"/>
                <a:cs typeface="DM Sans"/>
              </a:defRPr>
            </a:lvl2pPr>
            <a:lvl3pPr>
              <a:lnSpc>
                <a:spcPct val="115000"/>
              </a:lnSpc>
              <a:spcBef>
                <a:spcPts val="0"/>
              </a:spcBef>
              <a:spcAft>
                <a:spcPts val="0"/>
              </a:spcAft>
              <a:buSzPts val="2600"/>
              <a:buFont typeface="DM Sans"/>
              <a:buNone/>
              <a:defRPr sz="2600" b="1">
                <a:latin typeface="DM Sans"/>
                <a:ea typeface="DM Sans"/>
                <a:cs typeface="DM Sans"/>
              </a:defRPr>
            </a:lvl3pPr>
            <a:lvl4pPr>
              <a:lnSpc>
                <a:spcPct val="115000"/>
              </a:lnSpc>
              <a:spcBef>
                <a:spcPts val="0"/>
              </a:spcBef>
              <a:spcAft>
                <a:spcPts val="0"/>
              </a:spcAft>
              <a:buSzPts val="2600"/>
              <a:buFont typeface="DM Sans"/>
              <a:buNone/>
              <a:defRPr sz="2600" b="1">
                <a:latin typeface="DM Sans"/>
                <a:ea typeface="DM Sans"/>
                <a:cs typeface="DM Sans"/>
              </a:defRPr>
            </a:lvl4pPr>
            <a:lvl5pPr>
              <a:lnSpc>
                <a:spcPct val="115000"/>
              </a:lnSpc>
              <a:spcBef>
                <a:spcPts val="0"/>
              </a:spcBef>
              <a:spcAft>
                <a:spcPts val="0"/>
              </a:spcAft>
              <a:buSzPts val="2600"/>
              <a:buFont typeface="DM Sans"/>
              <a:buNone/>
              <a:defRPr sz="2600" b="1">
                <a:latin typeface="DM Sans"/>
                <a:ea typeface="DM Sans"/>
                <a:cs typeface="DM Sans"/>
              </a:defRPr>
            </a:lvl5pPr>
            <a:lvl6pPr>
              <a:lnSpc>
                <a:spcPct val="115000"/>
              </a:lnSpc>
              <a:spcBef>
                <a:spcPts val="0"/>
              </a:spcBef>
              <a:spcAft>
                <a:spcPts val="0"/>
              </a:spcAft>
              <a:buSzPts val="2600"/>
              <a:buFont typeface="DM Sans"/>
              <a:buNone/>
              <a:defRPr sz="2600" b="1">
                <a:latin typeface="DM Sans"/>
                <a:ea typeface="DM Sans"/>
                <a:cs typeface="DM Sans"/>
              </a:defRPr>
            </a:lvl6pPr>
            <a:lvl7pPr>
              <a:lnSpc>
                <a:spcPct val="115000"/>
              </a:lnSpc>
              <a:spcBef>
                <a:spcPts val="0"/>
              </a:spcBef>
              <a:spcAft>
                <a:spcPts val="0"/>
              </a:spcAft>
              <a:buSzPts val="2600"/>
              <a:buFont typeface="DM Sans"/>
              <a:buNone/>
              <a:defRPr sz="2600" b="1">
                <a:latin typeface="DM Sans"/>
                <a:ea typeface="DM Sans"/>
                <a:cs typeface="DM Sans"/>
              </a:defRPr>
            </a:lvl7pPr>
            <a:lvl8pPr>
              <a:lnSpc>
                <a:spcPct val="115000"/>
              </a:lnSpc>
              <a:spcBef>
                <a:spcPts val="0"/>
              </a:spcBef>
              <a:spcAft>
                <a:spcPts val="0"/>
              </a:spcAft>
              <a:buSzPts val="2600"/>
              <a:buFont typeface="DM Sans"/>
              <a:buNone/>
              <a:defRPr sz="2600" b="1">
                <a:latin typeface="DM Sans"/>
                <a:ea typeface="DM Sans"/>
                <a:cs typeface="DM Sans"/>
              </a:defRPr>
            </a:lvl8pPr>
            <a:lvl9pPr>
              <a:lnSpc>
                <a:spcPct val="115000"/>
              </a:lnSpc>
              <a:spcBef>
                <a:spcPts val="0"/>
              </a:spcBef>
              <a:spcAft>
                <a:spcPts val="0"/>
              </a:spcAft>
              <a:buSzPts val="2600"/>
              <a:buFont typeface="DM Sans"/>
              <a:buNone/>
              <a:defRPr sz="2600" b="1">
                <a:latin typeface="DM Sans"/>
                <a:ea typeface="DM Sans"/>
                <a:cs typeface="DM Sans"/>
              </a:defRPr>
            </a:lvl9pPr>
          </a:lstStyle>
          <a:p/>
        </p:txBody>
      </p:sp>
      <p:sp>
        <p:nvSpPr>
          <p:cNvPr id="183" name="Google Shape;183;p24"/>
          <p:cNvSpPr>
            <a:spLocks noGrp="1"/>
          </p:cNvSpPr>
          <p:nvPr>
            <p:ph type="subTitle" idx="6"/>
          </p:nvPr>
        </p:nvSpPr>
        <p:spPr>
          <a:xfrm>
            <a:off x="720000" y="3325377"/>
            <a:ext cx="7704000" cy="427500"/>
          </a:xfrm>
          <a:prstGeom prst="rect">
            <a:avLst/>
          </a:prstGeom>
        </p:spPr>
        <p:txBody>
          <a:bodyPr spcFirstLastPara="1" wrap="square" lIns="91425" tIns="91425" rIns="91425" bIns="91425" anchor="b">
            <a:noAutofit/>
          </a:bodyPr>
          <a:lstStyle>
            <a:lvl1pPr algn="ctr">
              <a:lnSpc>
                <a:spcPct val="115000"/>
              </a:lnSpc>
              <a:spcBef>
                <a:spcPts val="0"/>
              </a:spcBef>
              <a:spcAft>
                <a:spcPts val="0"/>
              </a:spcAft>
              <a:buSzPts val="2600"/>
              <a:buFont typeface="DM Sans"/>
              <a:buNone/>
              <a:defRPr sz="2000" b="1">
                <a:latin typeface="Poppins"/>
                <a:ea typeface="Poppins"/>
                <a:cs typeface="Poppins"/>
              </a:defRPr>
            </a:lvl1pPr>
            <a:lvl2pPr>
              <a:lnSpc>
                <a:spcPct val="115000"/>
              </a:lnSpc>
              <a:spcBef>
                <a:spcPts val="0"/>
              </a:spcBef>
              <a:spcAft>
                <a:spcPts val="0"/>
              </a:spcAft>
              <a:buSzPts val="2600"/>
              <a:buFont typeface="DM Sans"/>
              <a:buNone/>
              <a:defRPr sz="2600" b="1">
                <a:latin typeface="DM Sans"/>
                <a:ea typeface="DM Sans"/>
                <a:cs typeface="DM Sans"/>
              </a:defRPr>
            </a:lvl2pPr>
            <a:lvl3pPr>
              <a:lnSpc>
                <a:spcPct val="115000"/>
              </a:lnSpc>
              <a:spcBef>
                <a:spcPts val="0"/>
              </a:spcBef>
              <a:spcAft>
                <a:spcPts val="0"/>
              </a:spcAft>
              <a:buSzPts val="2600"/>
              <a:buFont typeface="DM Sans"/>
              <a:buNone/>
              <a:defRPr sz="2600" b="1">
                <a:latin typeface="DM Sans"/>
                <a:ea typeface="DM Sans"/>
                <a:cs typeface="DM Sans"/>
              </a:defRPr>
            </a:lvl3pPr>
            <a:lvl4pPr>
              <a:lnSpc>
                <a:spcPct val="115000"/>
              </a:lnSpc>
              <a:spcBef>
                <a:spcPts val="0"/>
              </a:spcBef>
              <a:spcAft>
                <a:spcPts val="0"/>
              </a:spcAft>
              <a:buSzPts val="2600"/>
              <a:buFont typeface="DM Sans"/>
              <a:buNone/>
              <a:defRPr sz="2600" b="1">
                <a:latin typeface="DM Sans"/>
                <a:ea typeface="DM Sans"/>
                <a:cs typeface="DM Sans"/>
              </a:defRPr>
            </a:lvl4pPr>
            <a:lvl5pPr>
              <a:lnSpc>
                <a:spcPct val="115000"/>
              </a:lnSpc>
              <a:spcBef>
                <a:spcPts val="0"/>
              </a:spcBef>
              <a:spcAft>
                <a:spcPts val="0"/>
              </a:spcAft>
              <a:buSzPts val="2600"/>
              <a:buFont typeface="DM Sans"/>
              <a:buNone/>
              <a:defRPr sz="2600" b="1">
                <a:latin typeface="DM Sans"/>
                <a:ea typeface="DM Sans"/>
                <a:cs typeface="DM Sans"/>
              </a:defRPr>
            </a:lvl5pPr>
            <a:lvl6pPr>
              <a:lnSpc>
                <a:spcPct val="115000"/>
              </a:lnSpc>
              <a:spcBef>
                <a:spcPts val="0"/>
              </a:spcBef>
              <a:spcAft>
                <a:spcPts val="0"/>
              </a:spcAft>
              <a:buSzPts val="2600"/>
              <a:buFont typeface="DM Sans"/>
              <a:buNone/>
              <a:defRPr sz="2600" b="1">
                <a:latin typeface="DM Sans"/>
                <a:ea typeface="DM Sans"/>
                <a:cs typeface="DM Sans"/>
              </a:defRPr>
            </a:lvl6pPr>
            <a:lvl7pPr>
              <a:lnSpc>
                <a:spcPct val="115000"/>
              </a:lnSpc>
              <a:spcBef>
                <a:spcPts val="0"/>
              </a:spcBef>
              <a:spcAft>
                <a:spcPts val="0"/>
              </a:spcAft>
              <a:buSzPts val="2600"/>
              <a:buFont typeface="DM Sans"/>
              <a:buNone/>
              <a:defRPr sz="2600" b="1">
                <a:latin typeface="DM Sans"/>
                <a:ea typeface="DM Sans"/>
                <a:cs typeface="DM Sans"/>
              </a:defRPr>
            </a:lvl7pPr>
            <a:lvl8pPr>
              <a:lnSpc>
                <a:spcPct val="115000"/>
              </a:lnSpc>
              <a:spcBef>
                <a:spcPts val="0"/>
              </a:spcBef>
              <a:spcAft>
                <a:spcPts val="0"/>
              </a:spcAft>
              <a:buSzPts val="2600"/>
              <a:buFont typeface="DM Sans"/>
              <a:buNone/>
              <a:defRPr sz="2600" b="1">
                <a:latin typeface="DM Sans"/>
                <a:ea typeface="DM Sans"/>
                <a:cs typeface="DM Sans"/>
              </a:defRPr>
            </a:lvl8pPr>
            <a:lvl9pPr>
              <a:lnSpc>
                <a:spcPct val="115000"/>
              </a:lnSpc>
              <a:spcBef>
                <a:spcPts val="0"/>
              </a:spcBef>
              <a:spcAft>
                <a:spcPts val="0"/>
              </a:spcAft>
              <a:buSzPts val="2600"/>
              <a:buFont typeface="DM Sans"/>
              <a:buNone/>
              <a:defRPr sz="2600" b="1">
                <a:latin typeface="DM Sans"/>
                <a:ea typeface="DM Sans"/>
                <a:cs typeface="DM Sans"/>
              </a:defRPr>
            </a:lvl9pPr>
          </a:lstStyle>
          <a:p/>
        </p:txBody>
      </p:sp>
      <p:sp>
        <p:nvSpPr>
          <p:cNvPr id="185" name="Google Shape;185;p24"/>
          <p:cNvSpPr>
            <a:spLocks noGrp="1"/>
          </p:cNvSpPr>
          <p:nvPr/>
        </p:nvSpPr>
        <p:spPr>
          <a:xfrm flipH="1">
            <a:off x="8312375" y="-678400"/>
            <a:ext cx="1648800" cy="1648800"/>
          </a:xfrm>
          <a:prstGeom prst="ellipse">
            <a:avLst/>
          </a:prstGeom>
          <a:solidFill>
            <a:srgbClr val="74CEC4">
              <a:alpha val="6000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86" name="Google Shape;186;p24"/>
          <p:cNvSpPr>
            <a:spLocks noGrp="1"/>
          </p:cNvSpPr>
          <p:nvPr/>
        </p:nvSpPr>
        <p:spPr>
          <a:xfrm rot="5400000" flipH="1">
            <a:off x="-27100" y="4612200"/>
            <a:ext cx="536100" cy="526500"/>
          </a:xfrm>
          <a:prstGeom prst="round1Rect">
            <a:avLst>
              <a:gd name="adj" fmla="val 50000"/>
            </a:avLst>
          </a:prstGeom>
          <a:solidFill>
            <a:schemeClr val="accent1"/>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87" name="Google Shape;187;p24"/>
          <p:cNvSpPr>
            <a:spLocks noGrp="1"/>
          </p:cNvSpPr>
          <p:nvPr/>
        </p:nvSpPr>
        <p:spPr>
          <a:xfrm flipH="1">
            <a:off x="171200" y="4469010"/>
            <a:ext cx="526500" cy="526500"/>
          </a:xfrm>
          <a:prstGeom prst="ellipse">
            <a:avLst/>
          </a:prstGeom>
          <a:solidFill>
            <a:srgbClr val="0584A4">
              <a:alpha val="40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88" name="Google Shape;188;p24"/>
          <p:cNvSpPr>
            <a:spLocks noGrp="1"/>
          </p:cNvSpPr>
          <p:nvPr/>
        </p:nvSpPr>
        <p:spPr>
          <a:xfrm>
            <a:off x="7819550" y="-3825506"/>
            <a:ext cx="1483500" cy="4365000"/>
          </a:xfrm>
          <a:prstGeom prst="roundRect">
            <a:avLst>
              <a:gd name="adj" fmla="val 50000"/>
            </a:avLst>
          </a:prstGeom>
          <a:solidFill>
            <a:srgbClr val="0584A4">
              <a:alpha val="40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
        <p:cNvGrpSpPr/>
        <p:nvPr/>
      </p:nvGrpSpPr>
      <p:grpSpPr/>
      <p:sp>
        <p:nvSpPr>
          <p:cNvPr id="190" name="Google Shape;190;p25"/>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p:txBody>
      </p:sp>
      <p:sp>
        <p:nvSpPr>
          <p:cNvPr id="191" name="Google Shape;191;p25"/>
          <p:cNvSpPr>
            <a:spLocks noGrp="1"/>
          </p:cNvSpPr>
          <p:nvPr>
            <p:ph type="subTitle" idx="1"/>
          </p:nvPr>
        </p:nvSpPr>
        <p:spPr>
          <a:xfrm>
            <a:off x="1747638" y="1647925"/>
            <a:ext cx="2626800" cy="911100"/>
          </a:xfrm>
          <a:prstGeom prst="rect">
            <a:avLst/>
          </a:prstGeom>
          <a:ln>
            <a:noFill/>
          </a:ln>
        </p:spPr>
        <p:txBody>
          <a:bodyPr spcFirstLastPara="1" wrap="square" lIns="91425" tIns="91425" rIns="91425" bIns="91425" anchor="t">
            <a:noAutofit/>
          </a:bodyPr>
          <a:lstStyle>
            <a:lvl1pPr>
              <a:lnSpc>
                <a:spcPct val="115000"/>
              </a:lnSpc>
              <a:spcBef>
                <a:spcPts val="0"/>
              </a:spcBef>
              <a:spcAft>
                <a:spcPts val="0"/>
              </a:spcAft>
              <a:buSzPts val="1400"/>
              <a:buNone/>
              <a:defRPr sz="1400"/>
            </a:lvl1pPr>
            <a:lvl2pPr algn="ctr">
              <a:lnSpc>
                <a:spcPct val="115000"/>
              </a:lnSpc>
              <a:spcBef>
                <a:spcPts val="0"/>
              </a:spcBef>
              <a:spcAft>
                <a:spcPts val="0"/>
              </a:spcAft>
              <a:buSzPts val="1400"/>
              <a:buNone/>
              <a:defRPr/>
            </a:lvl2pPr>
            <a:lvl3pPr algn="ctr">
              <a:lnSpc>
                <a:spcPct val="115000"/>
              </a:lnSpc>
              <a:spcBef>
                <a:spcPts val="0"/>
              </a:spcBef>
              <a:spcAft>
                <a:spcPts val="0"/>
              </a:spcAft>
              <a:buSzPts val="1400"/>
              <a:buNone/>
              <a:defRPr/>
            </a:lvl3pPr>
            <a:lvl4pPr algn="ctr">
              <a:lnSpc>
                <a:spcPct val="115000"/>
              </a:lnSpc>
              <a:spcBef>
                <a:spcPts val="0"/>
              </a:spcBef>
              <a:spcAft>
                <a:spcPts val="0"/>
              </a:spcAft>
              <a:buSzPts val="1400"/>
              <a:buNone/>
              <a:defRPr/>
            </a:lvl4pPr>
            <a:lvl5pPr algn="ctr">
              <a:lnSpc>
                <a:spcPct val="115000"/>
              </a:lnSpc>
              <a:spcBef>
                <a:spcPts val="0"/>
              </a:spcBef>
              <a:spcAft>
                <a:spcPts val="0"/>
              </a:spcAft>
              <a:buSzPts val="1400"/>
              <a:buNone/>
              <a:defRPr/>
            </a:lvl5pPr>
            <a:lvl6pPr algn="ctr">
              <a:lnSpc>
                <a:spcPct val="115000"/>
              </a:lnSpc>
              <a:spcBef>
                <a:spcPts val="0"/>
              </a:spcBef>
              <a:spcAft>
                <a:spcPts val="0"/>
              </a:spcAft>
              <a:buSzPts val="1400"/>
              <a:buNone/>
              <a:defRPr/>
            </a:lvl6pPr>
            <a:lvl7pPr algn="ctr">
              <a:lnSpc>
                <a:spcPct val="115000"/>
              </a:lnSpc>
              <a:spcBef>
                <a:spcPts val="0"/>
              </a:spcBef>
              <a:spcAft>
                <a:spcPts val="0"/>
              </a:spcAft>
              <a:buSzPts val="1400"/>
              <a:buNone/>
              <a:defRPr/>
            </a:lvl7pPr>
            <a:lvl8pPr algn="ctr">
              <a:lnSpc>
                <a:spcPct val="115000"/>
              </a:lnSpc>
              <a:spcBef>
                <a:spcPts val="0"/>
              </a:spcBef>
              <a:spcAft>
                <a:spcPts val="0"/>
              </a:spcAft>
              <a:buSzPts val="1400"/>
              <a:buNone/>
              <a:defRPr/>
            </a:lvl8pPr>
            <a:lvl9pPr algn="ctr">
              <a:lnSpc>
                <a:spcPct val="115000"/>
              </a:lnSpc>
              <a:spcBef>
                <a:spcPts val="0"/>
              </a:spcBef>
              <a:spcAft>
                <a:spcPts val="0"/>
              </a:spcAft>
              <a:buSzPts val="1400"/>
              <a:buNone/>
              <a:defRPr/>
            </a:lvl9pPr>
          </a:lstStyle>
          <a:p/>
        </p:txBody>
      </p:sp>
      <p:sp>
        <p:nvSpPr>
          <p:cNvPr id="192" name="Google Shape;192;p25"/>
          <p:cNvSpPr>
            <a:spLocks noGrp="1"/>
          </p:cNvSpPr>
          <p:nvPr>
            <p:ph type="subTitle" idx="2"/>
          </p:nvPr>
        </p:nvSpPr>
        <p:spPr>
          <a:xfrm>
            <a:off x="5186088" y="1647925"/>
            <a:ext cx="2626800" cy="911100"/>
          </a:xfrm>
          <a:prstGeom prst="rect">
            <a:avLst/>
          </a:prstGeom>
          <a:ln>
            <a:noFill/>
          </a:ln>
        </p:spPr>
        <p:txBody>
          <a:bodyPr spcFirstLastPara="1" wrap="square" lIns="91425" tIns="91425" rIns="91425" bIns="91425" anchor="t">
            <a:noAutofit/>
          </a:bodyPr>
          <a:lstStyle>
            <a:lvl1pPr>
              <a:lnSpc>
                <a:spcPct val="115000"/>
              </a:lnSpc>
              <a:spcBef>
                <a:spcPts val="0"/>
              </a:spcBef>
              <a:spcAft>
                <a:spcPts val="0"/>
              </a:spcAft>
              <a:buSzPts val="1400"/>
              <a:buNone/>
              <a:defRPr sz="1400"/>
            </a:lvl1pPr>
            <a:lvl2pPr algn="ctr">
              <a:lnSpc>
                <a:spcPct val="115000"/>
              </a:lnSpc>
              <a:spcBef>
                <a:spcPts val="0"/>
              </a:spcBef>
              <a:spcAft>
                <a:spcPts val="0"/>
              </a:spcAft>
              <a:buSzPts val="1400"/>
              <a:buNone/>
              <a:defRPr/>
            </a:lvl2pPr>
            <a:lvl3pPr algn="ctr">
              <a:lnSpc>
                <a:spcPct val="115000"/>
              </a:lnSpc>
              <a:spcBef>
                <a:spcPts val="0"/>
              </a:spcBef>
              <a:spcAft>
                <a:spcPts val="0"/>
              </a:spcAft>
              <a:buSzPts val="1400"/>
              <a:buNone/>
              <a:defRPr/>
            </a:lvl3pPr>
            <a:lvl4pPr algn="ctr">
              <a:lnSpc>
                <a:spcPct val="115000"/>
              </a:lnSpc>
              <a:spcBef>
                <a:spcPts val="0"/>
              </a:spcBef>
              <a:spcAft>
                <a:spcPts val="0"/>
              </a:spcAft>
              <a:buSzPts val="1400"/>
              <a:buNone/>
              <a:defRPr/>
            </a:lvl4pPr>
            <a:lvl5pPr algn="ctr">
              <a:lnSpc>
                <a:spcPct val="115000"/>
              </a:lnSpc>
              <a:spcBef>
                <a:spcPts val="0"/>
              </a:spcBef>
              <a:spcAft>
                <a:spcPts val="0"/>
              </a:spcAft>
              <a:buSzPts val="1400"/>
              <a:buNone/>
              <a:defRPr/>
            </a:lvl5pPr>
            <a:lvl6pPr algn="ctr">
              <a:lnSpc>
                <a:spcPct val="115000"/>
              </a:lnSpc>
              <a:spcBef>
                <a:spcPts val="0"/>
              </a:spcBef>
              <a:spcAft>
                <a:spcPts val="0"/>
              </a:spcAft>
              <a:buSzPts val="1400"/>
              <a:buNone/>
              <a:defRPr/>
            </a:lvl6pPr>
            <a:lvl7pPr algn="ctr">
              <a:lnSpc>
                <a:spcPct val="115000"/>
              </a:lnSpc>
              <a:spcBef>
                <a:spcPts val="0"/>
              </a:spcBef>
              <a:spcAft>
                <a:spcPts val="0"/>
              </a:spcAft>
              <a:buSzPts val="1400"/>
              <a:buNone/>
              <a:defRPr/>
            </a:lvl7pPr>
            <a:lvl8pPr algn="ctr">
              <a:lnSpc>
                <a:spcPct val="115000"/>
              </a:lnSpc>
              <a:spcBef>
                <a:spcPts val="0"/>
              </a:spcBef>
              <a:spcAft>
                <a:spcPts val="0"/>
              </a:spcAft>
              <a:buSzPts val="1400"/>
              <a:buNone/>
              <a:defRPr/>
            </a:lvl8pPr>
            <a:lvl9pPr algn="ctr">
              <a:lnSpc>
                <a:spcPct val="115000"/>
              </a:lnSpc>
              <a:spcBef>
                <a:spcPts val="0"/>
              </a:spcBef>
              <a:spcAft>
                <a:spcPts val="0"/>
              </a:spcAft>
              <a:buSzPts val="1400"/>
              <a:buNone/>
              <a:defRPr/>
            </a:lvl9pPr>
          </a:lstStyle>
          <a:p/>
        </p:txBody>
      </p:sp>
      <p:sp>
        <p:nvSpPr>
          <p:cNvPr id="193" name="Google Shape;193;p25"/>
          <p:cNvSpPr>
            <a:spLocks noGrp="1"/>
          </p:cNvSpPr>
          <p:nvPr>
            <p:ph type="subTitle" idx="3"/>
          </p:nvPr>
        </p:nvSpPr>
        <p:spPr>
          <a:xfrm>
            <a:off x="1747638" y="3231925"/>
            <a:ext cx="2626800" cy="911100"/>
          </a:xfrm>
          <a:prstGeom prst="rect">
            <a:avLst/>
          </a:prstGeom>
          <a:ln>
            <a:noFill/>
          </a:ln>
        </p:spPr>
        <p:txBody>
          <a:bodyPr spcFirstLastPara="1" wrap="square" lIns="91425" tIns="91425" rIns="91425" bIns="91425" anchor="t">
            <a:noAutofit/>
          </a:bodyPr>
          <a:lstStyle>
            <a:lvl1pPr>
              <a:lnSpc>
                <a:spcPct val="115000"/>
              </a:lnSpc>
              <a:spcBef>
                <a:spcPts val="0"/>
              </a:spcBef>
              <a:spcAft>
                <a:spcPts val="0"/>
              </a:spcAft>
              <a:buSzPts val="1400"/>
              <a:buNone/>
              <a:defRPr sz="1400"/>
            </a:lvl1pPr>
            <a:lvl2pPr algn="ctr">
              <a:lnSpc>
                <a:spcPct val="115000"/>
              </a:lnSpc>
              <a:spcBef>
                <a:spcPts val="0"/>
              </a:spcBef>
              <a:spcAft>
                <a:spcPts val="0"/>
              </a:spcAft>
              <a:buSzPts val="1400"/>
              <a:buNone/>
              <a:defRPr/>
            </a:lvl2pPr>
            <a:lvl3pPr algn="ctr">
              <a:lnSpc>
                <a:spcPct val="115000"/>
              </a:lnSpc>
              <a:spcBef>
                <a:spcPts val="0"/>
              </a:spcBef>
              <a:spcAft>
                <a:spcPts val="0"/>
              </a:spcAft>
              <a:buSzPts val="1400"/>
              <a:buNone/>
              <a:defRPr/>
            </a:lvl3pPr>
            <a:lvl4pPr algn="ctr">
              <a:lnSpc>
                <a:spcPct val="115000"/>
              </a:lnSpc>
              <a:spcBef>
                <a:spcPts val="0"/>
              </a:spcBef>
              <a:spcAft>
                <a:spcPts val="0"/>
              </a:spcAft>
              <a:buSzPts val="1400"/>
              <a:buNone/>
              <a:defRPr/>
            </a:lvl4pPr>
            <a:lvl5pPr algn="ctr">
              <a:lnSpc>
                <a:spcPct val="115000"/>
              </a:lnSpc>
              <a:spcBef>
                <a:spcPts val="0"/>
              </a:spcBef>
              <a:spcAft>
                <a:spcPts val="0"/>
              </a:spcAft>
              <a:buSzPts val="1400"/>
              <a:buNone/>
              <a:defRPr/>
            </a:lvl5pPr>
            <a:lvl6pPr algn="ctr">
              <a:lnSpc>
                <a:spcPct val="115000"/>
              </a:lnSpc>
              <a:spcBef>
                <a:spcPts val="0"/>
              </a:spcBef>
              <a:spcAft>
                <a:spcPts val="0"/>
              </a:spcAft>
              <a:buSzPts val="1400"/>
              <a:buNone/>
              <a:defRPr/>
            </a:lvl6pPr>
            <a:lvl7pPr algn="ctr">
              <a:lnSpc>
                <a:spcPct val="115000"/>
              </a:lnSpc>
              <a:spcBef>
                <a:spcPts val="0"/>
              </a:spcBef>
              <a:spcAft>
                <a:spcPts val="0"/>
              </a:spcAft>
              <a:buSzPts val="1400"/>
              <a:buNone/>
              <a:defRPr/>
            </a:lvl7pPr>
            <a:lvl8pPr algn="ctr">
              <a:lnSpc>
                <a:spcPct val="115000"/>
              </a:lnSpc>
              <a:spcBef>
                <a:spcPts val="0"/>
              </a:spcBef>
              <a:spcAft>
                <a:spcPts val="0"/>
              </a:spcAft>
              <a:buSzPts val="1400"/>
              <a:buNone/>
              <a:defRPr/>
            </a:lvl8pPr>
            <a:lvl9pPr algn="ctr">
              <a:lnSpc>
                <a:spcPct val="115000"/>
              </a:lnSpc>
              <a:spcBef>
                <a:spcPts val="0"/>
              </a:spcBef>
              <a:spcAft>
                <a:spcPts val="0"/>
              </a:spcAft>
              <a:buSzPts val="1400"/>
              <a:buNone/>
              <a:defRPr/>
            </a:lvl9pPr>
          </a:lstStyle>
          <a:p/>
        </p:txBody>
      </p:sp>
      <p:sp>
        <p:nvSpPr>
          <p:cNvPr id="194" name="Google Shape;194;p25"/>
          <p:cNvSpPr>
            <a:spLocks noGrp="1"/>
          </p:cNvSpPr>
          <p:nvPr>
            <p:ph type="subTitle" idx="4"/>
          </p:nvPr>
        </p:nvSpPr>
        <p:spPr>
          <a:xfrm>
            <a:off x="5186088" y="3231925"/>
            <a:ext cx="2626800" cy="911100"/>
          </a:xfrm>
          <a:prstGeom prst="rect">
            <a:avLst/>
          </a:prstGeom>
          <a:ln>
            <a:noFill/>
          </a:ln>
        </p:spPr>
        <p:txBody>
          <a:bodyPr spcFirstLastPara="1" wrap="square" lIns="91425" tIns="91425" rIns="91425" bIns="91425" anchor="t">
            <a:noAutofit/>
          </a:bodyPr>
          <a:lstStyle>
            <a:lvl1pPr>
              <a:lnSpc>
                <a:spcPct val="115000"/>
              </a:lnSpc>
              <a:spcBef>
                <a:spcPts val="0"/>
              </a:spcBef>
              <a:spcAft>
                <a:spcPts val="0"/>
              </a:spcAft>
              <a:buSzPts val="1400"/>
              <a:buNone/>
              <a:defRPr sz="1400"/>
            </a:lvl1pPr>
            <a:lvl2pPr algn="ctr">
              <a:lnSpc>
                <a:spcPct val="115000"/>
              </a:lnSpc>
              <a:spcBef>
                <a:spcPts val="0"/>
              </a:spcBef>
              <a:spcAft>
                <a:spcPts val="0"/>
              </a:spcAft>
              <a:buSzPts val="1400"/>
              <a:buNone/>
              <a:defRPr/>
            </a:lvl2pPr>
            <a:lvl3pPr algn="ctr">
              <a:lnSpc>
                <a:spcPct val="115000"/>
              </a:lnSpc>
              <a:spcBef>
                <a:spcPts val="0"/>
              </a:spcBef>
              <a:spcAft>
                <a:spcPts val="0"/>
              </a:spcAft>
              <a:buSzPts val="1400"/>
              <a:buNone/>
              <a:defRPr/>
            </a:lvl3pPr>
            <a:lvl4pPr algn="ctr">
              <a:lnSpc>
                <a:spcPct val="115000"/>
              </a:lnSpc>
              <a:spcBef>
                <a:spcPts val="0"/>
              </a:spcBef>
              <a:spcAft>
                <a:spcPts val="0"/>
              </a:spcAft>
              <a:buSzPts val="1400"/>
              <a:buNone/>
              <a:defRPr/>
            </a:lvl4pPr>
            <a:lvl5pPr algn="ctr">
              <a:lnSpc>
                <a:spcPct val="115000"/>
              </a:lnSpc>
              <a:spcBef>
                <a:spcPts val="0"/>
              </a:spcBef>
              <a:spcAft>
                <a:spcPts val="0"/>
              </a:spcAft>
              <a:buSzPts val="1400"/>
              <a:buNone/>
              <a:defRPr/>
            </a:lvl5pPr>
            <a:lvl6pPr algn="ctr">
              <a:lnSpc>
                <a:spcPct val="115000"/>
              </a:lnSpc>
              <a:spcBef>
                <a:spcPts val="0"/>
              </a:spcBef>
              <a:spcAft>
                <a:spcPts val="0"/>
              </a:spcAft>
              <a:buSzPts val="1400"/>
              <a:buNone/>
              <a:defRPr/>
            </a:lvl6pPr>
            <a:lvl7pPr algn="ctr">
              <a:lnSpc>
                <a:spcPct val="115000"/>
              </a:lnSpc>
              <a:spcBef>
                <a:spcPts val="0"/>
              </a:spcBef>
              <a:spcAft>
                <a:spcPts val="0"/>
              </a:spcAft>
              <a:buSzPts val="1400"/>
              <a:buNone/>
              <a:defRPr/>
            </a:lvl7pPr>
            <a:lvl8pPr algn="ctr">
              <a:lnSpc>
                <a:spcPct val="115000"/>
              </a:lnSpc>
              <a:spcBef>
                <a:spcPts val="0"/>
              </a:spcBef>
              <a:spcAft>
                <a:spcPts val="0"/>
              </a:spcAft>
              <a:buSzPts val="1400"/>
              <a:buNone/>
              <a:defRPr/>
            </a:lvl8pPr>
            <a:lvl9pPr algn="ctr">
              <a:lnSpc>
                <a:spcPct val="115000"/>
              </a:lnSpc>
              <a:spcBef>
                <a:spcPts val="0"/>
              </a:spcBef>
              <a:spcAft>
                <a:spcPts val="0"/>
              </a:spcAft>
              <a:buSzPts val="1400"/>
              <a:buNone/>
              <a:defRPr/>
            </a:lvl9pPr>
          </a:lstStyle>
          <a:p/>
        </p:txBody>
      </p:sp>
      <p:sp>
        <p:nvSpPr>
          <p:cNvPr id="195" name="Google Shape;195;p25"/>
          <p:cNvSpPr>
            <a:spLocks noGrp="1"/>
          </p:cNvSpPr>
          <p:nvPr>
            <p:ph type="subTitle" idx="5"/>
          </p:nvPr>
        </p:nvSpPr>
        <p:spPr>
          <a:xfrm>
            <a:off x="1747650" y="1215625"/>
            <a:ext cx="2626800" cy="482400"/>
          </a:xfrm>
          <a:prstGeom prst="rect">
            <a:avLst/>
          </a:prstGeom>
          <a:ln>
            <a:noFill/>
          </a:ln>
        </p:spPr>
        <p:txBody>
          <a:bodyPr spcFirstLastPara="1" wrap="square" lIns="91425" tIns="91425" rIns="91425" bIns="91425" anchor="b">
            <a:noAutofit/>
          </a:bodyPr>
          <a:lstStyle>
            <a:lvl1pPr>
              <a:lnSpc>
                <a:spcPct val="115000"/>
              </a:lnSpc>
              <a:spcBef>
                <a:spcPts val="0"/>
              </a:spcBef>
              <a:spcAft>
                <a:spcPts val="0"/>
              </a:spcAft>
              <a:buSzPts val="2400"/>
              <a:buFont typeface="DM Sans"/>
              <a:buNone/>
              <a:defRPr sz="2000" b="1">
                <a:latin typeface="Poppins"/>
                <a:ea typeface="Poppins"/>
                <a:cs typeface="Poppins"/>
              </a:defRPr>
            </a:lvl1pPr>
            <a:lvl2pPr algn="ctr">
              <a:lnSpc>
                <a:spcPct val="115000"/>
              </a:lnSpc>
              <a:spcBef>
                <a:spcPts val="0"/>
              </a:spcBef>
              <a:spcAft>
                <a:spcPts val="0"/>
              </a:spcAft>
              <a:buSzPts val="2400"/>
              <a:buFont typeface="DM Sans"/>
              <a:buNone/>
              <a:defRPr sz="2400" b="1">
                <a:latin typeface="DM Sans"/>
                <a:ea typeface="DM Sans"/>
                <a:cs typeface="DM Sans"/>
              </a:defRPr>
            </a:lvl2pPr>
            <a:lvl3pPr algn="ctr">
              <a:lnSpc>
                <a:spcPct val="115000"/>
              </a:lnSpc>
              <a:spcBef>
                <a:spcPts val="0"/>
              </a:spcBef>
              <a:spcAft>
                <a:spcPts val="0"/>
              </a:spcAft>
              <a:buSzPts val="2400"/>
              <a:buFont typeface="DM Sans"/>
              <a:buNone/>
              <a:defRPr sz="2400" b="1">
                <a:latin typeface="DM Sans"/>
                <a:ea typeface="DM Sans"/>
                <a:cs typeface="DM Sans"/>
              </a:defRPr>
            </a:lvl3pPr>
            <a:lvl4pPr algn="ctr">
              <a:lnSpc>
                <a:spcPct val="115000"/>
              </a:lnSpc>
              <a:spcBef>
                <a:spcPts val="0"/>
              </a:spcBef>
              <a:spcAft>
                <a:spcPts val="0"/>
              </a:spcAft>
              <a:buSzPts val="2400"/>
              <a:buFont typeface="DM Sans"/>
              <a:buNone/>
              <a:defRPr sz="2400" b="1">
                <a:latin typeface="DM Sans"/>
                <a:ea typeface="DM Sans"/>
                <a:cs typeface="DM Sans"/>
              </a:defRPr>
            </a:lvl4pPr>
            <a:lvl5pPr algn="ctr">
              <a:lnSpc>
                <a:spcPct val="115000"/>
              </a:lnSpc>
              <a:spcBef>
                <a:spcPts val="0"/>
              </a:spcBef>
              <a:spcAft>
                <a:spcPts val="0"/>
              </a:spcAft>
              <a:buSzPts val="2400"/>
              <a:buFont typeface="DM Sans"/>
              <a:buNone/>
              <a:defRPr sz="2400" b="1">
                <a:latin typeface="DM Sans"/>
                <a:ea typeface="DM Sans"/>
                <a:cs typeface="DM Sans"/>
              </a:defRPr>
            </a:lvl5pPr>
            <a:lvl6pPr algn="ctr">
              <a:lnSpc>
                <a:spcPct val="115000"/>
              </a:lnSpc>
              <a:spcBef>
                <a:spcPts val="0"/>
              </a:spcBef>
              <a:spcAft>
                <a:spcPts val="0"/>
              </a:spcAft>
              <a:buSzPts val="2400"/>
              <a:buFont typeface="DM Sans"/>
              <a:buNone/>
              <a:defRPr sz="2400" b="1">
                <a:latin typeface="DM Sans"/>
                <a:ea typeface="DM Sans"/>
                <a:cs typeface="DM Sans"/>
              </a:defRPr>
            </a:lvl6pPr>
            <a:lvl7pPr algn="ctr">
              <a:lnSpc>
                <a:spcPct val="115000"/>
              </a:lnSpc>
              <a:spcBef>
                <a:spcPts val="0"/>
              </a:spcBef>
              <a:spcAft>
                <a:spcPts val="0"/>
              </a:spcAft>
              <a:buSzPts val="2400"/>
              <a:buFont typeface="DM Sans"/>
              <a:buNone/>
              <a:defRPr sz="2400" b="1">
                <a:latin typeface="DM Sans"/>
                <a:ea typeface="DM Sans"/>
                <a:cs typeface="DM Sans"/>
              </a:defRPr>
            </a:lvl7pPr>
            <a:lvl8pPr algn="ctr">
              <a:lnSpc>
                <a:spcPct val="115000"/>
              </a:lnSpc>
              <a:spcBef>
                <a:spcPts val="0"/>
              </a:spcBef>
              <a:spcAft>
                <a:spcPts val="0"/>
              </a:spcAft>
              <a:buSzPts val="2400"/>
              <a:buFont typeface="DM Sans"/>
              <a:buNone/>
              <a:defRPr sz="2400" b="1">
                <a:latin typeface="DM Sans"/>
                <a:ea typeface="DM Sans"/>
                <a:cs typeface="DM Sans"/>
              </a:defRPr>
            </a:lvl8pPr>
            <a:lvl9pPr algn="ctr">
              <a:lnSpc>
                <a:spcPct val="115000"/>
              </a:lnSpc>
              <a:spcBef>
                <a:spcPts val="0"/>
              </a:spcBef>
              <a:spcAft>
                <a:spcPts val="0"/>
              </a:spcAft>
              <a:buSzPts val="2400"/>
              <a:buFont typeface="DM Sans"/>
              <a:buNone/>
              <a:defRPr sz="2400" b="1">
                <a:latin typeface="DM Sans"/>
                <a:ea typeface="DM Sans"/>
                <a:cs typeface="DM Sans"/>
              </a:defRPr>
            </a:lvl9pPr>
          </a:lstStyle>
          <a:p/>
        </p:txBody>
      </p:sp>
      <p:sp>
        <p:nvSpPr>
          <p:cNvPr id="196" name="Google Shape;196;p25"/>
          <p:cNvSpPr>
            <a:spLocks noGrp="1"/>
          </p:cNvSpPr>
          <p:nvPr>
            <p:ph type="subTitle" idx="6"/>
          </p:nvPr>
        </p:nvSpPr>
        <p:spPr>
          <a:xfrm>
            <a:off x="5186100" y="1215625"/>
            <a:ext cx="2626800" cy="482400"/>
          </a:xfrm>
          <a:prstGeom prst="rect">
            <a:avLst/>
          </a:prstGeom>
          <a:ln>
            <a:noFill/>
          </a:ln>
        </p:spPr>
        <p:txBody>
          <a:bodyPr spcFirstLastPara="1" wrap="square" lIns="91425" tIns="91425" rIns="91425" bIns="91425" anchor="b">
            <a:noAutofit/>
          </a:bodyPr>
          <a:lstStyle>
            <a:lvl1pPr>
              <a:lnSpc>
                <a:spcPct val="115000"/>
              </a:lnSpc>
              <a:spcBef>
                <a:spcPts val="0"/>
              </a:spcBef>
              <a:spcAft>
                <a:spcPts val="0"/>
              </a:spcAft>
              <a:buSzPts val="2400"/>
              <a:buFont typeface="DM Sans"/>
              <a:buNone/>
              <a:defRPr sz="2000" b="1">
                <a:latin typeface="Poppins"/>
                <a:ea typeface="Poppins"/>
                <a:cs typeface="Poppins"/>
              </a:defRPr>
            </a:lvl1pPr>
            <a:lvl2pPr algn="ctr">
              <a:lnSpc>
                <a:spcPct val="115000"/>
              </a:lnSpc>
              <a:spcBef>
                <a:spcPts val="0"/>
              </a:spcBef>
              <a:spcAft>
                <a:spcPts val="0"/>
              </a:spcAft>
              <a:buSzPts val="2400"/>
              <a:buFont typeface="DM Sans"/>
              <a:buNone/>
              <a:defRPr sz="2400" b="1">
                <a:latin typeface="DM Sans"/>
                <a:ea typeface="DM Sans"/>
                <a:cs typeface="DM Sans"/>
              </a:defRPr>
            </a:lvl2pPr>
            <a:lvl3pPr algn="ctr">
              <a:lnSpc>
                <a:spcPct val="115000"/>
              </a:lnSpc>
              <a:spcBef>
                <a:spcPts val="0"/>
              </a:spcBef>
              <a:spcAft>
                <a:spcPts val="0"/>
              </a:spcAft>
              <a:buSzPts val="2400"/>
              <a:buFont typeface="DM Sans"/>
              <a:buNone/>
              <a:defRPr sz="2400" b="1">
                <a:latin typeface="DM Sans"/>
                <a:ea typeface="DM Sans"/>
                <a:cs typeface="DM Sans"/>
              </a:defRPr>
            </a:lvl3pPr>
            <a:lvl4pPr algn="ctr">
              <a:lnSpc>
                <a:spcPct val="115000"/>
              </a:lnSpc>
              <a:spcBef>
                <a:spcPts val="0"/>
              </a:spcBef>
              <a:spcAft>
                <a:spcPts val="0"/>
              </a:spcAft>
              <a:buSzPts val="2400"/>
              <a:buFont typeface="DM Sans"/>
              <a:buNone/>
              <a:defRPr sz="2400" b="1">
                <a:latin typeface="DM Sans"/>
                <a:ea typeface="DM Sans"/>
                <a:cs typeface="DM Sans"/>
              </a:defRPr>
            </a:lvl4pPr>
            <a:lvl5pPr algn="ctr">
              <a:lnSpc>
                <a:spcPct val="115000"/>
              </a:lnSpc>
              <a:spcBef>
                <a:spcPts val="0"/>
              </a:spcBef>
              <a:spcAft>
                <a:spcPts val="0"/>
              </a:spcAft>
              <a:buSzPts val="2400"/>
              <a:buFont typeface="DM Sans"/>
              <a:buNone/>
              <a:defRPr sz="2400" b="1">
                <a:latin typeface="DM Sans"/>
                <a:ea typeface="DM Sans"/>
                <a:cs typeface="DM Sans"/>
              </a:defRPr>
            </a:lvl5pPr>
            <a:lvl6pPr algn="ctr">
              <a:lnSpc>
                <a:spcPct val="115000"/>
              </a:lnSpc>
              <a:spcBef>
                <a:spcPts val="0"/>
              </a:spcBef>
              <a:spcAft>
                <a:spcPts val="0"/>
              </a:spcAft>
              <a:buSzPts val="2400"/>
              <a:buFont typeface="DM Sans"/>
              <a:buNone/>
              <a:defRPr sz="2400" b="1">
                <a:latin typeface="DM Sans"/>
                <a:ea typeface="DM Sans"/>
                <a:cs typeface="DM Sans"/>
              </a:defRPr>
            </a:lvl6pPr>
            <a:lvl7pPr algn="ctr">
              <a:lnSpc>
                <a:spcPct val="115000"/>
              </a:lnSpc>
              <a:spcBef>
                <a:spcPts val="0"/>
              </a:spcBef>
              <a:spcAft>
                <a:spcPts val="0"/>
              </a:spcAft>
              <a:buSzPts val="2400"/>
              <a:buFont typeface="DM Sans"/>
              <a:buNone/>
              <a:defRPr sz="2400" b="1">
                <a:latin typeface="DM Sans"/>
                <a:ea typeface="DM Sans"/>
                <a:cs typeface="DM Sans"/>
              </a:defRPr>
            </a:lvl7pPr>
            <a:lvl8pPr algn="ctr">
              <a:lnSpc>
                <a:spcPct val="115000"/>
              </a:lnSpc>
              <a:spcBef>
                <a:spcPts val="0"/>
              </a:spcBef>
              <a:spcAft>
                <a:spcPts val="0"/>
              </a:spcAft>
              <a:buSzPts val="2400"/>
              <a:buFont typeface="DM Sans"/>
              <a:buNone/>
              <a:defRPr sz="2400" b="1">
                <a:latin typeface="DM Sans"/>
                <a:ea typeface="DM Sans"/>
                <a:cs typeface="DM Sans"/>
              </a:defRPr>
            </a:lvl8pPr>
            <a:lvl9pPr algn="ctr">
              <a:lnSpc>
                <a:spcPct val="115000"/>
              </a:lnSpc>
              <a:spcBef>
                <a:spcPts val="0"/>
              </a:spcBef>
              <a:spcAft>
                <a:spcPts val="0"/>
              </a:spcAft>
              <a:buSzPts val="2400"/>
              <a:buFont typeface="DM Sans"/>
              <a:buNone/>
              <a:defRPr sz="2400" b="1">
                <a:latin typeface="DM Sans"/>
                <a:ea typeface="DM Sans"/>
                <a:cs typeface="DM Sans"/>
              </a:defRPr>
            </a:lvl9pPr>
          </a:lstStyle>
          <a:p/>
        </p:txBody>
      </p:sp>
      <p:sp>
        <p:nvSpPr>
          <p:cNvPr id="197" name="Google Shape;197;p25"/>
          <p:cNvSpPr>
            <a:spLocks noGrp="1"/>
          </p:cNvSpPr>
          <p:nvPr>
            <p:ph type="subTitle" idx="7"/>
          </p:nvPr>
        </p:nvSpPr>
        <p:spPr>
          <a:xfrm>
            <a:off x="1747650" y="2799575"/>
            <a:ext cx="2626800" cy="482400"/>
          </a:xfrm>
          <a:prstGeom prst="rect">
            <a:avLst/>
          </a:prstGeom>
          <a:ln>
            <a:noFill/>
          </a:ln>
        </p:spPr>
        <p:txBody>
          <a:bodyPr spcFirstLastPara="1" wrap="square" lIns="91425" tIns="91425" rIns="91425" bIns="91425" anchor="b">
            <a:noAutofit/>
          </a:bodyPr>
          <a:lstStyle>
            <a:lvl1pPr>
              <a:lnSpc>
                <a:spcPct val="115000"/>
              </a:lnSpc>
              <a:spcBef>
                <a:spcPts val="0"/>
              </a:spcBef>
              <a:spcAft>
                <a:spcPts val="0"/>
              </a:spcAft>
              <a:buSzPts val="2400"/>
              <a:buFont typeface="DM Sans"/>
              <a:buNone/>
              <a:defRPr sz="2000" b="1">
                <a:latin typeface="Poppins"/>
                <a:ea typeface="Poppins"/>
                <a:cs typeface="Poppins"/>
              </a:defRPr>
            </a:lvl1pPr>
            <a:lvl2pPr algn="ctr">
              <a:lnSpc>
                <a:spcPct val="115000"/>
              </a:lnSpc>
              <a:spcBef>
                <a:spcPts val="0"/>
              </a:spcBef>
              <a:spcAft>
                <a:spcPts val="0"/>
              </a:spcAft>
              <a:buSzPts val="2400"/>
              <a:buFont typeface="DM Sans"/>
              <a:buNone/>
              <a:defRPr sz="2400" b="1">
                <a:latin typeface="DM Sans"/>
                <a:ea typeface="DM Sans"/>
                <a:cs typeface="DM Sans"/>
              </a:defRPr>
            </a:lvl2pPr>
            <a:lvl3pPr algn="ctr">
              <a:lnSpc>
                <a:spcPct val="115000"/>
              </a:lnSpc>
              <a:spcBef>
                <a:spcPts val="0"/>
              </a:spcBef>
              <a:spcAft>
                <a:spcPts val="0"/>
              </a:spcAft>
              <a:buSzPts val="2400"/>
              <a:buFont typeface="DM Sans"/>
              <a:buNone/>
              <a:defRPr sz="2400" b="1">
                <a:latin typeface="DM Sans"/>
                <a:ea typeface="DM Sans"/>
                <a:cs typeface="DM Sans"/>
              </a:defRPr>
            </a:lvl3pPr>
            <a:lvl4pPr algn="ctr">
              <a:lnSpc>
                <a:spcPct val="115000"/>
              </a:lnSpc>
              <a:spcBef>
                <a:spcPts val="0"/>
              </a:spcBef>
              <a:spcAft>
                <a:spcPts val="0"/>
              </a:spcAft>
              <a:buSzPts val="2400"/>
              <a:buFont typeface="DM Sans"/>
              <a:buNone/>
              <a:defRPr sz="2400" b="1">
                <a:latin typeface="DM Sans"/>
                <a:ea typeface="DM Sans"/>
                <a:cs typeface="DM Sans"/>
              </a:defRPr>
            </a:lvl4pPr>
            <a:lvl5pPr algn="ctr">
              <a:lnSpc>
                <a:spcPct val="115000"/>
              </a:lnSpc>
              <a:spcBef>
                <a:spcPts val="0"/>
              </a:spcBef>
              <a:spcAft>
                <a:spcPts val="0"/>
              </a:spcAft>
              <a:buSzPts val="2400"/>
              <a:buFont typeface="DM Sans"/>
              <a:buNone/>
              <a:defRPr sz="2400" b="1">
                <a:latin typeface="DM Sans"/>
                <a:ea typeface="DM Sans"/>
                <a:cs typeface="DM Sans"/>
              </a:defRPr>
            </a:lvl5pPr>
            <a:lvl6pPr algn="ctr">
              <a:lnSpc>
                <a:spcPct val="115000"/>
              </a:lnSpc>
              <a:spcBef>
                <a:spcPts val="0"/>
              </a:spcBef>
              <a:spcAft>
                <a:spcPts val="0"/>
              </a:spcAft>
              <a:buSzPts val="2400"/>
              <a:buFont typeface="DM Sans"/>
              <a:buNone/>
              <a:defRPr sz="2400" b="1">
                <a:latin typeface="DM Sans"/>
                <a:ea typeface="DM Sans"/>
                <a:cs typeface="DM Sans"/>
              </a:defRPr>
            </a:lvl6pPr>
            <a:lvl7pPr algn="ctr">
              <a:lnSpc>
                <a:spcPct val="115000"/>
              </a:lnSpc>
              <a:spcBef>
                <a:spcPts val="0"/>
              </a:spcBef>
              <a:spcAft>
                <a:spcPts val="0"/>
              </a:spcAft>
              <a:buSzPts val="2400"/>
              <a:buFont typeface="DM Sans"/>
              <a:buNone/>
              <a:defRPr sz="2400" b="1">
                <a:latin typeface="DM Sans"/>
                <a:ea typeface="DM Sans"/>
                <a:cs typeface="DM Sans"/>
              </a:defRPr>
            </a:lvl7pPr>
            <a:lvl8pPr algn="ctr">
              <a:lnSpc>
                <a:spcPct val="115000"/>
              </a:lnSpc>
              <a:spcBef>
                <a:spcPts val="0"/>
              </a:spcBef>
              <a:spcAft>
                <a:spcPts val="0"/>
              </a:spcAft>
              <a:buSzPts val="2400"/>
              <a:buFont typeface="DM Sans"/>
              <a:buNone/>
              <a:defRPr sz="2400" b="1">
                <a:latin typeface="DM Sans"/>
                <a:ea typeface="DM Sans"/>
                <a:cs typeface="DM Sans"/>
              </a:defRPr>
            </a:lvl8pPr>
            <a:lvl9pPr algn="ctr">
              <a:lnSpc>
                <a:spcPct val="115000"/>
              </a:lnSpc>
              <a:spcBef>
                <a:spcPts val="0"/>
              </a:spcBef>
              <a:spcAft>
                <a:spcPts val="0"/>
              </a:spcAft>
              <a:buSzPts val="2400"/>
              <a:buFont typeface="DM Sans"/>
              <a:buNone/>
              <a:defRPr sz="2400" b="1">
                <a:latin typeface="DM Sans"/>
                <a:ea typeface="DM Sans"/>
                <a:cs typeface="DM Sans"/>
              </a:defRPr>
            </a:lvl9pPr>
          </a:lstStyle>
          <a:p/>
        </p:txBody>
      </p:sp>
      <p:sp>
        <p:nvSpPr>
          <p:cNvPr id="198" name="Google Shape;198;p25"/>
          <p:cNvSpPr>
            <a:spLocks noGrp="1"/>
          </p:cNvSpPr>
          <p:nvPr>
            <p:ph type="subTitle" idx="8"/>
          </p:nvPr>
        </p:nvSpPr>
        <p:spPr>
          <a:xfrm>
            <a:off x="5186100" y="2799575"/>
            <a:ext cx="2626800" cy="482400"/>
          </a:xfrm>
          <a:prstGeom prst="rect">
            <a:avLst/>
          </a:prstGeom>
          <a:ln>
            <a:noFill/>
          </a:ln>
        </p:spPr>
        <p:txBody>
          <a:bodyPr spcFirstLastPara="1" wrap="square" lIns="91425" tIns="91425" rIns="91425" bIns="91425" anchor="b">
            <a:noAutofit/>
          </a:bodyPr>
          <a:lstStyle>
            <a:lvl1pPr>
              <a:lnSpc>
                <a:spcPct val="115000"/>
              </a:lnSpc>
              <a:spcBef>
                <a:spcPts val="0"/>
              </a:spcBef>
              <a:spcAft>
                <a:spcPts val="0"/>
              </a:spcAft>
              <a:buSzPts val="2400"/>
              <a:buFont typeface="DM Sans"/>
              <a:buNone/>
              <a:defRPr sz="2000" b="1">
                <a:latin typeface="Poppins"/>
                <a:ea typeface="Poppins"/>
                <a:cs typeface="Poppins"/>
              </a:defRPr>
            </a:lvl1pPr>
            <a:lvl2pPr algn="ctr">
              <a:lnSpc>
                <a:spcPct val="115000"/>
              </a:lnSpc>
              <a:spcBef>
                <a:spcPts val="0"/>
              </a:spcBef>
              <a:spcAft>
                <a:spcPts val="0"/>
              </a:spcAft>
              <a:buSzPts val="2400"/>
              <a:buFont typeface="DM Sans"/>
              <a:buNone/>
              <a:defRPr sz="2400" b="1">
                <a:latin typeface="DM Sans"/>
                <a:ea typeface="DM Sans"/>
                <a:cs typeface="DM Sans"/>
              </a:defRPr>
            </a:lvl2pPr>
            <a:lvl3pPr algn="ctr">
              <a:lnSpc>
                <a:spcPct val="115000"/>
              </a:lnSpc>
              <a:spcBef>
                <a:spcPts val="0"/>
              </a:spcBef>
              <a:spcAft>
                <a:spcPts val="0"/>
              </a:spcAft>
              <a:buSzPts val="2400"/>
              <a:buFont typeface="DM Sans"/>
              <a:buNone/>
              <a:defRPr sz="2400" b="1">
                <a:latin typeface="DM Sans"/>
                <a:ea typeface="DM Sans"/>
                <a:cs typeface="DM Sans"/>
              </a:defRPr>
            </a:lvl3pPr>
            <a:lvl4pPr algn="ctr">
              <a:lnSpc>
                <a:spcPct val="115000"/>
              </a:lnSpc>
              <a:spcBef>
                <a:spcPts val="0"/>
              </a:spcBef>
              <a:spcAft>
                <a:spcPts val="0"/>
              </a:spcAft>
              <a:buSzPts val="2400"/>
              <a:buFont typeface="DM Sans"/>
              <a:buNone/>
              <a:defRPr sz="2400" b="1">
                <a:latin typeface="DM Sans"/>
                <a:ea typeface="DM Sans"/>
                <a:cs typeface="DM Sans"/>
              </a:defRPr>
            </a:lvl4pPr>
            <a:lvl5pPr algn="ctr">
              <a:lnSpc>
                <a:spcPct val="115000"/>
              </a:lnSpc>
              <a:spcBef>
                <a:spcPts val="0"/>
              </a:spcBef>
              <a:spcAft>
                <a:spcPts val="0"/>
              </a:spcAft>
              <a:buSzPts val="2400"/>
              <a:buFont typeface="DM Sans"/>
              <a:buNone/>
              <a:defRPr sz="2400" b="1">
                <a:latin typeface="DM Sans"/>
                <a:ea typeface="DM Sans"/>
                <a:cs typeface="DM Sans"/>
              </a:defRPr>
            </a:lvl5pPr>
            <a:lvl6pPr algn="ctr">
              <a:lnSpc>
                <a:spcPct val="115000"/>
              </a:lnSpc>
              <a:spcBef>
                <a:spcPts val="0"/>
              </a:spcBef>
              <a:spcAft>
                <a:spcPts val="0"/>
              </a:spcAft>
              <a:buSzPts val="2400"/>
              <a:buFont typeface="DM Sans"/>
              <a:buNone/>
              <a:defRPr sz="2400" b="1">
                <a:latin typeface="DM Sans"/>
                <a:ea typeface="DM Sans"/>
                <a:cs typeface="DM Sans"/>
              </a:defRPr>
            </a:lvl6pPr>
            <a:lvl7pPr algn="ctr">
              <a:lnSpc>
                <a:spcPct val="115000"/>
              </a:lnSpc>
              <a:spcBef>
                <a:spcPts val="0"/>
              </a:spcBef>
              <a:spcAft>
                <a:spcPts val="0"/>
              </a:spcAft>
              <a:buSzPts val="2400"/>
              <a:buFont typeface="DM Sans"/>
              <a:buNone/>
              <a:defRPr sz="2400" b="1">
                <a:latin typeface="DM Sans"/>
                <a:ea typeface="DM Sans"/>
                <a:cs typeface="DM Sans"/>
              </a:defRPr>
            </a:lvl7pPr>
            <a:lvl8pPr algn="ctr">
              <a:lnSpc>
                <a:spcPct val="115000"/>
              </a:lnSpc>
              <a:spcBef>
                <a:spcPts val="0"/>
              </a:spcBef>
              <a:spcAft>
                <a:spcPts val="0"/>
              </a:spcAft>
              <a:buSzPts val="2400"/>
              <a:buFont typeface="DM Sans"/>
              <a:buNone/>
              <a:defRPr sz="2400" b="1">
                <a:latin typeface="DM Sans"/>
                <a:ea typeface="DM Sans"/>
                <a:cs typeface="DM Sans"/>
              </a:defRPr>
            </a:lvl8pPr>
            <a:lvl9pPr algn="ctr">
              <a:lnSpc>
                <a:spcPct val="115000"/>
              </a:lnSpc>
              <a:spcBef>
                <a:spcPts val="0"/>
              </a:spcBef>
              <a:spcAft>
                <a:spcPts val="0"/>
              </a:spcAft>
              <a:buSzPts val="2400"/>
              <a:buFont typeface="DM Sans"/>
              <a:buNone/>
              <a:defRPr sz="2400" b="1">
                <a:latin typeface="DM Sans"/>
                <a:ea typeface="DM Sans"/>
                <a:cs typeface="DM Sans"/>
              </a:defRPr>
            </a:lvl9pPr>
          </a:lstStyle>
          <a:p/>
        </p:txBody>
      </p:sp>
      <p:sp>
        <p:nvSpPr>
          <p:cNvPr id="200" name="Google Shape;200;p25"/>
          <p:cNvSpPr>
            <a:spLocks noGrp="1"/>
          </p:cNvSpPr>
          <p:nvPr/>
        </p:nvSpPr>
        <p:spPr>
          <a:xfrm rot="-5400000">
            <a:off x="9880775" y="-1781803"/>
            <a:ext cx="604500" cy="4031400"/>
          </a:xfrm>
          <a:prstGeom prst="roundRect">
            <a:avLst>
              <a:gd name="adj" fmla="val 50000"/>
            </a:avLst>
          </a:prstGeom>
          <a:solidFill>
            <a:schemeClr val="dk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201" name="Google Shape;201;p25"/>
          <p:cNvSpPr>
            <a:spLocks noGrp="1"/>
          </p:cNvSpPr>
          <p:nvPr/>
        </p:nvSpPr>
        <p:spPr>
          <a:xfrm rot="-5400000">
            <a:off x="9588139" y="-734549"/>
            <a:ext cx="604500" cy="2794500"/>
          </a:xfrm>
          <a:prstGeom prst="roundRect">
            <a:avLst>
              <a:gd name="adj" fmla="val 50000"/>
            </a:avLst>
          </a:prstGeom>
          <a:solidFill>
            <a:srgbClr val="74CEC4">
              <a:alpha val="60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202" name="Google Shape;202;p25"/>
          <p:cNvSpPr>
            <a:spLocks noGrp="1"/>
          </p:cNvSpPr>
          <p:nvPr/>
        </p:nvSpPr>
        <p:spPr>
          <a:xfrm rot="5400000">
            <a:off x="-895500" y="3040351"/>
            <a:ext cx="604500" cy="4031400"/>
          </a:xfrm>
          <a:prstGeom prst="roundRect">
            <a:avLst>
              <a:gd name="adj" fmla="val 50000"/>
            </a:avLst>
          </a:prstGeom>
          <a:solidFill>
            <a:schemeClr val="dk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203" name="Google Shape;203;p25"/>
          <p:cNvSpPr>
            <a:spLocks noGrp="1"/>
          </p:cNvSpPr>
          <p:nvPr/>
        </p:nvSpPr>
        <p:spPr>
          <a:xfrm rot="5400000">
            <a:off x="-380001" y="3806300"/>
            <a:ext cx="604500" cy="1641900"/>
          </a:xfrm>
          <a:prstGeom prst="roundRect">
            <a:avLst>
              <a:gd name="adj" fmla="val 50000"/>
            </a:avLst>
          </a:prstGeom>
          <a:solidFill>
            <a:srgbClr val="F2557A">
              <a:alpha val="65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six columns">
  <p:cSld name="CUSTOM_7_1">
    <p:spTree>
      <p:nvGrpSpPr>
        <p:cNvPr id="1" name=""/>
        <p:cNvGrpSpPr/>
        <p:nvPr/>
      </p:nvGrpSpPr>
      <p:grpSpPr/>
      <p:sp>
        <p:nvSpPr>
          <p:cNvPr id="205" name="Google Shape;205;p26"/>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p:txBody>
      </p:sp>
      <p:sp>
        <p:nvSpPr>
          <p:cNvPr id="206" name="Google Shape;206;p26"/>
          <p:cNvSpPr>
            <a:spLocks noGrp="1"/>
          </p:cNvSpPr>
          <p:nvPr>
            <p:ph type="subTitle" idx="1"/>
          </p:nvPr>
        </p:nvSpPr>
        <p:spPr>
          <a:xfrm>
            <a:off x="1046381" y="2149200"/>
            <a:ext cx="2066100" cy="635400"/>
          </a:xfrm>
          <a:prstGeom prst="rect">
            <a:avLst/>
          </a:prstGeom>
          <a:ln>
            <a:noFill/>
          </a:ln>
        </p:spPr>
        <p:txBody>
          <a:bodyPr spcFirstLastPara="1" wrap="square" lIns="91425" tIns="91425" rIns="91425" bIns="91425" anchor="t">
            <a:noAutofit/>
          </a:bodyPr>
          <a:lstStyle>
            <a:lvl1pPr algn="ctr">
              <a:lnSpc>
                <a:spcPct val="115000"/>
              </a:lnSpc>
              <a:spcBef>
                <a:spcPts val="0"/>
              </a:spcBef>
              <a:spcAft>
                <a:spcPts val="0"/>
              </a:spcAft>
              <a:buSzPts val="1400"/>
              <a:buNone/>
              <a:defRPr sz="1400"/>
            </a:lvl1pPr>
            <a:lvl2pPr algn="ctr">
              <a:lnSpc>
                <a:spcPct val="115000"/>
              </a:lnSpc>
              <a:spcBef>
                <a:spcPts val="0"/>
              </a:spcBef>
              <a:spcAft>
                <a:spcPts val="0"/>
              </a:spcAft>
              <a:buSzPts val="1400"/>
              <a:buNone/>
              <a:defRPr/>
            </a:lvl2pPr>
            <a:lvl3pPr algn="ctr">
              <a:lnSpc>
                <a:spcPct val="115000"/>
              </a:lnSpc>
              <a:spcBef>
                <a:spcPts val="0"/>
              </a:spcBef>
              <a:spcAft>
                <a:spcPts val="0"/>
              </a:spcAft>
              <a:buSzPts val="1400"/>
              <a:buNone/>
              <a:defRPr/>
            </a:lvl3pPr>
            <a:lvl4pPr algn="ctr">
              <a:lnSpc>
                <a:spcPct val="115000"/>
              </a:lnSpc>
              <a:spcBef>
                <a:spcPts val="0"/>
              </a:spcBef>
              <a:spcAft>
                <a:spcPts val="0"/>
              </a:spcAft>
              <a:buSzPts val="1400"/>
              <a:buNone/>
              <a:defRPr/>
            </a:lvl4pPr>
            <a:lvl5pPr algn="ctr">
              <a:lnSpc>
                <a:spcPct val="115000"/>
              </a:lnSpc>
              <a:spcBef>
                <a:spcPts val="0"/>
              </a:spcBef>
              <a:spcAft>
                <a:spcPts val="0"/>
              </a:spcAft>
              <a:buSzPts val="1400"/>
              <a:buNone/>
              <a:defRPr/>
            </a:lvl5pPr>
            <a:lvl6pPr algn="ctr">
              <a:lnSpc>
                <a:spcPct val="115000"/>
              </a:lnSpc>
              <a:spcBef>
                <a:spcPts val="0"/>
              </a:spcBef>
              <a:spcAft>
                <a:spcPts val="0"/>
              </a:spcAft>
              <a:buSzPts val="1400"/>
              <a:buNone/>
              <a:defRPr/>
            </a:lvl6pPr>
            <a:lvl7pPr algn="ctr">
              <a:lnSpc>
                <a:spcPct val="115000"/>
              </a:lnSpc>
              <a:spcBef>
                <a:spcPts val="0"/>
              </a:spcBef>
              <a:spcAft>
                <a:spcPts val="0"/>
              </a:spcAft>
              <a:buSzPts val="1400"/>
              <a:buNone/>
              <a:defRPr/>
            </a:lvl7pPr>
            <a:lvl8pPr algn="ctr">
              <a:lnSpc>
                <a:spcPct val="115000"/>
              </a:lnSpc>
              <a:spcBef>
                <a:spcPts val="0"/>
              </a:spcBef>
              <a:spcAft>
                <a:spcPts val="0"/>
              </a:spcAft>
              <a:buSzPts val="1400"/>
              <a:buNone/>
              <a:defRPr/>
            </a:lvl8pPr>
            <a:lvl9pPr algn="ctr">
              <a:lnSpc>
                <a:spcPct val="115000"/>
              </a:lnSpc>
              <a:spcBef>
                <a:spcPts val="0"/>
              </a:spcBef>
              <a:spcAft>
                <a:spcPts val="0"/>
              </a:spcAft>
              <a:buSzPts val="1400"/>
              <a:buNone/>
              <a:defRPr/>
            </a:lvl9pPr>
          </a:lstStyle>
          <a:p/>
        </p:txBody>
      </p:sp>
      <p:sp>
        <p:nvSpPr>
          <p:cNvPr id="207" name="Google Shape;207;p26"/>
          <p:cNvSpPr>
            <a:spLocks noGrp="1"/>
          </p:cNvSpPr>
          <p:nvPr>
            <p:ph type="subTitle" idx="2"/>
          </p:nvPr>
        </p:nvSpPr>
        <p:spPr>
          <a:xfrm>
            <a:off x="3538950" y="2149200"/>
            <a:ext cx="2066100" cy="635400"/>
          </a:xfrm>
          <a:prstGeom prst="rect">
            <a:avLst/>
          </a:prstGeom>
          <a:ln>
            <a:noFill/>
          </a:ln>
        </p:spPr>
        <p:txBody>
          <a:bodyPr spcFirstLastPara="1" wrap="square" lIns="91425" tIns="91425" rIns="91425" bIns="91425" anchor="t">
            <a:noAutofit/>
          </a:bodyPr>
          <a:lstStyle>
            <a:lvl1pPr algn="ctr">
              <a:lnSpc>
                <a:spcPct val="115000"/>
              </a:lnSpc>
              <a:spcBef>
                <a:spcPts val="0"/>
              </a:spcBef>
              <a:spcAft>
                <a:spcPts val="0"/>
              </a:spcAft>
              <a:buSzPts val="1400"/>
              <a:buNone/>
              <a:defRPr sz="1400"/>
            </a:lvl1pPr>
            <a:lvl2pPr algn="ctr">
              <a:lnSpc>
                <a:spcPct val="115000"/>
              </a:lnSpc>
              <a:spcBef>
                <a:spcPts val="0"/>
              </a:spcBef>
              <a:spcAft>
                <a:spcPts val="0"/>
              </a:spcAft>
              <a:buSzPts val="1400"/>
              <a:buNone/>
              <a:defRPr/>
            </a:lvl2pPr>
            <a:lvl3pPr algn="ctr">
              <a:lnSpc>
                <a:spcPct val="115000"/>
              </a:lnSpc>
              <a:spcBef>
                <a:spcPts val="0"/>
              </a:spcBef>
              <a:spcAft>
                <a:spcPts val="0"/>
              </a:spcAft>
              <a:buSzPts val="1400"/>
              <a:buNone/>
              <a:defRPr/>
            </a:lvl3pPr>
            <a:lvl4pPr algn="ctr">
              <a:lnSpc>
                <a:spcPct val="115000"/>
              </a:lnSpc>
              <a:spcBef>
                <a:spcPts val="0"/>
              </a:spcBef>
              <a:spcAft>
                <a:spcPts val="0"/>
              </a:spcAft>
              <a:buSzPts val="1400"/>
              <a:buNone/>
              <a:defRPr/>
            </a:lvl4pPr>
            <a:lvl5pPr algn="ctr">
              <a:lnSpc>
                <a:spcPct val="115000"/>
              </a:lnSpc>
              <a:spcBef>
                <a:spcPts val="0"/>
              </a:spcBef>
              <a:spcAft>
                <a:spcPts val="0"/>
              </a:spcAft>
              <a:buSzPts val="1400"/>
              <a:buNone/>
              <a:defRPr/>
            </a:lvl5pPr>
            <a:lvl6pPr algn="ctr">
              <a:lnSpc>
                <a:spcPct val="115000"/>
              </a:lnSpc>
              <a:spcBef>
                <a:spcPts val="0"/>
              </a:spcBef>
              <a:spcAft>
                <a:spcPts val="0"/>
              </a:spcAft>
              <a:buSzPts val="1400"/>
              <a:buNone/>
              <a:defRPr/>
            </a:lvl6pPr>
            <a:lvl7pPr algn="ctr">
              <a:lnSpc>
                <a:spcPct val="115000"/>
              </a:lnSpc>
              <a:spcBef>
                <a:spcPts val="0"/>
              </a:spcBef>
              <a:spcAft>
                <a:spcPts val="0"/>
              </a:spcAft>
              <a:buSzPts val="1400"/>
              <a:buNone/>
              <a:defRPr/>
            </a:lvl7pPr>
            <a:lvl8pPr algn="ctr">
              <a:lnSpc>
                <a:spcPct val="115000"/>
              </a:lnSpc>
              <a:spcBef>
                <a:spcPts val="0"/>
              </a:spcBef>
              <a:spcAft>
                <a:spcPts val="0"/>
              </a:spcAft>
              <a:buSzPts val="1400"/>
              <a:buNone/>
              <a:defRPr/>
            </a:lvl8pPr>
            <a:lvl9pPr algn="ctr">
              <a:lnSpc>
                <a:spcPct val="115000"/>
              </a:lnSpc>
              <a:spcBef>
                <a:spcPts val="0"/>
              </a:spcBef>
              <a:spcAft>
                <a:spcPts val="0"/>
              </a:spcAft>
              <a:buSzPts val="1400"/>
              <a:buNone/>
              <a:defRPr/>
            </a:lvl9pPr>
          </a:lstStyle>
          <a:p/>
        </p:txBody>
      </p:sp>
      <p:sp>
        <p:nvSpPr>
          <p:cNvPr id="208" name="Google Shape;208;p26"/>
          <p:cNvSpPr>
            <a:spLocks noGrp="1"/>
          </p:cNvSpPr>
          <p:nvPr>
            <p:ph type="subTitle" idx="3"/>
          </p:nvPr>
        </p:nvSpPr>
        <p:spPr>
          <a:xfrm>
            <a:off x="1046381" y="3840500"/>
            <a:ext cx="2066100" cy="635400"/>
          </a:xfrm>
          <a:prstGeom prst="rect">
            <a:avLst/>
          </a:prstGeom>
          <a:ln>
            <a:noFill/>
          </a:ln>
        </p:spPr>
        <p:txBody>
          <a:bodyPr spcFirstLastPara="1" wrap="square" lIns="91425" tIns="91425" rIns="91425" bIns="91425" anchor="t">
            <a:noAutofit/>
          </a:bodyPr>
          <a:lstStyle>
            <a:lvl1pPr algn="ctr">
              <a:lnSpc>
                <a:spcPct val="115000"/>
              </a:lnSpc>
              <a:spcBef>
                <a:spcPts val="0"/>
              </a:spcBef>
              <a:spcAft>
                <a:spcPts val="0"/>
              </a:spcAft>
              <a:buSzPts val="1400"/>
              <a:buNone/>
              <a:defRPr sz="1400"/>
            </a:lvl1pPr>
            <a:lvl2pPr algn="ctr">
              <a:lnSpc>
                <a:spcPct val="115000"/>
              </a:lnSpc>
              <a:spcBef>
                <a:spcPts val="0"/>
              </a:spcBef>
              <a:spcAft>
                <a:spcPts val="0"/>
              </a:spcAft>
              <a:buSzPts val="1400"/>
              <a:buNone/>
              <a:defRPr/>
            </a:lvl2pPr>
            <a:lvl3pPr algn="ctr">
              <a:lnSpc>
                <a:spcPct val="115000"/>
              </a:lnSpc>
              <a:spcBef>
                <a:spcPts val="0"/>
              </a:spcBef>
              <a:spcAft>
                <a:spcPts val="0"/>
              </a:spcAft>
              <a:buSzPts val="1400"/>
              <a:buNone/>
              <a:defRPr/>
            </a:lvl3pPr>
            <a:lvl4pPr algn="ctr">
              <a:lnSpc>
                <a:spcPct val="115000"/>
              </a:lnSpc>
              <a:spcBef>
                <a:spcPts val="0"/>
              </a:spcBef>
              <a:spcAft>
                <a:spcPts val="0"/>
              </a:spcAft>
              <a:buSzPts val="1400"/>
              <a:buNone/>
              <a:defRPr/>
            </a:lvl4pPr>
            <a:lvl5pPr algn="ctr">
              <a:lnSpc>
                <a:spcPct val="115000"/>
              </a:lnSpc>
              <a:spcBef>
                <a:spcPts val="0"/>
              </a:spcBef>
              <a:spcAft>
                <a:spcPts val="0"/>
              </a:spcAft>
              <a:buSzPts val="1400"/>
              <a:buNone/>
              <a:defRPr/>
            </a:lvl5pPr>
            <a:lvl6pPr algn="ctr">
              <a:lnSpc>
                <a:spcPct val="115000"/>
              </a:lnSpc>
              <a:spcBef>
                <a:spcPts val="0"/>
              </a:spcBef>
              <a:spcAft>
                <a:spcPts val="0"/>
              </a:spcAft>
              <a:buSzPts val="1400"/>
              <a:buNone/>
              <a:defRPr/>
            </a:lvl6pPr>
            <a:lvl7pPr algn="ctr">
              <a:lnSpc>
                <a:spcPct val="115000"/>
              </a:lnSpc>
              <a:spcBef>
                <a:spcPts val="0"/>
              </a:spcBef>
              <a:spcAft>
                <a:spcPts val="0"/>
              </a:spcAft>
              <a:buSzPts val="1400"/>
              <a:buNone/>
              <a:defRPr/>
            </a:lvl7pPr>
            <a:lvl8pPr algn="ctr">
              <a:lnSpc>
                <a:spcPct val="115000"/>
              </a:lnSpc>
              <a:spcBef>
                <a:spcPts val="0"/>
              </a:spcBef>
              <a:spcAft>
                <a:spcPts val="0"/>
              </a:spcAft>
              <a:buSzPts val="1400"/>
              <a:buNone/>
              <a:defRPr/>
            </a:lvl8pPr>
            <a:lvl9pPr algn="ctr">
              <a:lnSpc>
                <a:spcPct val="115000"/>
              </a:lnSpc>
              <a:spcBef>
                <a:spcPts val="0"/>
              </a:spcBef>
              <a:spcAft>
                <a:spcPts val="0"/>
              </a:spcAft>
              <a:buSzPts val="1400"/>
              <a:buNone/>
              <a:defRPr/>
            </a:lvl9pPr>
          </a:lstStyle>
          <a:p/>
        </p:txBody>
      </p:sp>
      <p:sp>
        <p:nvSpPr>
          <p:cNvPr id="209" name="Google Shape;209;p26"/>
          <p:cNvSpPr>
            <a:spLocks noGrp="1"/>
          </p:cNvSpPr>
          <p:nvPr>
            <p:ph type="subTitle" idx="4"/>
          </p:nvPr>
        </p:nvSpPr>
        <p:spPr>
          <a:xfrm>
            <a:off x="3538950" y="3840500"/>
            <a:ext cx="2066100" cy="635400"/>
          </a:xfrm>
          <a:prstGeom prst="rect">
            <a:avLst/>
          </a:prstGeom>
          <a:ln>
            <a:noFill/>
          </a:ln>
        </p:spPr>
        <p:txBody>
          <a:bodyPr spcFirstLastPara="1" wrap="square" lIns="91425" tIns="91425" rIns="91425" bIns="91425" anchor="t">
            <a:noAutofit/>
          </a:bodyPr>
          <a:lstStyle>
            <a:lvl1pPr algn="ctr">
              <a:lnSpc>
                <a:spcPct val="115000"/>
              </a:lnSpc>
              <a:spcBef>
                <a:spcPts val="0"/>
              </a:spcBef>
              <a:spcAft>
                <a:spcPts val="0"/>
              </a:spcAft>
              <a:buSzPts val="1400"/>
              <a:buNone/>
              <a:defRPr sz="1400"/>
            </a:lvl1pPr>
            <a:lvl2pPr algn="ctr">
              <a:lnSpc>
                <a:spcPct val="115000"/>
              </a:lnSpc>
              <a:spcBef>
                <a:spcPts val="0"/>
              </a:spcBef>
              <a:spcAft>
                <a:spcPts val="0"/>
              </a:spcAft>
              <a:buSzPts val="1400"/>
              <a:buNone/>
              <a:defRPr/>
            </a:lvl2pPr>
            <a:lvl3pPr algn="ctr">
              <a:lnSpc>
                <a:spcPct val="115000"/>
              </a:lnSpc>
              <a:spcBef>
                <a:spcPts val="0"/>
              </a:spcBef>
              <a:spcAft>
                <a:spcPts val="0"/>
              </a:spcAft>
              <a:buSzPts val="1400"/>
              <a:buNone/>
              <a:defRPr/>
            </a:lvl3pPr>
            <a:lvl4pPr algn="ctr">
              <a:lnSpc>
                <a:spcPct val="115000"/>
              </a:lnSpc>
              <a:spcBef>
                <a:spcPts val="0"/>
              </a:spcBef>
              <a:spcAft>
                <a:spcPts val="0"/>
              </a:spcAft>
              <a:buSzPts val="1400"/>
              <a:buNone/>
              <a:defRPr/>
            </a:lvl4pPr>
            <a:lvl5pPr algn="ctr">
              <a:lnSpc>
                <a:spcPct val="115000"/>
              </a:lnSpc>
              <a:spcBef>
                <a:spcPts val="0"/>
              </a:spcBef>
              <a:spcAft>
                <a:spcPts val="0"/>
              </a:spcAft>
              <a:buSzPts val="1400"/>
              <a:buNone/>
              <a:defRPr/>
            </a:lvl5pPr>
            <a:lvl6pPr algn="ctr">
              <a:lnSpc>
                <a:spcPct val="115000"/>
              </a:lnSpc>
              <a:spcBef>
                <a:spcPts val="0"/>
              </a:spcBef>
              <a:spcAft>
                <a:spcPts val="0"/>
              </a:spcAft>
              <a:buSzPts val="1400"/>
              <a:buNone/>
              <a:defRPr/>
            </a:lvl6pPr>
            <a:lvl7pPr algn="ctr">
              <a:lnSpc>
                <a:spcPct val="115000"/>
              </a:lnSpc>
              <a:spcBef>
                <a:spcPts val="0"/>
              </a:spcBef>
              <a:spcAft>
                <a:spcPts val="0"/>
              </a:spcAft>
              <a:buSzPts val="1400"/>
              <a:buNone/>
              <a:defRPr/>
            </a:lvl7pPr>
            <a:lvl8pPr algn="ctr">
              <a:lnSpc>
                <a:spcPct val="115000"/>
              </a:lnSpc>
              <a:spcBef>
                <a:spcPts val="0"/>
              </a:spcBef>
              <a:spcAft>
                <a:spcPts val="0"/>
              </a:spcAft>
              <a:buSzPts val="1400"/>
              <a:buNone/>
              <a:defRPr/>
            </a:lvl8pPr>
            <a:lvl9pPr algn="ctr">
              <a:lnSpc>
                <a:spcPct val="115000"/>
              </a:lnSpc>
              <a:spcBef>
                <a:spcPts val="0"/>
              </a:spcBef>
              <a:spcAft>
                <a:spcPts val="0"/>
              </a:spcAft>
              <a:buSzPts val="1400"/>
              <a:buNone/>
              <a:defRPr/>
            </a:lvl9pPr>
          </a:lstStyle>
          <a:p/>
        </p:txBody>
      </p:sp>
      <p:sp>
        <p:nvSpPr>
          <p:cNvPr id="210" name="Google Shape;210;p26"/>
          <p:cNvSpPr>
            <a:spLocks noGrp="1"/>
          </p:cNvSpPr>
          <p:nvPr>
            <p:ph type="subTitle" idx="5"/>
          </p:nvPr>
        </p:nvSpPr>
        <p:spPr>
          <a:xfrm>
            <a:off x="6031519" y="2149200"/>
            <a:ext cx="2066100" cy="635400"/>
          </a:xfrm>
          <a:prstGeom prst="rect">
            <a:avLst/>
          </a:prstGeom>
          <a:ln>
            <a:noFill/>
          </a:ln>
        </p:spPr>
        <p:txBody>
          <a:bodyPr spcFirstLastPara="1" wrap="square" lIns="91425" tIns="91425" rIns="91425" bIns="91425" anchor="t">
            <a:noAutofit/>
          </a:bodyPr>
          <a:lstStyle>
            <a:lvl1pPr algn="ctr">
              <a:lnSpc>
                <a:spcPct val="115000"/>
              </a:lnSpc>
              <a:spcBef>
                <a:spcPts val="0"/>
              </a:spcBef>
              <a:spcAft>
                <a:spcPts val="0"/>
              </a:spcAft>
              <a:buSzPts val="1400"/>
              <a:buNone/>
              <a:defRPr sz="1400"/>
            </a:lvl1pPr>
            <a:lvl2pPr algn="ctr">
              <a:lnSpc>
                <a:spcPct val="115000"/>
              </a:lnSpc>
              <a:spcBef>
                <a:spcPts val="0"/>
              </a:spcBef>
              <a:spcAft>
                <a:spcPts val="0"/>
              </a:spcAft>
              <a:buSzPts val="1400"/>
              <a:buNone/>
              <a:defRPr/>
            </a:lvl2pPr>
            <a:lvl3pPr algn="ctr">
              <a:lnSpc>
                <a:spcPct val="115000"/>
              </a:lnSpc>
              <a:spcBef>
                <a:spcPts val="0"/>
              </a:spcBef>
              <a:spcAft>
                <a:spcPts val="0"/>
              </a:spcAft>
              <a:buSzPts val="1400"/>
              <a:buNone/>
              <a:defRPr/>
            </a:lvl3pPr>
            <a:lvl4pPr algn="ctr">
              <a:lnSpc>
                <a:spcPct val="115000"/>
              </a:lnSpc>
              <a:spcBef>
                <a:spcPts val="0"/>
              </a:spcBef>
              <a:spcAft>
                <a:spcPts val="0"/>
              </a:spcAft>
              <a:buSzPts val="1400"/>
              <a:buNone/>
              <a:defRPr/>
            </a:lvl4pPr>
            <a:lvl5pPr algn="ctr">
              <a:lnSpc>
                <a:spcPct val="115000"/>
              </a:lnSpc>
              <a:spcBef>
                <a:spcPts val="0"/>
              </a:spcBef>
              <a:spcAft>
                <a:spcPts val="0"/>
              </a:spcAft>
              <a:buSzPts val="1400"/>
              <a:buNone/>
              <a:defRPr/>
            </a:lvl5pPr>
            <a:lvl6pPr algn="ctr">
              <a:lnSpc>
                <a:spcPct val="115000"/>
              </a:lnSpc>
              <a:spcBef>
                <a:spcPts val="0"/>
              </a:spcBef>
              <a:spcAft>
                <a:spcPts val="0"/>
              </a:spcAft>
              <a:buSzPts val="1400"/>
              <a:buNone/>
              <a:defRPr/>
            </a:lvl6pPr>
            <a:lvl7pPr algn="ctr">
              <a:lnSpc>
                <a:spcPct val="115000"/>
              </a:lnSpc>
              <a:spcBef>
                <a:spcPts val="0"/>
              </a:spcBef>
              <a:spcAft>
                <a:spcPts val="0"/>
              </a:spcAft>
              <a:buSzPts val="1400"/>
              <a:buNone/>
              <a:defRPr/>
            </a:lvl7pPr>
            <a:lvl8pPr algn="ctr">
              <a:lnSpc>
                <a:spcPct val="115000"/>
              </a:lnSpc>
              <a:spcBef>
                <a:spcPts val="0"/>
              </a:spcBef>
              <a:spcAft>
                <a:spcPts val="0"/>
              </a:spcAft>
              <a:buSzPts val="1400"/>
              <a:buNone/>
              <a:defRPr/>
            </a:lvl8pPr>
            <a:lvl9pPr algn="ctr">
              <a:lnSpc>
                <a:spcPct val="115000"/>
              </a:lnSpc>
              <a:spcBef>
                <a:spcPts val="0"/>
              </a:spcBef>
              <a:spcAft>
                <a:spcPts val="0"/>
              </a:spcAft>
              <a:buSzPts val="1400"/>
              <a:buNone/>
              <a:defRPr/>
            </a:lvl9pPr>
          </a:lstStyle>
          <a:p/>
        </p:txBody>
      </p:sp>
      <p:sp>
        <p:nvSpPr>
          <p:cNvPr id="211" name="Google Shape;211;p26"/>
          <p:cNvSpPr>
            <a:spLocks noGrp="1"/>
          </p:cNvSpPr>
          <p:nvPr>
            <p:ph type="subTitle" idx="6"/>
          </p:nvPr>
        </p:nvSpPr>
        <p:spPr>
          <a:xfrm>
            <a:off x="6031519" y="3840500"/>
            <a:ext cx="2066100" cy="635400"/>
          </a:xfrm>
          <a:prstGeom prst="rect">
            <a:avLst/>
          </a:prstGeom>
          <a:ln>
            <a:noFill/>
          </a:ln>
        </p:spPr>
        <p:txBody>
          <a:bodyPr spcFirstLastPara="1" wrap="square" lIns="91425" tIns="91425" rIns="91425" bIns="91425" anchor="t">
            <a:noAutofit/>
          </a:bodyPr>
          <a:lstStyle>
            <a:lvl1pPr algn="ctr">
              <a:lnSpc>
                <a:spcPct val="115000"/>
              </a:lnSpc>
              <a:spcBef>
                <a:spcPts val="0"/>
              </a:spcBef>
              <a:spcAft>
                <a:spcPts val="0"/>
              </a:spcAft>
              <a:buSzPts val="1400"/>
              <a:buNone/>
              <a:defRPr sz="1400"/>
            </a:lvl1pPr>
            <a:lvl2pPr algn="ctr">
              <a:lnSpc>
                <a:spcPct val="115000"/>
              </a:lnSpc>
              <a:spcBef>
                <a:spcPts val="0"/>
              </a:spcBef>
              <a:spcAft>
                <a:spcPts val="0"/>
              </a:spcAft>
              <a:buSzPts val="1400"/>
              <a:buNone/>
              <a:defRPr/>
            </a:lvl2pPr>
            <a:lvl3pPr algn="ctr">
              <a:lnSpc>
                <a:spcPct val="115000"/>
              </a:lnSpc>
              <a:spcBef>
                <a:spcPts val="0"/>
              </a:spcBef>
              <a:spcAft>
                <a:spcPts val="0"/>
              </a:spcAft>
              <a:buSzPts val="1400"/>
              <a:buNone/>
              <a:defRPr/>
            </a:lvl3pPr>
            <a:lvl4pPr algn="ctr">
              <a:lnSpc>
                <a:spcPct val="115000"/>
              </a:lnSpc>
              <a:spcBef>
                <a:spcPts val="0"/>
              </a:spcBef>
              <a:spcAft>
                <a:spcPts val="0"/>
              </a:spcAft>
              <a:buSzPts val="1400"/>
              <a:buNone/>
              <a:defRPr/>
            </a:lvl4pPr>
            <a:lvl5pPr algn="ctr">
              <a:lnSpc>
                <a:spcPct val="115000"/>
              </a:lnSpc>
              <a:spcBef>
                <a:spcPts val="0"/>
              </a:spcBef>
              <a:spcAft>
                <a:spcPts val="0"/>
              </a:spcAft>
              <a:buSzPts val="1400"/>
              <a:buNone/>
              <a:defRPr/>
            </a:lvl5pPr>
            <a:lvl6pPr algn="ctr">
              <a:lnSpc>
                <a:spcPct val="115000"/>
              </a:lnSpc>
              <a:spcBef>
                <a:spcPts val="0"/>
              </a:spcBef>
              <a:spcAft>
                <a:spcPts val="0"/>
              </a:spcAft>
              <a:buSzPts val="1400"/>
              <a:buNone/>
              <a:defRPr/>
            </a:lvl6pPr>
            <a:lvl7pPr algn="ctr">
              <a:lnSpc>
                <a:spcPct val="115000"/>
              </a:lnSpc>
              <a:spcBef>
                <a:spcPts val="0"/>
              </a:spcBef>
              <a:spcAft>
                <a:spcPts val="0"/>
              </a:spcAft>
              <a:buSzPts val="1400"/>
              <a:buNone/>
              <a:defRPr/>
            </a:lvl7pPr>
            <a:lvl8pPr algn="ctr">
              <a:lnSpc>
                <a:spcPct val="115000"/>
              </a:lnSpc>
              <a:spcBef>
                <a:spcPts val="0"/>
              </a:spcBef>
              <a:spcAft>
                <a:spcPts val="0"/>
              </a:spcAft>
              <a:buSzPts val="1400"/>
              <a:buNone/>
              <a:defRPr/>
            </a:lvl8pPr>
            <a:lvl9pPr algn="ctr">
              <a:lnSpc>
                <a:spcPct val="115000"/>
              </a:lnSpc>
              <a:spcBef>
                <a:spcPts val="0"/>
              </a:spcBef>
              <a:spcAft>
                <a:spcPts val="0"/>
              </a:spcAft>
              <a:buSzPts val="1400"/>
              <a:buNone/>
              <a:defRPr/>
            </a:lvl9pPr>
          </a:lstStyle>
          <a:p/>
        </p:txBody>
      </p:sp>
      <p:sp>
        <p:nvSpPr>
          <p:cNvPr id="212" name="Google Shape;212;p26"/>
          <p:cNvSpPr>
            <a:spLocks noGrp="1"/>
          </p:cNvSpPr>
          <p:nvPr>
            <p:ph type="subTitle" idx="7"/>
          </p:nvPr>
        </p:nvSpPr>
        <p:spPr>
          <a:xfrm>
            <a:off x="1046381" y="1732975"/>
            <a:ext cx="2066100" cy="492600"/>
          </a:xfrm>
          <a:prstGeom prst="rect">
            <a:avLst/>
          </a:prstGeom>
          <a:ln>
            <a:noFill/>
          </a:ln>
        </p:spPr>
        <p:txBody>
          <a:bodyPr spcFirstLastPara="1" wrap="square" lIns="91425" tIns="91425" rIns="91425" bIns="91425" anchor="b">
            <a:noAutofit/>
          </a:bodyPr>
          <a:lstStyle>
            <a:lvl1pPr algn="ctr">
              <a:lnSpc>
                <a:spcPct val="115000"/>
              </a:lnSpc>
              <a:spcBef>
                <a:spcPts val="0"/>
              </a:spcBef>
              <a:spcAft>
                <a:spcPts val="0"/>
              </a:spcAft>
              <a:buSzPts val="2400"/>
              <a:buFont typeface="DM Sans"/>
              <a:buNone/>
              <a:defRPr sz="2000" b="1">
                <a:solidFill>
                  <a:schemeClr val="dk1"/>
                </a:solidFill>
                <a:latin typeface="Poppins"/>
                <a:ea typeface="Poppins"/>
                <a:cs typeface="Poppins"/>
              </a:defRPr>
            </a:lvl1pPr>
            <a:lvl2pPr algn="ctr">
              <a:lnSpc>
                <a:spcPct val="115000"/>
              </a:lnSpc>
              <a:spcBef>
                <a:spcPts val="0"/>
              </a:spcBef>
              <a:spcAft>
                <a:spcPts val="0"/>
              </a:spcAft>
              <a:buSzPts val="2400"/>
              <a:buFont typeface="DM Sans"/>
              <a:buNone/>
              <a:defRPr sz="2400" b="1">
                <a:latin typeface="DM Sans"/>
                <a:ea typeface="DM Sans"/>
                <a:cs typeface="DM Sans"/>
              </a:defRPr>
            </a:lvl2pPr>
            <a:lvl3pPr algn="ctr">
              <a:lnSpc>
                <a:spcPct val="115000"/>
              </a:lnSpc>
              <a:spcBef>
                <a:spcPts val="0"/>
              </a:spcBef>
              <a:spcAft>
                <a:spcPts val="0"/>
              </a:spcAft>
              <a:buSzPts val="2400"/>
              <a:buFont typeface="DM Sans"/>
              <a:buNone/>
              <a:defRPr sz="2400" b="1">
                <a:latin typeface="DM Sans"/>
                <a:ea typeface="DM Sans"/>
                <a:cs typeface="DM Sans"/>
              </a:defRPr>
            </a:lvl3pPr>
            <a:lvl4pPr algn="ctr">
              <a:lnSpc>
                <a:spcPct val="115000"/>
              </a:lnSpc>
              <a:spcBef>
                <a:spcPts val="0"/>
              </a:spcBef>
              <a:spcAft>
                <a:spcPts val="0"/>
              </a:spcAft>
              <a:buSzPts val="2400"/>
              <a:buFont typeface="DM Sans"/>
              <a:buNone/>
              <a:defRPr sz="2400" b="1">
                <a:latin typeface="DM Sans"/>
                <a:ea typeface="DM Sans"/>
                <a:cs typeface="DM Sans"/>
              </a:defRPr>
            </a:lvl4pPr>
            <a:lvl5pPr algn="ctr">
              <a:lnSpc>
                <a:spcPct val="115000"/>
              </a:lnSpc>
              <a:spcBef>
                <a:spcPts val="0"/>
              </a:spcBef>
              <a:spcAft>
                <a:spcPts val="0"/>
              </a:spcAft>
              <a:buSzPts val="2400"/>
              <a:buFont typeface="DM Sans"/>
              <a:buNone/>
              <a:defRPr sz="2400" b="1">
                <a:latin typeface="DM Sans"/>
                <a:ea typeface="DM Sans"/>
                <a:cs typeface="DM Sans"/>
              </a:defRPr>
            </a:lvl5pPr>
            <a:lvl6pPr algn="ctr">
              <a:lnSpc>
                <a:spcPct val="115000"/>
              </a:lnSpc>
              <a:spcBef>
                <a:spcPts val="0"/>
              </a:spcBef>
              <a:spcAft>
                <a:spcPts val="0"/>
              </a:spcAft>
              <a:buSzPts val="2400"/>
              <a:buFont typeface="DM Sans"/>
              <a:buNone/>
              <a:defRPr sz="2400" b="1">
                <a:latin typeface="DM Sans"/>
                <a:ea typeface="DM Sans"/>
                <a:cs typeface="DM Sans"/>
              </a:defRPr>
            </a:lvl6pPr>
            <a:lvl7pPr algn="ctr">
              <a:lnSpc>
                <a:spcPct val="115000"/>
              </a:lnSpc>
              <a:spcBef>
                <a:spcPts val="0"/>
              </a:spcBef>
              <a:spcAft>
                <a:spcPts val="0"/>
              </a:spcAft>
              <a:buSzPts val="2400"/>
              <a:buFont typeface="DM Sans"/>
              <a:buNone/>
              <a:defRPr sz="2400" b="1">
                <a:latin typeface="DM Sans"/>
                <a:ea typeface="DM Sans"/>
                <a:cs typeface="DM Sans"/>
              </a:defRPr>
            </a:lvl7pPr>
            <a:lvl8pPr algn="ctr">
              <a:lnSpc>
                <a:spcPct val="115000"/>
              </a:lnSpc>
              <a:spcBef>
                <a:spcPts val="0"/>
              </a:spcBef>
              <a:spcAft>
                <a:spcPts val="0"/>
              </a:spcAft>
              <a:buSzPts val="2400"/>
              <a:buFont typeface="DM Sans"/>
              <a:buNone/>
              <a:defRPr sz="2400" b="1">
                <a:latin typeface="DM Sans"/>
                <a:ea typeface="DM Sans"/>
                <a:cs typeface="DM Sans"/>
              </a:defRPr>
            </a:lvl8pPr>
            <a:lvl9pPr algn="ctr">
              <a:lnSpc>
                <a:spcPct val="115000"/>
              </a:lnSpc>
              <a:spcBef>
                <a:spcPts val="0"/>
              </a:spcBef>
              <a:spcAft>
                <a:spcPts val="0"/>
              </a:spcAft>
              <a:buSzPts val="2400"/>
              <a:buFont typeface="DM Sans"/>
              <a:buNone/>
              <a:defRPr sz="2400" b="1">
                <a:latin typeface="DM Sans"/>
                <a:ea typeface="DM Sans"/>
                <a:cs typeface="DM Sans"/>
              </a:defRPr>
            </a:lvl9pPr>
          </a:lstStyle>
          <a:p/>
        </p:txBody>
      </p:sp>
      <p:sp>
        <p:nvSpPr>
          <p:cNvPr id="213" name="Google Shape;213;p26"/>
          <p:cNvSpPr>
            <a:spLocks noGrp="1"/>
          </p:cNvSpPr>
          <p:nvPr>
            <p:ph type="subTitle" idx="8"/>
          </p:nvPr>
        </p:nvSpPr>
        <p:spPr>
          <a:xfrm>
            <a:off x="3538950" y="1732975"/>
            <a:ext cx="2066100" cy="492600"/>
          </a:xfrm>
          <a:prstGeom prst="rect">
            <a:avLst/>
          </a:prstGeom>
          <a:ln>
            <a:noFill/>
          </a:ln>
        </p:spPr>
        <p:txBody>
          <a:bodyPr spcFirstLastPara="1" wrap="square" lIns="91425" tIns="91425" rIns="91425" bIns="91425" anchor="b">
            <a:noAutofit/>
          </a:bodyPr>
          <a:lstStyle>
            <a:lvl1pPr algn="ctr">
              <a:lnSpc>
                <a:spcPct val="115000"/>
              </a:lnSpc>
              <a:spcBef>
                <a:spcPts val="0"/>
              </a:spcBef>
              <a:spcAft>
                <a:spcPts val="0"/>
              </a:spcAft>
              <a:buSzPts val="2400"/>
              <a:buFont typeface="DM Sans"/>
              <a:buNone/>
              <a:defRPr sz="2000" b="1">
                <a:solidFill>
                  <a:schemeClr val="dk1"/>
                </a:solidFill>
                <a:latin typeface="Poppins"/>
                <a:ea typeface="Poppins"/>
                <a:cs typeface="Poppins"/>
              </a:defRPr>
            </a:lvl1pPr>
            <a:lvl2pPr algn="ctr">
              <a:lnSpc>
                <a:spcPct val="115000"/>
              </a:lnSpc>
              <a:spcBef>
                <a:spcPts val="0"/>
              </a:spcBef>
              <a:spcAft>
                <a:spcPts val="0"/>
              </a:spcAft>
              <a:buSzPts val="2400"/>
              <a:buFont typeface="DM Sans"/>
              <a:buNone/>
              <a:defRPr sz="2400" b="1">
                <a:latin typeface="DM Sans"/>
                <a:ea typeface="DM Sans"/>
                <a:cs typeface="DM Sans"/>
              </a:defRPr>
            </a:lvl2pPr>
            <a:lvl3pPr algn="ctr">
              <a:lnSpc>
                <a:spcPct val="115000"/>
              </a:lnSpc>
              <a:spcBef>
                <a:spcPts val="0"/>
              </a:spcBef>
              <a:spcAft>
                <a:spcPts val="0"/>
              </a:spcAft>
              <a:buSzPts val="2400"/>
              <a:buFont typeface="DM Sans"/>
              <a:buNone/>
              <a:defRPr sz="2400" b="1">
                <a:latin typeface="DM Sans"/>
                <a:ea typeface="DM Sans"/>
                <a:cs typeface="DM Sans"/>
              </a:defRPr>
            </a:lvl3pPr>
            <a:lvl4pPr algn="ctr">
              <a:lnSpc>
                <a:spcPct val="115000"/>
              </a:lnSpc>
              <a:spcBef>
                <a:spcPts val="0"/>
              </a:spcBef>
              <a:spcAft>
                <a:spcPts val="0"/>
              </a:spcAft>
              <a:buSzPts val="2400"/>
              <a:buFont typeface="DM Sans"/>
              <a:buNone/>
              <a:defRPr sz="2400" b="1">
                <a:latin typeface="DM Sans"/>
                <a:ea typeface="DM Sans"/>
                <a:cs typeface="DM Sans"/>
              </a:defRPr>
            </a:lvl4pPr>
            <a:lvl5pPr algn="ctr">
              <a:lnSpc>
                <a:spcPct val="115000"/>
              </a:lnSpc>
              <a:spcBef>
                <a:spcPts val="0"/>
              </a:spcBef>
              <a:spcAft>
                <a:spcPts val="0"/>
              </a:spcAft>
              <a:buSzPts val="2400"/>
              <a:buFont typeface="DM Sans"/>
              <a:buNone/>
              <a:defRPr sz="2400" b="1">
                <a:latin typeface="DM Sans"/>
                <a:ea typeface="DM Sans"/>
                <a:cs typeface="DM Sans"/>
              </a:defRPr>
            </a:lvl5pPr>
            <a:lvl6pPr algn="ctr">
              <a:lnSpc>
                <a:spcPct val="115000"/>
              </a:lnSpc>
              <a:spcBef>
                <a:spcPts val="0"/>
              </a:spcBef>
              <a:spcAft>
                <a:spcPts val="0"/>
              </a:spcAft>
              <a:buSzPts val="2400"/>
              <a:buFont typeface="DM Sans"/>
              <a:buNone/>
              <a:defRPr sz="2400" b="1">
                <a:latin typeface="DM Sans"/>
                <a:ea typeface="DM Sans"/>
                <a:cs typeface="DM Sans"/>
              </a:defRPr>
            </a:lvl6pPr>
            <a:lvl7pPr algn="ctr">
              <a:lnSpc>
                <a:spcPct val="115000"/>
              </a:lnSpc>
              <a:spcBef>
                <a:spcPts val="0"/>
              </a:spcBef>
              <a:spcAft>
                <a:spcPts val="0"/>
              </a:spcAft>
              <a:buSzPts val="2400"/>
              <a:buFont typeface="DM Sans"/>
              <a:buNone/>
              <a:defRPr sz="2400" b="1">
                <a:latin typeface="DM Sans"/>
                <a:ea typeface="DM Sans"/>
                <a:cs typeface="DM Sans"/>
              </a:defRPr>
            </a:lvl7pPr>
            <a:lvl8pPr algn="ctr">
              <a:lnSpc>
                <a:spcPct val="115000"/>
              </a:lnSpc>
              <a:spcBef>
                <a:spcPts val="0"/>
              </a:spcBef>
              <a:spcAft>
                <a:spcPts val="0"/>
              </a:spcAft>
              <a:buSzPts val="2400"/>
              <a:buFont typeface="DM Sans"/>
              <a:buNone/>
              <a:defRPr sz="2400" b="1">
                <a:latin typeface="DM Sans"/>
                <a:ea typeface="DM Sans"/>
                <a:cs typeface="DM Sans"/>
              </a:defRPr>
            </a:lvl8pPr>
            <a:lvl9pPr algn="ctr">
              <a:lnSpc>
                <a:spcPct val="115000"/>
              </a:lnSpc>
              <a:spcBef>
                <a:spcPts val="0"/>
              </a:spcBef>
              <a:spcAft>
                <a:spcPts val="0"/>
              </a:spcAft>
              <a:buSzPts val="2400"/>
              <a:buFont typeface="DM Sans"/>
              <a:buNone/>
              <a:defRPr sz="2400" b="1">
                <a:latin typeface="DM Sans"/>
                <a:ea typeface="DM Sans"/>
                <a:cs typeface="DM Sans"/>
              </a:defRPr>
            </a:lvl9pPr>
          </a:lstStyle>
          <a:p/>
        </p:txBody>
      </p:sp>
      <p:sp>
        <p:nvSpPr>
          <p:cNvPr id="214" name="Google Shape;214;p26"/>
          <p:cNvSpPr>
            <a:spLocks noGrp="1"/>
          </p:cNvSpPr>
          <p:nvPr>
            <p:ph type="subTitle" idx="9"/>
          </p:nvPr>
        </p:nvSpPr>
        <p:spPr>
          <a:xfrm>
            <a:off x="6031519" y="1732975"/>
            <a:ext cx="2066100" cy="492600"/>
          </a:xfrm>
          <a:prstGeom prst="rect">
            <a:avLst/>
          </a:prstGeom>
          <a:ln>
            <a:noFill/>
          </a:ln>
        </p:spPr>
        <p:txBody>
          <a:bodyPr spcFirstLastPara="1" wrap="square" lIns="91425" tIns="91425" rIns="91425" bIns="91425" anchor="b">
            <a:noAutofit/>
          </a:bodyPr>
          <a:lstStyle>
            <a:lvl1pPr algn="ctr">
              <a:lnSpc>
                <a:spcPct val="115000"/>
              </a:lnSpc>
              <a:spcBef>
                <a:spcPts val="0"/>
              </a:spcBef>
              <a:spcAft>
                <a:spcPts val="0"/>
              </a:spcAft>
              <a:buSzPts val="2400"/>
              <a:buFont typeface="DM Sans"/>
              <a:buNone/>
              <a:defRPr sz="2000" b="1">
                <a:solidFill>
                  <a:schemeClr val="dk1"/>
                </a:solidFill>
                <a:latin typeface="Poppins"/>
                <a:ea typeface="Poppins"/>
                <a:cs typeface="Poppins"/>
              </a:defRPr>
            </a:lvl1pPr>
            <a:lvl2pPr algn="ctr">
              <a:lnSpc>
                <a:spcPct val="115000"/>
              </a:lnSpc>
              <a:spcBef>
                <a:spcPts val="0"/>
              </a:spcBef>
              <a:spcAft>
                <a:spcPts val="0"/>
              </a:spcAft>
              <a:buSzPts val="2400"/>
              <a:buFont typeface="DM Sans"/>
              <a:buNone/>
              <a:defRPr sz="2400" b="1">
                <a:latin typeface="DM Sans"/>
                <a:ea typeface="DM Sans"/>
                <a:cs typeface="DM Sans"/>
              </a:defRPr>
            </a:lvl2pPr>
            <a:lvl3pPr algn="ctr">
              <a:lnSpc>
                <a:spcPct val="115000"/>
              </a:lnSpc>
              <a:spcBef>
                <a:spcPts val="0"/>
              </a:spcBef>
              <a:spcAft>
                <a:spcPts val="0"/>
              </a:spcAft>
              <a:buSzPts val="2400"/>
              <a:buFont typeface="DM Sans"/>
              <a:buNone/>
              <a:defRPr sz="2400" b="1">
                <a:latin typeface="DM Sans"/>
                <a:ea typeface="DM Sans"/>
                <a:cs typeface="DM Sans"/>
              </a:defRPr>
            </a:lvl3pPr>
            <a:lvl4pPr algn="ctr">
              <a:lnSpc>
                <a:spcPct val="115000"/>
              </a:lnSpc>
              <a:spcBef>
                <a:spcPts val="0"/>
              </a:spcBef>
              <a:spcAft>
                <a:spcPts val="0"/>
              </a:spcAft>
              <a:buSzPts val="2400"/>
              <a:buFont typeface="DM Sans"/>
              <a:buNone/>
              <a:defRPr sz="2400" b="1">
                <a:latin typeface="DM Sans"/>
                <a:ea typeface="DM Sans"/>
                <a:cs typeface="DM Sans"/>
              </a:defRPr>
            </a:lvl4pPr>
            <a:lvl5pPr algn="ctr">
              <a:lnSpc>
                <a:spcPct val="115000"/>
              </a:lnSpc>
              <a:spcBef>
                <a:spcPts val="0"/>
              </a:spcBef>
              <a:spcAft>
                <a:spcPts val="0"/>
              </a:spcAft>
              <a:buSzPts val="2400"/>
              <a:buFont typeface="DM Sans"/>
              <a:buNone/>
              <a:defRPr sz="2400" b="1">
                <a:latin typeface="DM Sans"/>
                <a:ea typeface="DM Sans"/>
                <a:cs typeface="DM Sans"/>
              </a:defRPr>
            </a:lvl5pPr>
            <a:lvl6pPr algn="ctr">
              <a:lnSpc>
                <a:spcPct val="115000"/>
              </a:lnSpc>
              <a:spcBef>
                <a:spcPts val="0"/>
              </a:spcBef>
              <a:spcAft>
                <a:spcPts val="0"/>
              </a:spcAft>
              <a:buSzPts val="2400"/>
              <a:buFont typeface="DM Sans"/>
              <a:buNone/>
              <a:defRPr sz="2400" b="1">
                <a:latin typeface="DM Sans"/>
                <a:ea typeface="DM Sans"/>
                <a:cs typeface="DM Sans"/>
              </a:defRPr>
            </a:lvl6pPr>
            <a:lvl7pPr algn="ctr">
              <a:lnSpc>
                <a:spcPct val="115000"/>
              </a:lnSpc>
              <a:spcBef>
                <a:spcPts val="0"/>
              </a:spcBef>
              <a:spcAft>
                <a:spcPts val="0"/>
              </a:spcAft>
              <a:buSzPts val="2400"/>
              <a:buFont typeface="DM Sans"/>
              <a:buNone/>
              <a:defRPr sz="2400" b="1">
                <a:latin typeface="DM Sans"/>
                <a:ea typeface="DM Sans"/>
                <a:cs typeface="DM Sans"/>
              </a:defRPr>
            </a:lvl7pPr>
            <a:lvl8pPr algn="ctr">
              <a:lnSpc>
                <a:spcPct val="115000"/>
              </a:lnSpc>
              <a:spcBef>
                <a:spcPts val="0"/>
              </a:spcBef>
              <a:spcAft>
                <a:spcPts val="0"/>
              </a:spcAft>
              <a:buSzPts val="2400"/>
              <a:buFont typeface="DM Sans"/>
              <a:buNone/>
              <a:defRPr sz="2400" b="1">
                <a:latin typeface="DM Sans"/>
                <a:ea typeface="DM Sans"/>
                <a:cs typeface="DM Sans"/>
              </a:defRPr>
            </a:lvl8pPr>
            <a:lvl9pPr algn="ctr">
              <a:lnSpc>
                <a:spcPct val="115000"/>
              </a:lnSpc>
              <a:spcBef>
                <a:spcPts val="0"/>
              </a:spcBef>
              <a:spcAft>
                <a:spcPts val="0"/>
              </a:spcAft>
              <a:buSzPts val="2400"/>
              <a:buFont typeface="DM Sans"/>
              <a:buNone/>
              <a:defRPr sz="2400" b="1">
                <a:latin typeface="DM Sans"/>
                <a:ea typeface="DM Sans"/>
                <a:cs typeface="DM Sans"/>
              </a:defRPr>
            </a:lvl9pPr>
          </a:lstStyle>
          <a:p/>
        </p:txBody>
      </p:sp>
      <p:sp>
        <p:nvSpPr>
          <p:cNvPr id="215" name="Google Shape;215;p26"/>
          <p:cNvSpPr>
            <a:spLocks noGrp="1"/>
          </p:cNvSpPr>
          <p:nvPr>
            <p:ph type="subTitle" idx="13"/>
          </p:nvPr>
        </p:nvSpPr>
        <p:spPr>
          <a:xfrm>
            <a:off x="1046381" y="3424075"/>
            <a:ext cx="2066100" cy="492600"/>
          </a:xfrm>
          <a:prstGeom prst="rect">
            <a:avLst/>
          </a:prstGeom>
          <a:ln>
            <a:noFill/>
          </a:ln>
        </p:spPr>
        <p:txBody>
          <a:bodyPr spcFirstLastPara="1" wrap="square" lIns="91425" tIns="91425" rIns="91425" bIns="91425" anchor="b">
            <a:noAutofit/>
          </a:bodyPr>
          <a:lstStyle>
            <a:lvl1pPr algn="ctr">
              <a:lnSpc>
                <a:spcPct val="115000"/>
              </a:lnSpc>
              <a:spcBef>
                <a:spcPts val="0"/>
              </a:spcBef>
              <a:spcAft>
                <a:spcPts val="0"/>
              </a:spcAft>
              <a:buSzPts val="2400"/>
              <a:buFont typeface="DM Sans"/>
              <a:buNone/>
              <a:defRPr sz="2000" b="1">
                <a:solidFill>
                  <a:schemeClr val="dk1"/>
                </a:solidFill>
                <a:latin typeface="Poppins"/>
                <a:ea typeface="Poppins"/>
                <a:cs typeface="Poppins"/>
              </a:defRPr>
            </a:lvl1pPr>
            <a:lvl2pPr algn="ctr">
              <a:lnSpc>
                <a:spcPct val="115000"/>
              </a:lnSpc>
              <a:spcBef>
                <a:spcPts val="0"/>
              </a:spcBef>
              <a:spcAft>
                <a:spcPts val="0"/>
              </a:spcAft>
              <a:buSzPts val="2400"/>
              <a:buFont typeface="DM Sans"/>
              <a:buNone/>
              <a:defRPr sz="2400" b="1">
                <a:latin typeface="DM Sans"/>
                <a:ea typeface="DM Sans"/>
                <a:cs typeface="DM Sans"/>
              </a:defRPr>
            </a:lvl2pPr>
            <a:lvl3pPr algn="ctr">
              <a:lnSpc>
                <a:spcPct val="115000"/>
              </a:lnSpc>
              <a:spcBef>
                <a:spcPts val="0"/>
              </a:spcBef>
              <a:spcAft>
                <a:spcPts val="0"/>
              </a:spcAft>
              <a:buSzPts val="2400"/>
              <a:buFont typeface="DM Sans"/>
              <a:buNone/>
              <a:defRPr sz="2400" b="1">
                <a:latin typeface="DM Sans"/>
                <a:ea typeface="DM Sans"/>
                <a:cs typeface="DM Sans"/>
              </a:defRPr>
            </a:lvl3pPr>
            <a:lvl4pPr algn="ctr">
              <a:lnSpc>
                <a:spcPct val="115000"/>
              </a:lnSpc>
              <a:spcBef>
                <a:spcPts val="0"/>
              </a:spcBef>
              <a:spcAft>
                <a:spcPts val="0"/>
              </a:spcAft>
              <a:buSzPts val="2400"/>
              <a:buFont typeface="DM Sans"/>
              <a:buNone/>
              <a:defRPr sz="2400" b="1">
                <a:latin typeface="DM Sans"/>
                <a:ea typeface="DM Sans"/>
                <a:cs typeface="DM Sans"/>
              </a:defRPr>
            </a:lvl4pPr>
            <a:lvl5pPr algn="ctr">
              <a:lnSpc>
                <a:spcPct val="115000"/>
              </a:lnSpc>
              <a:spcBef>
                <a:spcPts val="0"/>
              </a:spcBef>
              <a:spcAft>
                <a:spcPts val="0"/>
              </a:spcAft>
              <a:buSzPts val="2400"/>
              <a:buFont typeface="DM Sans"/>
              <a:buNone/>
              <a:defRPr sz="2400" b="1">
                <a:latin typeface="DM Sans"/>
                <a:ea typeface="DM Sans"/>
                <a:cs typeface="DM Sans"/>
              </a:defRPr>
            </a:lvl5pPr>
            <a:lvl6pPr algn="ctr">
              <a:lnSpc>
                <a:spcPct val="115000"/>
              </a:lnSpc>
              <a:spcBef>
                <a:spcPts val="0"/>
              </a:spcBef>
              <a:spcAft>
                <a:spcPts val="0"/>
              </a:spcAft>
              <a:buSzPts val="2400"/>
              <a:buFont typeface="DM Sans"/>
              <a:buNone/>
              <a:defRPr sz="2400" b="1">
                <a:latin typeface="DM Sans"/>
                <a:ea typeface="DM Sans"/>
                <a:cs typeface="DM Sans"/>
              </a:defRPr>
            </a:lvl6pPr>
            <a:lvl7pPr algn="ctr">
              <a:lnSpc>
                <a:spcPct val="115000"/>
              </a:lnSpc>
              <a:spcBef>
                <a:spcPts val="0"/>
              </a:spcBef>
              <a:spcAft>
                <a:spcPts val="0"/>
              </a:spcAft>
              <a:buSzPts val="2400"/>
              <a:buFont typeface="DM Sans"/>
              <a:buNone/>
              <a:defRPr sz="2400" b="1">
                <a:latin typeface="DM Sans"/>
                <a:ea typeface="DM Sans"/>
                <a:cs typeface="DM Sans"/>
              </a:defRPr>
            </a:lvl7pPr>
            <a:lvl8pPr algn="ctr">
              <a:lnSpc>
                <a:spcPct val="115000"/>
              </a:lnSpc>
              <a:spcBef>
                <a:spcPts val="0"/>
              </a:spcBef>
              <a:spcAft>
                <a:spcPts val="0"/>
              </a:spcAft>
              <a:buSzPts val="2400"/>
              <a:buFont typeface="DM Sans"/>
              <a:buNone/>
              <a:defRPr sz="2400" b="1">
                <a:latin typeface="DM Sans"/>
                <a:ea typeface="DM Sans"/>
                <a:cs typeface="DM Sans"/>
              </a:defRPr>
            </a:lvl8pPr>
            <a:lvl9pPr algn="ctr">
              <a:lnSpc>
                <a:spcPct val="115000"/>
              </a:lnSpc>
              <a:spcBef>
                <a:spcPts val="0"/>
              </a:spcBef>
              <a:spcAft>
                <a:spcPts val="0"/>
              </a:spcAft>
              <a:buSzPts val="2400"/>
              <a:buFont typeface="DM Sans"/>
              <a:buNone/>
              <a:defRPr sz="2400" b="1">
                <a:latin typeface="DM Sans"/>
                <a:ea typeface="DM Sans"/>
                <a:cs typeface="DM Sans"/>
              </a:defRPr>
            </a:lvl9pPr>
          </a:lstStyle>
          <a:p/>
        </p:txBody>
      </p:sp>
      <p:sp>
        <p:nvSpPr>
          <p:cNvPr id="216" name="Google Shape;216;p26"/>
          <p:cNvSpPr>
            <a:spLocks noGrp="1"/>
          </p:cNvSpPr>
          <p:nvPr>
            <p:ph type="subTitle" idx="14"/>
          </p:nvPr>
        </p:nvSpPr>
        <p:spPr>
          <a:xfrm>
            <a:off x="3538950" y="3424075"/>
            <a:ext cx="2066100" cy="492600"/>
          </a:xfrm>
          <a:prstGeom prst="rect">
            <a:avLst/>
          </a:prstGeom>
          <a:ln>
            <a:noFill/>
          </a:ln>
        </p:spPr>
        <p:txBody>
          <a:bodyPr spcFirstLastPara="1" wrap="square" lIns="91425" tIns="91425" rIns="91425" bIns="91425" anchor="b">
            <a:noAutofit/>
          </a:bodyPr>
          <a:lstStyle>
            <a:lvl1pPr algn="ctr">
              <a:lnSpc>
                <a:spcPct val="115000"/>
              </a:lnSpc>
              <a:spcBef>
                <a:spcPts val="0"/>
              </a:spcBef>
              <a:spcAft>
                <a:spcPts val="0"/>
              </a:spcAft>
              <a:buSzPts val="2400"/>
              <a:buFont typeface="DM Sans"/>
              <a:buNone/>
              <a:defRPr sz="2000" b="1">
                <a:solidFill>
                  <a:schemeClr val="dk1"/>
                </a:solidFill>
                <a:latin typeface="Poppins"/>
                <a:ea typeface="Poppins"/>
                <a:cs typeface="Poppins"/>
              </a:defRPr>
            </a:lvl1pPr>
            <a:lvl2pPr algn="ctr">
              <a:lnSpc>
                <a:spcPct val="115000"/>
              </a:lnSpc>
              <a:spcBef>
                <a:spcPts val="0"/>
              </a:spcBef>
              <a:spcAft>
                <a:spcPts val="0"/>
              </a:spcAft>
              <a:buSzPts val="2400"/>
              <a:buFont typeface="DM Sans"/>
              <a:buNone/>
              <a:defRPr sz="2400" b="1">
                <a:latin typeface="DM Sans"/>
                <a:ea typeface="DM Sans"/>
                <a:cs typeface="DM Sans"/>
              </a:defRPr>
            </a:lvl2pPr>
            <a:lvl3pPr algn="ctr">
              <a:lnSpc>
                <a:spcPct val="115000"/>
              </a:lnSpc>
              <a:spcBef>
                <a:spcPts val="0"/>
              </a:spcBef>
              <a:spcAft>
                <a:spcPts val="0"/>
              </a:spcAft>
              <a:buSzPts val="2400"/>
              <a:buFont typeface="DM Sans"/>
              <a:buNone/>
              <a:defRPr sz="2400" b="1">
                <a:latin typeface="DM Sans"/>
                <a:ea typeface="DM Sans"/>
                <a:cs typeface="DM Sans"/>
              </a:defRPr>
            </a:lvl3pPr>
            <a:lvl4pPr algn="ctr">
              <a:lnSpc>
                <a:spcPct val="115000"/>
              </a:lnSpc>
              <a:spcBef>
                <a:spcPts val="0"/>
              </a:spcBef>
              <a:spcAft>
                <a:spcPts val="0"/>
              </a:spcAft>
              <a:buSzPts val="2400"/>
              <a:buFont typeface="DM Sans"/>
              <a:buNone/>
              <a:defRPr sz="2400" b="1">
                <a:latin typeface="DM Sans"/>
                <a:ea typeface="DM Sans"/>
                <a:cs typeface="DM Sans"/>
              </a:defRPr>
            </a:lvl4pPr>
            <a:lvl5pPr algn="ctr">
              <a:lnSpc>
                <a:spcPct val="115000"/>
              </a:lnSpc>
              <a:spcBef>
                <a:spcPts val="0"/>
              </a:spcBef>
              <a:spcAft>
                <a:spcPts val="0"/>
              </a:spcAft>
              <a:buSzPts val="2400"/>
              <a:buFont typeface="DM Sans"/>
              <a:buNone/>
              <a:defRPr sz="2400" b="1">
                <a:latin typeface="DM Sans"/>
                <a:ea typeface="DM Sans"/>
                <a:cs typeface="DM Sans"/>
              </a:defRPr>
            </a:lvl5pPr>
            <a:lvl6pPr algn="ctr">
              <a:lnSpc>
                <a:spcPct val="115000"/>
              </a:lnSpc>
              <a:spcBef>
                <a:spcPts val="0"/>
              </a:spcBef>
              <a:spcAft>
                <a:spcPts val="0"/>
              </a:spcAft>
              <a:buSzPts val="2400"/>
              <a:buFont typeface="DM Sans"/>
              <a:buNone/>
              <a:defRPr sz="2400" b="1">
                <a:latin typeface="DM Sans"/>
                <a:ea typeface="DM Sans"/>
                <a:cs typeface="DM Sans"/>
              </a:defRPr>
            </a:lvl6pPr>
            <a:lvl7pPr algn="ctr">
              <a:lnSpc>
                <a:spcPct val="115000"/>
              </a:lnSpc>
              <a:spcBef>
                <a:spcPts val="0"/>
              </a:spcBef>
              <a:spcAft>
                <a:spcPts val="0"/>
              </a:spcAft>
              <a:buSzPts val="2400"/>
              <a:buFont typeface="DM Sans"/>
              <a:buNone/>
              <a:defRPr sz="2400" b="1">
                <a:latin typeface="DM Sans"/>
                <a:ea typeface="DM Sans"/>
                <a:cs typeface="DM Sans"/>
              </a:defRPr>
            </a:lvl7pPr>
            <a:lvl8pPr algn="ctr">
              <a:lnSpc>
                <a:spcPct val="115000"/>
              </a:lnSpc>
              <a:spcBef>
                <a:spcPts val="0"/>
              </a:spcBef>
              <a:spcAft>
                <a:spcPts val="0"/>
              </a:spcAft>
              <a:buSzPts val="2400"/>
              <a:buFont typeface="DM Sans"/>
              <a:buNone/>
              <a:defRPr sz="2400" b="1">
                <a:latin typeface="DM Sans"/>
                <a:ea typeface="DM Sans"/>
                <a:cs typeface="DM Sans"/>
              </a:defRPr>
            </a:lvl8pPr>
            <a:lvl9pPr algn="ctr">
              <a:lnSpc>
                <a:spcPct val="115000"/>
              </a:lnSpc>
              <a:spcBef>
                <a:spcPts val="0"/>
              </a:spcBef>
              <a:spcAft>
                <a:spcPts val="0"/>
              </a:spcAft>
              <a:buSzPts val="2400"/>
              <a:buFont typeface="DM Sans"/>
              <a:buNone/>
              <a:defRPr sz="2400" b="1">
                <a:latin typeface="DM Sans"/>
                <a:ea typeface="DM Sans"/>
                <a:cs typeface="DM Sans"/>
              </a:defRPr>
            </a:lvl9pPr>
          </a:lstStyle>
          <a:p/>
        </p:txBody>
      </p:sp>
      <p:sp>
        <p:nvSpPr>
          <p:cNvPr id="217" name="Google Shape;217;p26"/>
          <p:cNvSpPr>
            <a:spLocks noGrp="1"/>
          </p:cNvSpPr>
          <p:nvPr>
            <p:ph type="subTitle" idx="15"/>
          </p:nvPr>
        </p:nvSpPr>
        <p:spPr>
          <a:xfrm>
            <a:off x="6031519" y="3424075"/>
            <a:ext cx="2066100" cy="492600"/>
          </a:xfrm>
          <a:prstGeom prst="rect">
            <a:avLst/>
          </a:prstGeom>
          <a:ln>
            <a:noFill/>
          </a:ln>
        </p:spPr>
        <p:txBody>
          <a:bodyPr spcFirstLastPara="1" wrap="square" lIns="91425" tIns="91425" rIns="91425" bIns="91425" anchor="b">
            <a:noAutofit/>
          </a:bodyPr>
          <a:lstStyle>
            <a:lvl1pPr algn="ctr">
              <a:lnSpc>
                <a:spcPct val="115000"/>
              </a:lnSpc>
              <a:spcBef>
                <a:spcPts val="0"/>
              </a:spcBef>
              <a:spcAft>
                <a:spcPts val="0"/>
              </a:spcAft>
              <a:buSzPts val="2400"/>
              <a:buFont typeface="DM Sans"/>
              <a:buNone/>
              <a:defRPr sz="2000" b="1">
                <a:solidFill>
                  <a:schemeClr val="dk1"/>
                </a:solidFill>
                <a:latin typeface="Poppins"/>
                <a:ea typeface="Poppins"/>
                <a:cs typeface="Poppins"/>
              </a:defRPr>
            </a:lvl1pPr>
            <a:lvl2pPr algn="ctr">
              <a:lnSpc>
                <a:spcPct val="115000"/>
              </a:lnSpc>
              <a:spcBef>
                <a:spcPts val="0"/>
              </a:spcBef>
              <a:spcAft>
                <a:spcPts val="0"/>
              </a:spcAft>
              <a:buSzPts val="2400"/>
              <a:buFont typeface="DM Sans"/>
              <a:buNone/>
              <a:defRPr sz="2400" b="1">
                <a:latin typeface="DM Sans"/>
                <a:ea typeface="DM Sans"/>
                <a:cs typeface="DM Sans"/>
              </a:defRPr>
            </a:lvl2pPr>
            <a:lvl3pPr algn="ctr">
              <a:lnSpc>
                <a:spcPct val="115000"/>
              </a:lnSpc>
              <a:spcBef>
                <a:spcPts val="0"/>
              </a:spcBef>
              <a:spcAft>
                <a:spcPts val="0"/>
              </a:spcAft>
              <a:buSzPts val="2400"/>
              <a:buFont typeface="DM Sans"/>
              <a:buNone/>
              <a:defRPr sz="2400" b="1">
                <a:latin typeface="DM Sans"/>
                <a:ea typeface="DM Sans"/>
                <a:cs typeface="DM Sans"/>
              </a:defRPr>
            </a:lvl3pPr>
            <a:lvl4pPr algn="ctr">
              <a:lnSpc>
                <a:spcPct val="115000"/>
              </a:lnSpc>
              <a:spcBef>
                <a:spcPts val="0"/>
              </a:spcBef>
              <a:spcAft>
                <a:spcPts val="0"/>
              </a:spcAft>
              <a:buSzPts val="2400"/>
              <a:buFont typeface="DM Sans"/>
              <a:buNone/>
              <a:defRPr sz="2400" b="1">
                <a:latin typeface="DM Sans"/>
                <a:ea typeface="DM Sans"/>
                <a:cs typeface="DM Sans"/>
              </a:defRPr>
            </a:lvl4pPr>
            <a:lvl5pPr algn="ctr">
              <a:lnSpc>
                <a:spcPct val="115000"/>
              </a:lnSpc>
              <a:spcBef>
                <a:spcPts val="0"/>
              </a:spcBef>
              <a:spcAft>
                <a:spcPts val="0"/>
              </a:spcAft>
              <a:buSzPts val="2400"/>
              <a:buFont typeface="DM Sans"/>
              <a:buNone/>
              <a:defRPr sz="2400" b="1">
                <a:latin typeface="DM Sans"/>
                <a:ea typeface="DM Sans"/>
                <a:cs typeface="DM Sans"/>
              </a:defRPr>
            </a:lvl5pPr>
            <a:lvl6pPr algn="ctr">
              <a:lnSpc>
                <a:spcPct val="115000"/>
              </a:lnSpc>
              <a:spcBef>
                <a:spcPts val="0"/>
              </a:spcBef>
              <a:spcAft>
                <a:spcPts val="0"/>
              </a:spcAft>
              <a:buSzPts val="2400"/>
              <a:buFont typeface="DM Sans"/>
              <a:buNone/>
              <a:defRPr sz="2400" b="1">
                <a:latin typeface="DM Sans"/>
                <a:ea typeface="DM Sans"/>
                <a:cs typeface="DM Sans"/>
              </a:defRPr>
            </a:lvl6pPr>
            <a:lvl7pPr algn="ctr">
              <a:lnSpc>
                <a:spcPct val="115000"/>
              </a:lnSpc>
              <a:spcBef>
                <a:spcPts val="0"/>
              </a:spcBef>
              <a:spcAft>
                <a:spcPts val="0"/>
              </a:spcAft>
              <a:buSzPts val="2400"/>
              <a:buFont typeface="DM Sans"/>
              <a:buNone/>
              <a:defRPr sz="2400" b="1">
                <a:latin typeface="DM Sans"/>
                <a:ea typeface="DM Sans"/>
                <a:cs typeface="DM Sans"/>
              </a:defRPr>
            </a:lvl7pPr>
            <a:lvl8pPr algn="ctr">
              <a:lnSpc>
                <a:spcPct val="115000"/>
              </a:lnSpc>
              <a:spcBef>
                <a:spcPts val="0"/>
              </a:spcBef>
              <a:spcAft>
                <a:spcPts val="0"/>
              </a:spcAft>
              <a:buSzPts val="2400"/>
              <a:buFont typeface="DM Sans"/>
              <a:buNone/>
              <a:defRPr sz="2400" b="1">
                <a:latin typeface="DM Sans"/>
                <a:ea typeface="DM Sans"/>
                <a:cs typeface="DM Sans"/>
              </a:defRPr>
            </a:lvl8pPr>
            <a:lvl9pPr algn="ctr">
              <a:lnSpc>
                <a:spcPct val="115000"/>
              </a:lnSpc>
              <a:spcBef>
                <a:spcPts val="0"/>
              </a:spcBef>
              <a:spcAft>
                <a:spcPts val="0"/>
              </a:spcAft>
              <a:buSzPts val="2400"/>
              <a:buFont typeface="DM Sans"/>
              <a:buNone/>
              <a:defRPr sz="2400" b="1">
                <a:latin typeface="DM Sans"/>
                <a:ea typeface="DM Sans"/>
                <a:cs typeface="DM Sans"/>
              </a:defRPr>
            </a:lvl9pPr>
          </a:lstStyle>
          <a:p/>
        </p:txBody>
      </p:sp>
      <p:sp>
        <p:nvSpPr>
          <p:cNvPr id="219" name="Google Shape;219;p26"/>
          <p:cNvSpPr>
            <a:spLocks noGrp="1"/>
          </p:cNvSpPr>
          <p:nvPr/>
        </p:nvSpPr>
        <p:spPr>
          <a:xfrm flipH="1">
            <a:off x="8812484" y="4331375"/>
            <a:ext cx="277200" cy="277200"/>
          </a:xfrm>
          <a:prstGeom prst="ellipse">
            <a:avLst/>
          </a:prstGeom>
          <a:solidFill>
            <a:schemeClr val="accent1"/>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220" name="Google Shape;220;p26"/>
          <p:cNvSpPr>
            <a:spLocks noGrp="1"/>
          </p:cNvSpPr>
          <p:nvPr/>
        </p:nvSpPr>
        <p:spPr>
          <a:xfrm rot="10800000" flipH="1">
            <a:off x="-173878" y="-686855"/>
            <a:ext cx="677400" cy="1828500"/>
          </a:xfrm>
          <a:prstGeom prst="roundRect">
            <a:avLst>
              <a:gd name="adj" fmla="val 50000"/>
            </a:avLst>
          </a:prstGeom>
          <a:solidFill>
            <a:srgbClr val="74CEC4">
              <a:alpha val="60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221" name="Google Shape;221;p26"/>
          <p:cNvSpPr>
            <a:spLocks noGrp="1"/>
          </p:cNvSpPr>
          <p:nvPr/>
        </p:nvSpPr>
        <p:spPr>
          <a:xfrm flipH="1">
            <a:off x="-363114" y="781582"/>
            <a:ext cx="698700" cy="698700"/>
          </a:xfrm>
          <a:prstGeom prst="chord">
            <a:avLst>
              <a:gd name="adj1" fmla="val 5399387"/>
              <a:gd name="adj2" fmla="val 16200000"/>
            </a:avLst>
          </a:prstGeom>
          <a:solidFill>
            <a:schemeClr val="dk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222" name="Google Shape;222;p26"/>
          <p:cNvSpPr>
            <a:spLocks noGrp="1"/>
          </p:cNvSpPr>
          <p:nvPr/>
        </p:nvSpPr>
        <p:spPr>
          <a:xfrm flipH="1">
            <a:off x="8812484" y="4769225"/>
            <a:ext cx="659700" cy="659700"/>
          </a:xfrm>
          <a:prstGeom prst="ellipse">
            <a:avLst/>
          </a:prstGeom>
          <a:solidFill>
            <a:srgbClr val="F2557A">
              <a:alpha val="65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Numbers and text">
  <p:cSld name="CUSTOM_8_1">
    <p:bg>
      <p:bgPr>
        <a:solidFill>
          <a:schemeClr val="dk1"/>
        </a:solidFill>
        <a:effectLst/>
      </p:bgPr>
    </p:bg>
    <p:spTree>
      <p:nvGrpSpPr>
        <p:cNvPr id="1" name=""/>
        <p:cNvGrpSpPr/>
        <p:nvPr/>
      </p:nvGrpSpPr>
      <p:grpSpPr/>
      <p:sp>
        <p:nvSpPr>
          <p:cNvPr id="224" name="Google Shape;224;p27"/>
          <p:cNvSpPr>
            <a:spLocks noGrp="1"/>
          </p:cNvSpPr>
          <p:nvPr>
            <p:ph type="title" hasCustomPrompt="1"/>
          </p:nvPr>
        </p:nvSpPr>
        <p:spPr>
          <a:xfrm>
            <a:off x="713225" y="628300"/>
            <a:ext cx="4117200" cy="768900"/>
          </a:xfrm>
          <a:prstGeom prst="rect">
            <a:avLst/>
          </a:prstGeom>
          <a:noFill/>
        </p:spPr>
        <p:txBody>
          <a:bodyPr spcFirstLastPara="1" wrap="square" lIns="91425" tIns="91425" rIns="91425" bIns="91425" anchor="b">
            <a:noAutofit/>
          </a:bodyPr>
          <a:lstStyle>
            <a:lvl1pPr algn="ctr">
              <a:lnSpc>
                <a:spcPct val="115000"/>
              </a:lnSpc>
              <a:spcBef>
                <a:spcPts val="0"/>
              </a:spcBef>
              <a:spcAft>
                <a:spcPts val="0"/>
              </a:spcAft>
              <a:buClr>
                <a:schemeClr val="lt1"/>
              </a:buClr>
              <a:buSzPts val="6000"/>
              <a:buNone/>
              <a:defRPr sz="3800">
                <a:solidFill>
                  <a:schemeClr val="lt1"/>
                </a:solidFill>
              </a:defRPr>
            </a:lvl1pPr>
            <a:lvl2pPr algn="ctr">
              <a:spcBef>
                <a:spcPts val="0"/>
              </a:spcBef>
              <a:spcAft>
                <a:spcPts val="0"/>
              </a:spcAft>
              <a:buClr>
                <a:schemeClr val="lt1"/>
              </a:buClr>
              <a:buSzPts val="6000"/>
              <a:buNone/>
              <a:defRPr sz="6000">
                <a:solidFill>
                  <a:schemeClr val="lt1"/>
                </a:solidFill>
              </a:defRPr>
            </a:lvl2pPr>
            <a:lvl3pPr algn="ctr">
              <a:spcBef>
                <a:spcPts val="0"/>
              </a:spcBef>
              <a:spcAft>
                <a:spcPts val="0"/>
              </a:spcAft>
              <a:buClr>
                <a:schemeClr val="lt1"/>
              </a:buClr>
              <a:buSzPts val="6000"/>
              <a:buNone/>
              <a:defRPr sz="6000">
                <a:solidFill>
                  <a:schemeClr val="lt1"/>
                </a:solidFill>
              </a:defRPr>
            </a:lvl3pPr>
            <a:lvl4pPr algn="ctr">
              <a:spcBef>
                <a:spcPts val="0"/>
              </a:spcBef>
              <a:spcAft>
                <a:spcPts val="0"/>
              </a:spcAft>
              <a:buClr>
                <a:schemeClr val="lt1"/>
              </a:buClr>
              <a:buSzPts val="6000"/>
              <a:buNone/>
              <a:defRPr sz="6000">
                <a:solidFill>
                  <a:schemeClr val="lt1"/>
                </a:solidFill>
              </a:defRPr>
            </a:lvl4pPr>
            <a:lvl5pPr algn="ctr">
              <a:spcBef>
                <a:spcPts val="0"/>
              </a:spcBef>
              <a:spcAft>
                <a:spcPts val="0"/>
              </a:spcAft>
              <a:buClr>
                <a:schemeClr val="lt1"/>
              </a:buClr>
              <a:buSzPts val="6000"/>
              <a:buNone/>
              <a:defRPr sz="6000">
                <a:solidFill>
                  <a:schemeClr val="lt1"/>
                </a:solidFill>
              </a:defRPr>
            </a:lvl5pPr>
            <a:lvl6pPr algn="ctr">
              <a:spcBef>
                <a:spcPts val="0"/>
              </a:spcBef>
              <a:spcAft>
                <a:spcPts val="0"/>
              </a:spcAft>
              <a:buClr>
                <a:schemeClr val="lt1"/>
              </a:buClr>
              <a:buSzPts val="6000"/>
              <a:buNone/>
              <a:defRPr sz="6000">
                <a:solidFill>
                  <a:schemeClr val="lt1"/>
                </a:solidFill>
              </a:defRPr>
            </a:lvl6pPr>
            <a:lvl7pPr algn="ctr">
              <a:spcBef>
                <a:spcPts val="0"/>
              </a:spcBef>
              <a:spcAft>
                <a:spcPts val="0"/>
              </a:spcAft>
              <a:buClr>
                <a:schemeClr val="lt1"/>
              </a:buClr>
              <a:buSzPts val="6000"/>
              <a:buNone/>
              <a:defRPr sz="6000">
                <a:solidFill>
                  <a:schemeClr val="lt1"/>
                </a:solidFill>
              </a:defRPr>
            </a:lvl7pPr>
            <a:lvl8pPr algn="ctr">
              <a:spcBef>
                <a:spcPts val="0"/>
              </a:spcBef>
              <a:spcAft>
                <a:spcPts val="0"/>
              </a:spcAft>
              <a:buClr>
                <a:schemeClr val="lt1"/>
              </a:buClr>
              <a:buSzPts val="6000"/>
              <a:buNone/>
              <a:defRPr sz="6000">
                <a:solidFill>
                  <a:schemeClr val="lt1"/>
                </a:solidFill>
              </a:defRPr>
            </a:lvl8pPr>
            <a:lvl9pPr algn="ctr">
              <a:spcBef>
                <a:spcPts val="0"/>
              </a:spcBef>
              <a:spcAft>
                <a:spcPts val="0"/>
              </a:spcAft>
              <a:buClr>
                <a:schemeClr val="lt1"/>
              </a:buClr>
              <a:buSzPts val="6000"/>
              <a:buNone/>
              <a:defRPr sz="6000">
                <a:solidFill>
                  <a:schemeClr val="lt1"/>
                </a:solidFill>
              </a:defRPr>
            </a:lvl9pPr>
          </a:lstStyle>
          <a:p>
            <a:r>
              <a:t>xx%</a:t>
            </a:r>
          </a:p>
        </p:txBody>
      </p:sp>
      <p:sp>
        <p:nvSpPr>
          <p:cNvPr id="225" name="Google Shape;225;p27"/>
          <p:cNvSpPr>
            <a:spLocks noGrp="1"/>
          </p:cNvSpPr>
          <p:nvPr>
            <p:ph type="subTitle" idx="1"/>
          </p:nvPr>
        </p:nvSpPr>
        <p:spPr>
          <a:xfrm>
            <a:off x="713225" y="1211869"/>
            <a:ext cx="4117200" cy="598800"/>
          </a:xfrm>
          <a:prstGeom prst="rect">
            <a:avLst/>
          </a:prstGeom>
        </p:spPr>
        <p:txBody>
          <a:bodyPr spcFirstLastPara="1" wrap="square" lIns="91425" tIns="91425" rIns="91425" bIns="91425" anchor="t">
            <a:noAutofit/>
          </a:bodyPr>
          <a:lstStyle>
            <a:lvl1pPr algn="ctr">
              <a:spcBef>
                <a:spcPts val="0"/>
              </a:spcBef>
              <a:spcAft>
                <a:spcPts val="0"/>
              </a:spcAft>
              <a:buClr>
                <a:schemeClr val="lt1"/>
              </a:buClr>
              <a:buSzPts val="2400"/>
              <a:buNone/>
              <a:defRPr sz="1600">
                <a:solidFill>
                  <a:schemeClr val="lt1"/>
                </a:solidFill>
              </a:defRPr>
            </a:lvl1pPr>
            <a:lvl2pPr algn="ctr">
              <a:lnSpc>
                <a:spcPct val="100000"/>
              </a:lnSpc>
              <a:spcBef>
                <a:spcPts val="0"/>
              </a:spcBef>
              <a:spcAft>
                <a:spcPts val="0"/>
              </a:spcAft>
              <a:buClr>
                <a:schemeClr val="lt1"/>
              </a:buClr>
              <a:buSzPts val="2100"/>
              <a:buNone/>
              <a:defRPr sz="2100">
                <a:solidFill>
                  <a:schemeClr val="lt1"/>
                </a:solidFill>
              </a:defRPr>
            </a:lvl2pPr>
            <a:lvl3pPr algn="ctr">
              <a:lnSpc>
                <a:spcPct val="100000"/>
              </a:lnSpc>
              <a:spcBef>
                <a:spcPts val="0"/>
              </a:spcBef>
              <a:spcAft>
                <a:spcPts val="0"/>
              </a:spcAft>
              <a:buClr>
                <a:schemeClr val="lt1"/>
              </a:buClr>
              <a:buSzPts val="2100"/>
              <a:buNone/>
              <a:defRPr sz="2100">
                <a:solidFill>
                  <a:schemeClr val="lt1"/>
                </a:solidFill>
              </a:defRPr>
            </a:lvl3pPr>
            <a:lvl4pPr algn="ctr">
              <a:lnSpc>
                <a:spcPct val="100000"/>
              </a:lnSpc>
              <a:spcBef>
                <a:spcPts val="0"/>
              </a:spcBef>
              <a:spcAft>
                <a:spcPts val="0"/>
              </a:spcAft>
              <a:buClr>
                <a:schemeClr val="lt1"/>
              </a:buClr>
              <a:buSzPts val="2100"/>
              <a:buNone/>
              <a:defRPr sz="2100">
                <a:solidFill>
                  <a:schemeClr val="lt1"/>
                </a:solidFill>
              </a:defRPr>
            </a:lvl4pPr>
            <a:lvl5pPr algn="ctr">
              <a:lnSpc>
                <a:spcPct val="100000"/>
              </a:lnSpc>
              <a:spcBef>
                <a:spcPts val="0"/>
              </a:spcBef>
              <a:spcAft>
                <a:spcPts val="0"/>
              </a:spcAft>
              <a:buClr>
                <a:schemeClr val="lt1"/>
              </a:buClr>
              <a:buSzPts val="2100"/>
              <a:buNone/>
              <a:defRPr sz="2100">
                <a:solidFill>
                  <a:schemeClr val="lt1"/>
                </a:solidFill>
              </a:defRPr>
            </a:lvl5pPr>
            <a:lvl6pPr algn="ctr">
              <a:lnSpc>
                <a:spcPct val="100000"/>
              </a:lnSpc>
              <a:spcBef>
                <a:spcPts val="0"/>
              </a:spcBef>
              <a:spcAft>
                <a:spcPts val="0"/>
              </a:spcAft>
              <a:buClr>
                <a:schemeClr val="lt1"/>
              </a:buClr>
              <a:buSzPts val="2100"/>
              <a:buNone/>
              <a:defRPr sz="2100">
                <a:solidFill>
                  <a:schemeClr val="lt1"/>
                </a:solidFill>
              </a:defRPr>
            </a:lvl6pPr>
            <a:lvl7pPr algn="ctr">
              <a:lnSpc>
                <a:spcPct val="100000"/>
              </a:lnSpc>
              <a:spcBef>
                <a:spcPts val="0"/>
              </a:spcBef>
              <a:spcAft>
                <a:spcPts val="0"/>
              </a:spcAft>
              <a:buClr>
                <a:schemeClr val="lt1"/>
              </a:buClr>
              <a:buSzPts val="2100"/>
              <a:buNone/>
              <a:defRPr sz="2100">
                <a:solidFill>
                  <a:schemeClr val="lt1"/>
                </a:solidFill>
              </a:defRPr>
            </a:lvl7pPr>
            <a:lvl8pPr algn="ctr">
              <a:lnSpc>
                <a:spcPct val="100000"/>
              </a:lnSpc>
              <a:spcBef>
                <a:spcPts val="0"/>
              </a:spcBef>
              <a:spcAft>
                <a:spcPts val="0"/>
              </a:spcAft>
              <a:buClr>
                <a:schemeClr val="lt1"/>
              </a:buClr>
              <a:buSzPts val="2100"/>
              <a:buNone/>
              <a:defRPr sz="2100">
                <a:solidFill>
                  <a:schemeClr val="lt1"/>
                </a:solidFill>
              </a:defRPr>
            </a:lvl8pPr>
            <a:lvl9pPr algn="ctr">
              <a:lnSpc>
                <a:spcPct val="100000"/>
              </a:lnSpc>
              <a:spcBef>
                <a:spcPts val="0"/>
              </a:spcBef>
              <a:spcAft>
                <a:spcPts val="0"/>
              </a:spcAft>
              <a:buClr>
                <a:schemeClr val="lt1"/>
              </a:buClr>
              <a:buSzPts val="2100"/>
              <a:buNone/>
              <a:defRPr sz="2100">
                <a:solidFill>
                  <a:schemeClr val="lt1"/>
                </a:solidFill>
              </a:defRPr>
            </a:lvl9pPr>
          </a:lstStyle>
          <a:p/>
        </p:txBody>
      </p:sp>
      <p:sp>
        <p:nvSpPr>
          <p:cNvPr id="226" name="Google Shape;226;p27"/>
          <p:cNvSpPr>
            <a:spLocks noGrp="1"/>
          </p:cNvSpPr>
          <p:nvPr>
            <p:ph type="title" idx="2" hasCustomPrompt="1"/>
          </p:nvPr>
        </p:nvSpPr>
        <p:spPr>
          <a:xfrm>
            <a:off x="713225" y="1980564"/>
            <a:ext cx="4117200" cy="768900"/>
          </a:xfrm>
          <a:prstGeom prst="rect">
            <a:avLst/>
          </a:prstGeom>
          <a:noFill/>
        </p:spPr>
        <p:txBody>
          <a:bodyPr spcFirstLastPara="1" wrap="square" lIns="91425" tIns="91425" rIns="91425" bIns="91425" anchor="b">
            <a:noAutofit/>
          </a:bodyPr>
          <a:lstStyle>
            <a:lvl1pPr algn="ctr">
              <a:lnSpc>
                <a:spcPct val="115000"/>
              </a:lnSpc>
              <a:spcBef>
                <a:spcPts val="0"/>
              </a:spcBef>
              <a:spcAft>
                <a:spcPts val="0"/>
              </a:spcAft>
              <a:buClr>
                <a:schemeClr val="lt1"/>
              </a:buClr>
              <a:buSzPts val="6000"/>
              <a:buNone/>
              <a:defRPr sz="3800">
                <a:solidFill>
                  <a:schemeClr val="lt1"/>
                </a:solidFill>
              </a:defRPr>
            </a:lvl1pPr>
            <a:lvl2pPr algn="ctr">
              <a:spcBef>
                <a:spcPts val="0"/>
              </a:spcBef>
              <a:spcAft>
                <a:spcPts val="0"/>
              </a:spcAft>
              <a:buClr>
                <a:schemeClr val="lt1"/>
              </a:buClr>
              <a:buSzPts val="6000"/>
              <a:buNone/>
              <a:defRPr sz="6000">
                <a:solidFill>
                  <a:schemeClr val="lt1"/>
                </a:solidFill>
              </a:defRPr>
            </a:lvl2pPr>
            <a:lvl3pPr algn="ctr">
              <a:spcBef>
                <a:spcPts val="0"/>
              </a:spcBef>
              <a:spcAft>
                <a:spcPts val="0"/>
              </a:spcAft>
              <a:buClr>
                <a:schemeClr val="lt1"/>
              </a:buClr>
              <a:buSzPts val="6000"/>
              <a:buNone/>
              <a:defRPr sz="6000">
                <a:solidFill>
                  <a:schemeClr val="lt1"/>
                </a:solidFill>
              </a:defRPr>
            </a:lvl3pPr>
            <a:lvl4pPr algn="ctr">
              <a:spcBef>
                <a:spcPts val="0"/>
              </a:spcBef>
              <a:spcAft>
                <a:spcPts val="0"/>
              </a:spcAft>
              <a:buClr>
                <a:schemeClr val="lt1"/>
              </a:buClr>
              <a:buSzPts val="6000"/>
              <a:buNone/>
              <a:defRPr sz="6000">
                <a:solidFill>
                  <a:schemeClr val="lt1"/>
                </a:solidFill>
              </a:defRPr>
            </a:lvl4pPr>
            <a:lvl5pPr algn="ctr">
              <a:spcBef>
                <a:spcPts val="0"/>
              </a:spcBef>
              <a:spcAft>
                <a:spcPts val="0"/>
              </a:spcAft>
              <a:buClr>
                <a:schemeClr val="lt1"/>
              </a:buClr>
              <a:buSzPts val="6000"/>
              <a:buNone/>
              <a:defRPr sz="6000">
                <a:solidFill>
                  <a:schemeClr val="lt1"/>
                </a:solidFill>
              </a:defRPr>
            </a:lvl5pPr>
            <a:lvl6pPr algn="ctr">
              <a:spcBef>
                <a:spcPts val="0"/>
              </a:spcBef>
              <a:spcAft>
                <a:spcPts val="0"/>
              </a:spcAft>
              <a:buClr>
                <a:schemeClr val="lt1"/>
              </a:buClr>
              <a:buSzPts val="6000"/>
              <a:buNone/>
              <a:defRPr sz="6000">
                <a:solidFill>
                  <a:schemeClr val="lt1"/>
                </a:solidFill>
              </a:defRPr>
            </a:lvl6pPr>
            <a:lvl7pPr algn="ctr">
              <a:spcBef>
                <a:spcPts val="0"/>
              </a:spcBef>
              <a:spcAft>
                <a:spcPts val="0"/>
              </a:spcAft>
              <a:buClr>
                <a:schemeClr val="lt1"/>
              </a:buClr>
              <a:buSzPts val="6000"/>
              <a:buNone/>
              <a:defRPr sz="6000">
                <a:solidFill>
                  <a:schemeClr val="lt1"/>
                </a:solidFill>
              </a:defRPr>
            </a:lvl7pPr>
            <a:lvl8pPr algn="ctr">
              <a:spcBef>
                <a:spcPts val="0"/>
              </a:spcBef>
              <a:spcAft>
                <a:spcPts val="0"/>
              </a:spcAft>
              <a:buClr>
                <a:schemeClr val="lt1"/>
              </a:buClr>
              <a:buSzPts val="6000"/>
              <a:buNone/>
              <a:defRPr sz="6000">
                <a:solidFill>
                  <a:schemeClr val="lt1"/>
                </a:solidFill>
              </a:defRPr>
            </a:lvl8pPr>
            <a:lvl9pPr algn="ctr">
              <a:spcBef>
                <a:spcPts val="0"/>
              </a:spcBef>
              <a:spcAft>
                <a:spcPts val="0"/>
              </a:spcAft>
              <a:buClr>
                <a:schemeClr val="lt1"/>
              </a:buClr>
              <a:buSzPts val="6000"/>
              <a:buNone/>
              <a:defRPr sz="6000">
                <a:solidFill>
                  <a:schemeClr val="lt1"/>
                </a:solidFill>
              </a:defRPr>
            </a:lvl9pPr>
          </a:lstStyle>
          <a:p>
            <a:r>
              <a:t>xx%</a:t>
            </a:r>
          </a:p>
        </p:txBody>
      </p:sp>
      <p:sp>
        <p:nvSpPr>
          <p:cNvPr id="227" name="Google Shape;227;p27"/>
          <p:cNvSpPr>
            <a:spLocks noGrp="1"/>
          </p:cNvSpPr>
          <p:nvPr>
            <p:ph type="subTitle" idx="3"/>
          </p:nvPr>
        </p:nvSpPr>
        <p:spPr>
          <a:xfrm>
            <a:off x="713225" y="2564133"/>
            <a:ext cx="4117200" cy="598800"/>
          </a:xfrm>
          <a:prstGeom prst="rect">
            <a:avLst/>
          </a:prstGeom>
        </p:spPr>
        <p:txBody>
          <a:bodyPr spcFirstLastPara="1" wrap="square" lIns="91425" tIns="91425" rIns="91425" bIns="91425" anchor="t">
            <a:noAutofit/>
          </a:bodyPr>
          <a:lstStyle>
            <a:lvl1pPr algn="ctr">
              <a:spcBef>
                <a:spcPts val="0"/>
              </a:spcBef>
              <a:spcAft>
                <a:spcPts val="0"/>
              </a:spcAft>
              <a:buClr>
                <a:schemeClr val="lt1"/>
              </a:buClr>
              <a:buSzPts val="2400"/>
              <a:buNone/>
              <a:defRPr sz="1600">
                <a:solidFill>
                  <a:schemeClr val="lt1"/>
                </a:solidFill>
              </a:defRPr>
            </a:lvl1pPr>
            <a:lvl2pPr algn="ctr">
              <a:lnSpc>
                <a:spcPct val="100000"/>
              </a:lnSpc>
              <a:spcBef>
                <a:spcPts val="0"/>
              </a:spcBef>
              <a:spcAft>
                <a:spcPts val="0"/>
              </a:spcAft>
              <a:buClr>
                <a:schemeClr val="lt1"/>
              </a:buClr>
              <a:buSzPts val="2100"/>
              <a:buNone/>
              <a:defRPr sz="2100">
                <a:solidFill>
                  <a:schemeClr val="lt1"/>
                </a:solidFill>
              </a:defRPr>
            </a:lvl2pPr>
            <a:lvl3pPr algn="ctr">
              <a:lnSpc>
                <a:spcPct val="100000"/>
              </a:lnSpc>
              <a:spcBef>
                <a:spcPts val="0"/>
              </a:spcBef>
              <a:spcAft>
                <a:spcPts val="0"/>
              </a:spcAft>
              <a:buClr>
                <a:schemeClr val="lt1"/>
              </a:buClr>
              <a:buSzPts val="2100"/>
              <a:buNone/>
              <a:defRPr sz="2100">
                <a:solidFill>
                  <a:schemeClr val="lt1"/>
                </a:solidFill>
              </a:defRPr>
            </a:lvl3pPr>
            <a:lvl4pPr algn="ctr">
              <a:lnSpc>
                <a:spcPct val="100000"/>
              </a:lnSpc>
              <a:spcBef>
                <a:spcPts val="0"/>
              </a:spcBef>
              <a:spcAft>
                <a:spcPts val="0"/>
              </a:spcAft>
              <a:buClr>
                <a:schemeClr val="lt1"/>
              </a:buClr>
              <a:buSzPts val="2100"/>
              <a:buNone/>
              <a:defRPr sz="2100">
                <a:solidFill>
                  <a:schemeClr val="lt1"/>
                </a:solidFill>
              </a:defRPr>
            </a:lvl4pPr>
            <a:lvl5pPr algn="ctr">
              <a:lnSpc>
                <a:spcPct val="100000"/>
              </a:lnSpc>
              <a:spcBef>
                <a:spcPts val="0"/>
              </a:spcBef>
              <a:spcAft>
                <a:spcPts val="0"/>
              </a:spcAft>
              <a:buClr>
                <a:schemeClr val="lt1"/>
              </a:buClr>
              <a:buSzPts val="2100"/>
              <a:buNone/>
              <a:defRPr sz="2100">
                <a:solidFill>
                  <a:schemeClr val="lt1"/>
                </a:solidFill>
              </a:defRPr>
            </a:lvl5pPr>
            <a:lvl6pPr algn="ctr">
              <a:lnSpc>
                <a:spcPct val="100000"/>
              </a:lnSpc>
              <a:spcBef>
                <a:spcPts val="0"/>
              </a:spcBef>
              <a:spcAft>
                <a:spcPts val="0"/>
              </a:spcAft>
              <a:buClr>
                <a:schemeClr val="lt1"/>
              </a:buClr>
              <a:buSzPts val="2100"/>
              <a:buNone/>
              <a:defRPr sz="2100">
                <a:solidFill>
                  <a:schemeClr val="lt1"/>
                </a:solidFill>
              </a:defRPr>
            </a:lvl6pPr>
            <a:lvl7pPr algn="ctr">
              <a:lnSpc>
                <a:spcPct val="100000"/>
              </a:lnSpc>
              <a:spcBef>
                <a:spcPts val="0"/>
              </a:spcBef>
              <a:spcAft>
                <a:spcPts val="0"/>
              </a:spcAft>
              <a:buClr>
                <a:schemeClr val="lt1"/>
              </a:buClr>
              <a:buSzPts val="2100"/>
              <a:buNone/>
              <a:defRPr sz="2100">
                <a:solidFill>
                  <a:schemeClr val="lt1"/>
                </a:solidFill>
              </a:defRPr>
            </a:lvl7pPr>
            <a:lvl8pPr algn="ctr">
              <a:lnSpc>
                <a:spcPct val="100000"/>
              </a:lnSpc>
              <a:spcBef>
                <a:spcPts val="0"/>
              </a:spcBef>
              <a:spcAft>
                <a:spcPts val="0"/>
              </a:spcAft>
              <a:buClr>
                <a:schemeClr val="lt1"/>
              </a:buClr>
              <a:buSzPts val="2100"/>
              <a:buNone/>
              <a:defRPr sz="2100">
                <a:solidFill>
                  <a:schemeClr val="lt1"/>
                </a:solidFill>
              </a:defRPr>
            </a:lvl8pPr>
            <a:lvl9pPr algn="ctr">
              <a:lnSpc>
                <a:spcPct val="100000"/>
              </a:lnSpc>
              <a:spcBef>
                <a:spcPts val="0"/>
              </a:spcBef>
              <a:spcAft>
                <a:spcPts val="0"/>
              </a:spcAft>
              <a:buClr>
                <a:schemeClr val="lt1"/>
              </a:buClr>
              <a:buSzPts val="2100"/>
              <a:buNone/>
              <a:defRPr sz="2100">
                <a:solidFill>
                  <a:schemeClr val="lt1"/>
                </a:solidFill>
              </a:defRPr>
            </a:lvl9pPr>
          </a:lstStyle>
          <a:p/>
        </p:txBody>
      </p:sp>
      <p:sp>
        <p:nvSpPr>
          <p:cNvPr id="228" name="Google Shape;228;p27"/>
          <p:cNvSpPr>
            <a:spLocks noGrp="1"/>
          </p:cNvSpPr>
          <p:nvPr>
            <p:ph type="title" idx="4" hasCustomPrompt="1"/>
          </p:nvPr>
        </p:nvSpPr>
        <p:spPr>
          <a:xfrm>
            <a:off x="713225" y="3332828"/>
            <a:ext cx="4117200" cy="768900"/>
          </a:xfrm>
          <a:prstGeom prst="rect">
            <a:avLst/>
          </a:prstGeom>
          <a:noFill/>
        </p:spPr>
        <p:txBody>
          <a:bodyPr spcFirstLastPara="1" wrap="square" lIns="91425" tIns="91425" rIns="91425" bIns="91425" anchor="b">
            <a:noAutofit/>
          </a:bodyPr>
          <a:lstStyle>
            <a:lvl1pPr algn="ctr">
              <a:lnSpc>
                <a:spcPct val="115000"/>
              </a:lnSpc>
              <a:spcBef>
                <a:spcPts val="0"/>
              </a:spcBef>
              <a:spcAft>
                <a:spcPts val="0"/>
              </a:spcAft>
              <a:buClr>
                <a:schemeClr val="lt1"/>
              </a:buClr>
              <a:buSzPts val="6000"/>
              <a:buNone/>
              <a:defRPr sz="3800">
                <a:solidFill>
                  <a:schemeClr val="lt1"/>
                </a:solidFill>
              </a:defRPr>
            </a:lvl1pPr>
            <a:lvl2pPr algn="ctr">
              <a:spcBef>
                <a:spcPts val="0"/>
              </a:spcBef>
              <a:spcAft>
                <a:spcPts val="0"/>
              </a:spcAft>
              <a:buClr>
                <a:schemeClr val="lt1"/>
              </a:buClr>
              <a:buSzPts val="6000"/>
              <a:buNone/>
              <a:defRPr sz="6000">
                <a:solidFill>
                  <a:schemeClr val="lt1"/>
                </a:solidFill>
              </a:defRPr>
            </a:lvl2pPr>
            <a:lvl3pPr algn="ctr">
              <a:spcBef>
                <a:spcPts val="0"/>
              </a:spcBef>
              <a:spcAft>
                <a:spcPts val="0"/>
              </a:spcAft>
              <a:buClr>
                <a:schemeClr val="lt1"/>
              </a:buClr>
              <a:buSzPts val="6000"/>
              <a:buNone/>
              <a:defRPr sz="6000">
                <a:solidFill>
                  <a:schemeClr val="lt1"/>
                </a:solidFill>
              </a:defRPr>
            </a:lvl3pPr>
            <a:lvl4pPr algn="ctr">
              <a:spcBef>
                <a:spcPts val="0"/>
              </a:spcBef>
              <a:spcAft>
                <a:spcPts val="0"/>
              </a:spcAft>
              <a:buClr>
                <a:schemeClr val="lt1"/>
              </a:buClr>
              <a:buSzPts val="6000"/>
              <a:buNone/>
              <a:defRPr sz="6000">
                <a:solidFill>
                  <a:schemeClr val="lt1"/>
                </a:solidFill>
              </a:defRPr>
            </a:lvl4pPr>
            <a:lvl5pPr algn="ctr">
              <a:spcBef>
                <a:spcPts val="0"/>
              </a:spcBef>
              <a:spcAft>
                <a:spcPts val="0"/>
              </a:spcAft>
              <a:buClr>
                <a:schemeClr val="lt1"/>
              </a:buClr>
              <a:buSzPts val="6000"/>
              <a:buNone/>
              <a:defRPr sz="6000">
                <a:solidFill>
                  <a:schemeClr val="lt1"/>
                </a:solidFill>
              </a:defRPr>
            </a:lvl5pPr>
            <a:lvl6pPr algn="ctr">
              <a:spcBef>
                <a:spcPts val="0"/>
              </a:spcBef>
              <a:spcAft>
                <a:spcPts val="0"/>
              </a:spcAft>
              <a:buClr>
                <a:schemeClr val="lt1"/>
              </a:buClr>
              <a:buSzPts val="6000"/>
              <a:buNone/>
              <a:defRPr sz="6000">
                <a:solidFill>
                  <a:schemeClr val="lt1"/>
                </a:solidFill>
              </a:defRPr>
            </a:lvl6pPr>
            <a:lvl7pPr algn="ctr">
              <a:spcBef>
                <a:spcPts val="0"/>
              </a:spcBef>
              <a:spcAft>
                <a:spcPts val="0"/>
              </a:spcAft>
              <a:buClr>
                <a:schemeClr val="lt1"/>
              </a:buClr>
              <a:buSzPts val="6000"/>
              <a:buNone/>
              <a:defRPr sz="6000">
                <a:solidFill>
                  <a:schemeClr val="lt1"/>
                </a:solidFill>
              </a:defRPr>
            </a:lvl7pPr>
            <a:lvl8pPr algn="ctr">
              <a:spcBef>
                <a:spcPts val="0"/>
              </a:spcBef>
              <a:spcAft>
                <a:spcPts val="0"/>
              </a:spcAft>
              <a:buClr>
                <a:schemeClr val="lt1"/>
              </a:buClr>
              <a:buSzPts val="6000"/>
              <a:buNone/>
              <a:defRPr sz="6000">
                <a:solidFill>
                  <a:schemeClr val="lt1"/>
                </a:solidFill>
              </a:defRPr>
            </a:lvl8pPr>
            <a:lvl9pPr algn="ctr">
              <a:spcBef>
                <a:spcPts val="0"/>
              </a:spcBef>
              <a:spcAft>
                <a:spcPts val="0"/>
              </a:spcAft>
              <a:buClr>
                <a:schemeClr val="lt1"/>
              </a:buClr>
              <a:buSzPts val="6000"/>
              <a:buNone/>
              <a:defRPr sz="6000">
                <a:solidFill>
                  <a:schemeClr val="lt1"/>
                </a:solidFill>
              </a:defRPr>
            </a:lvl9pPr>
          </a:lstStyle>
          <a:p>
            <a:r>
              <a:t>xx%</a:t>
            </a:r>
          </a:p>
        </p:txBody>
      </p:sp>
      <p:sp>
        <p:nvSpPr>
          <p:cNvPr id="229" name="Google Shape;229;p27"/>
          <p:cNvSpPr>
            <a:spLocks noGrp="1"/>
          </p:cNvSpPr>
          <p:nvPr>
            <p:ph type="subTitle" idx="5"/>
          </p:nvPr>
        </p:nvSpPr>
        <p:spPr>
          <a:xfrm>
            <a:off x="713225" y="3916397"/>
            <a:ext cx="4117200" cy="598800"/>
          </a:xfrm>
          <a:prstGeom prst="rect">
            <a:avLst/>
          </a:prstGeom>
        </p:spPr>
        <p:txBody>
          <a:bodyPr spcFirstLastPara="1" wrap="square" lIns="91425" tIns="91425" rIns="91425" bIns="91425" anchor="t">
            <a:noAutofit/>
          </a:bodyPr>
          <a:lstStyle>
            <a:lvl1pPr algn="ctr">
              <a:spcBef>
                <a:spcPts val="0"/>
              </a:spcBef>
              <a:spcAft>
                <a:spcPts val="0"/>
              </a:spcAft>
              <a:buClr>
                <a:schemeClr val="lt1"/>
              </a:buClr>
              <a:buSzPts val="2400"/>
              <a:buNone/>
              <a:defRPr sz="1600">
                <a:solidFill>
                  <a:schemeClr val="lt1"/>
                </a:solidFill>
              </a:defRPr>
            </a:lvl1pPr>
            <a:lvl2pPr algn="ctr">
              <a:lnSpc>
                <a:spcPct val="100000"/>
              </a:lnSpc>
              <a:spcBef>
                <a:spcPts val="0"/>
              </a:spcBef>
              <a:spcAft>
                <a:spcPts val="0"/>
              </a:spcAft>
              <a:buClr>
                <a:schemeClr val="lt1"/>
              </a:buClr>
              <a:buSzPts val="2100"/>
              <a:buNone/>
              <a:defRPr sz="2100">
                <a:solidFill>
                  <a:schemeClr val="lt1"/>
                </a:solidFill>
              </a:defRPr>
            </a:lvl2pPr>
            <a:lvl3pPr algn="ctr">
              <a:lnSpc>
                <a:spcPct val="100000"/>
              </a:lnSpc>
              <a:spcBef>
                <a:spcPts val="0"/>
              </a:spcBef>
              <a:spcAft>
                <a:spcPts val="0"/>
              </a:spcAft>
              <a:buClr>
                <a:schemeClr val="lt1"/>
              </a:buClr>
              <a:buSzPts val="2100"/>
              <a:buNone/>
              <a:defRPr sz="2100">
                <a:solidFill>
                  <a:schemeClr val="lt1"/>
                </a:solidFill>
              </a:defRPr>
            </a:lvl3pPr>
            <a:lvl4pPr algn="ctr">
              <a:lnSpc>
                <a:spcPct val="100000"/>
              </a:lnSpc>
              <a:spcBef>
                <a:spcPts val="0"/>
              </a:spcBef>
              <a:spcAft>
                <a:spcPts val="0"/>
              </a:spcAft>
              <a:buClr>
                <a:schemeClr val="lt1"/>
              </a:buClr>
              <a:buSzPts val="2100"/>
              <a:buNone/>
              <a:defRPr sz="2100">
                <a:solidFill>
                  <a:schemeClr val="lt1"/>
                </a:solidFill>
              </a:defRPr>
            </a:lvl4pPr>
            <a:lvl5pPr algn="ctr">
              <a:lnSpc>
                <a:spcPct val="100000"/>
              </a:lnSpc>
              <a:spcBef>
                <a:spcPts val="0"/>
              </a:spcBef>
              <a:spcAft>
                <a:spcPts val="0"/>
              </a:spcAft>
              <a:buClr>
                <a:schemeClr val="lt1"/>
              </a:buClr>
              <a:buSzPts val="2100"/>
              <a:buNone/>
              <a:defRPr sz="2100">
                <a:solidFill>
                  <a:schemeClr val="lt1"/>
                </a:solidFill>
              </a:defRPr>
            </a:lvl5pPr>
            <a:lvl6pPr algn="ctr">
              <a:lnSpc>
                <a:spcPct val="100000"/>
              </a:lnSpc>
              <a:spcBef>
                <a:spcPts val="0"/>
              </a:spcBef>
              <a:spcAft>
                <a:spcPts val="0"/>
              </a:spcAft>
              <a:buClr>
                <a:schemeClr val="lt1"/>
              </a:buClr>
              <a:buSzPts val="2100"/>
              <a:buNone/>
              <a:defRPr sz="2100">
                <a:solidFill>
                  <a:schemeClr val="lt1"/>
                </a:solidFill>
              </a:defRPr>
            </a:lvl6pPr>
            <a:lvl7pPr algn="ctr">
              <a:lnSpc>
                <a:spcPct val="100000"/>
              </a:lnSpc>
              <a:spcBef>
                <a:spcPts val="0"/>
              </a:spcBef>
              <a:spcAft>
                <a:spcPts val="0"/>
              </a:spcAft>
              <a:buClr>
                <a:schemeClr val="lt1"/>
              </a:buClr>
              <a:buSzPts val="2100"/>
              <a:buNone/>
              <a:defRPr sz="2100">
                <a:solidFill>
                  <a:schemeClr val="lt1"/>
                </a:solidFill>
              </a:defRPr>
            </a:lvl7pPr>
            <a:lvl8pPr algn="ctr">
              <a:lnSpc>
                <a:spcPct val="100000"/>
              </a:lnSpc>
              <a:spcBef>
                <a:spcPts val="0"/>
              </a:spcBef>
              <a:spcAft>
                <a:spcPts val="0"/>
              </a:spcAft>
              <a:buClr>
                <a:schemeClr val="lt1"/>
              </a:buClr>
              <a:buSzPts val="2100"/>
              <a:buNone/>
              <a:defRPr sz="2100">
                <a:solidFill>
                  <a:schemeClr val="lt1"/>
                </a:solidFill>
              </a:defRPr>
            </a:lvl8pPr>
            <a:lvl9pPr algn="ctr">
              <a:lnSpc>
                <a:spcPct val="100000"/>
              </a:lnSpc>
              <a:spcBef>
                <a:spcPts val="0"/>
              </a:spcBef>
              <a:spcAft>
                <a:spcPts val="0"/>
              </a:spcAft>
              <a:buClr>
                <a:schemeClr val="lt1"/>
              </a:buClr>
              <a:buSzPts val="2100"/>
              <a:buNone/>
              <a:defRPr sz="2100">
                <a:solidFill>
                  <a:schemeClr val="lt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
        <p:cNvGrpSpPr/>
        <p:nvPr/>
      </p:nvGrpSpPr>
      <p:grpSpPr/>
      <p:sp>
        <p:nvSpPr>
          <p:cNvPr id="231" name="Google Shape;231;p28"/>
          <p:cNvSpPr>
            <a:spLocks noGrp="1"/>
          </p:cNvSpPr>
          <p:nvPr>
            <p:ph type="title"/>
          </p:nvPr>
        </p:nvSpPr>
        <p:spPr>
          <a:xfrm>
            <a:off x="2347938" y="540000"/>
            <a:ext cx="4448100" cy="1058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sz="6000"/>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p:txBody>
      </p:sp>
      <p:sp>
        <p:nvSpPr>
          <p:cNvPr id="232" name="Google Shape;232;p28"/>
          <p:cNvSpPr>
            <a:spLocks noGrp="1"/>
          </p:cNvSpPr>
          <p:nvPr>
            <p:ph type="subTitle" idx="1"/>
          </p:nvPr>
        </p:nvSpPr>
        <p:spPr>
          <a:xfrm>
            <a:off x="2347950" y="1598712"/>
            <a:ext cx="4448100" cy="1224900"/>
          </a:xfrm>
          <a:prstGeom prst="rect">
            <a:avLst/>
          </a:prstGeom>
        </p:spPr>
        <p:txBody>
          <a:bodyPr spcFirstLastPara="1" wrap="square" lIns="91425" tIns="91425" rIns="91425" bIns="91425" anchor="t">
            <a:noAutofit/>
          </a:bodyPr>
          <a:lstStyle>
            <a:lvl1pPr algn="ctr">
              <a:spcBef>
                <a:spcPts val="0"/>
              </a:spcBef>
              <a:spcAft>
                <a:spcPts val="0"/>
              </a:spcAft>
              <a:buSzPts val="1400"/>
              <a:buNone/>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p:txBody>
      </p:sp>
      <p:sp>
        <p:nvSpPr>
          <p:cNvPr id="233" name="Google Shape;233;p28"/>
          <p:cNvSpPr>
            <a:spLocks noGrp="1"/>
          </p:cNvSpPr>
          <p:nvPr/>
        </p:nvSpPr>
        <p:spPr>
          <a:xfrm>
            <a:off x="2559250" y="3478300"/>
            <a:ext cx="4025400" cy="766200"/>
          </a:xfrm>
          <a:prstGeom prst="rect">
            <a:avLst/>
          </a:prstGeom>
          <a:noFill/>
          <a:ln>
            <a:noFill/>
          </a:ln>
        </p:spPr>
        <p:txBody>
          <a:bodyPr spcFirstLastPara="1" wrap="square" lIns="91425" tIns="91425" rIns="91425" bIns="91425" anchor="t">
            <a:noAutofit/>
          </a:bodyPr>
          <a:lstStyle/>
          <a:p>
            <a:pPr marL="0" lvl="0" indent="0" algn="ctr">
              <a:lnSpc>
                <a:spcPct val="115000"/>
              </a:lnSpc>
              <a:spcBef>
                <a:spcPts val="300"/>
              </a:spcBef>
              <a:spcAft>
                <a:spcPts val="0"/>
              </a:spcAft>
              <a:buNone/>
            </a:pPr>
            <a:r>
              <a:rPr sz="1200">
                <a:solidFill>
                  <a:schemeClr val="dk1"/>
                </a:solidFill>
                <a:latin typeface="Albert Sans"/>
                <a:ea typeface="Albert Sans"/>
                <a:cs typeface="Albert Sans"/>
              </a:rPr>
              <a:t>CREDITS: This presentation template was created by </a:t>
            </a:r>
            <a:r>
              <a:rPr sz="1200" b="1" u="sng">
                <a:solidFill>
                  <a:schemeClr val="dk1"/>
                </a:solidFill>
                <a:latin typeface="Albert Sans"/>
                <a:ea typeface="Albert Sans"/>
                <a:cs typeface="Albert Sans"/>
              </a:rPr>
              <a:t>Slidesgo</a:t>
            </a:r>
            <a:r>
              <a:rPr sz="1200" b="1">
                <a:solidFill>
                  <a:schemeClr val="dk1"/>
                </a:solidFill>
                <a:latin typeface="Albert Sans"/>
                <a:ea typeface="Albert Sans"/>
                <a:cs typeface="Albert Sans"/>
              </a:rPr>
              <a:t>,</a:t>
            </a:r>
            <a:r>
              <a:rPr sz="1200">
                <a:solidFill>
                  <a:schemeClr val="dk1"/>
                </a:solidFill>
                <a:latin typeface="Albert Sans"/>
                <a:ea typeface="Albert Sans"/>
                <a:cs typeface="Albert Sans"/>
              </a:rPr>
              <a:t> and includes icons by</a:t>
            </a:r>
            <a:r>
              <a:rPr sz="1200" b="1">
                <a:solidFill>
                  <a:schemeClr val="dk1"/>
                </a:solidFill>
                <a:latin typeface="Albert Sans"/>
                <a:ea typeface="Albert Sans"/>
                <a:cs typeface="Albert Sans"/>
              </a:rPr>
              <a:t> </a:t>
            </a:r>
            <a:r>
              <a:rPr sz="1200" b="1" u="sng">
                <a:solidFill>
                  <a:schemeClr val="dk1"/>
                </a:solidFill>
                <a:latin typeface="Albert Sans"/>
                <a:ea typeface="Albert Sans"/>
                <a:cs typeface="Albert Sans"/>
              </a:rPr>
              <a:t>Flaticon</a:t>
            </a:r>
            <a:r>
              <a:rPr sz="1200" b="1">
                <a:solidFill>
                  <a:schemeClr val="dk1"/>
                </a:solidFill>
                <a:latin typeface="Albert Sans"/>
                <a:ea typeface="Albert Sans"/>
                <a:cs typeface="Albert Sans"/>
              </a:rPr>
              <a:t>,</a:t>
            </a:r>
            <a:r>
              <a:rPr sz="1200">
                <a:solidFill>
                  <a:schemeClr val="dk1"/>
                </a:solidFill>
                <a:latin typeface="Albert Sans"/>
                <a:ea typeface="Albert Sans"/>
                <a:cs typeface="Albert Sans"/>
              </a:rPr>
              <a:t> and infographics &amp; images by </a:t>
            </a:r>
            <a:r>
              <a:rPr sz="1200" b="1" u="sng">
                <a:solidFill>
                  <a:schemeClr val="dk1"/>
                </a:solidFill>
                <a:latin typeface="Albert Sans"/>
                <a:ea typeface="Albert Sans"/>
                <a:cs typeface="Albert Sans"/>
              </a:rPr>
              <a:t>Freepik</a:t>
            </a:r>
            <a:r>
              <a:rPr sz="1200" b="1" u="sng">
                <a:solidFill>
                  <a:schemeClr val="dk1"/>
                </a:solidFill>
                <a:latin typeface="Albert Sans"/>
                <a:ea typeface="Albert Sans"/>
                <a:cs typeface="Albert Sans"/>
              </a:rPr>
              <a:t> </a:t>
            </a:r>
            <a:endParaRPr sz="1200" b="1" u="sng">
              <a:solidFill>
                <a:schemeClr val="dk1"/>
              </a:solidFill>
              <a:latin typeface="Albert Sans"/>
              <a:ea typeface="Albert Sans"/>
              <a:cs typeface="Albert Sans"/>
            </a:endParaRPr>
          </a:p>
        </p:txBody>
      </p:sp>
      <p:sp>
        <p:nvSpPr>
          <p:cNvPr id="235" name="Google Shape;235;p28"/>
          <p:cNvSpPr>
            <a:spLocks noGrp="1"/>
          </p:cNvSpPr>
          <p:nvPr/>
        </p:nvSpPr>
        <p:spPr>
          <a:xfrm flipH="1">
            <a:off x="-6981433" y="3058625"/>
            <a:ext cx="1260000" cy="5348400"/>
          </a:xfrm>
          <a:prstGeom prst="roundRect">
            <a:avLst>
              <a:gd name="adj" fmla="val 50000"/>
            </a:avLst>
          </a:prstGeom>
          <a:solidFill>
            <a:schemeClr val="dk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236" name="Google Shape;236;p28"/>
          <p:cNvSpPr>
            <a:spLocks noGrp="1"/>
          </p:cNvSpPr>
          <p:nvPr/>
        </p:nvSpPr>
        <p:spPr>
          <a:xfrm flipH="1">
            <a:off x="-6087675" y="3879112"/>
            <a:ext cx="1260000" cy="3707400"/>
          </a:xfrm>
          <a:prstGeom prst="roundRect">
            <a:avLst>
              <a:gd name="adj" fmla="val 50000"/>
            </a:avLst>
          </a:prstGeom>
          <a:solidFill>
            <a:srgbClr val="74CEC4">
              <a:alpha val="60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237" name="Google Shape;237;p28"/>
          <p:cNvSpPr>
            <a:spLocks noGrp="1"/>
          </p:cNvSpPr>
          <p:nvPr/>
        </p:nvSpPr>
        <p:spPr>
          <a:xfrm rot="10800000" flipH="1">
            <a:off x="336138" y="-769880"/>
            <a:ext cx="677400" cy="1828500"/>
          </a:xfrm>
          <a:prstGeom prst="roundRect">
            <a:avLst>
              <a:gd name="adj" fmla="val 50000"/>
            </a:avLst>
          </a:prstGeom>
          <a:solidFill>
            <a:schemeClr val="dk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238" name="Google Shape;238;p28"/>
          <p:cNvSpPr>
            <a:spLocks noGrp="1"/>
          </p:cNvSpPr>
          <p:nvPr/>
        </p:nvSpPr>
        <p:spPr>
          <a:xfrm rot="10800000" flipH="1">
            <a:off x="687002" y="-27518"/>
            <a:ext cx="698700" cy="698700"/>
          </a:xfrm>
          <a:prstGeom prst="chord">
            <a:avLst>
              <a:gd name="adj1" fmla="val 5399387"/>
              <a:gd name="adj2" fmla="val 16200000"/>
            </a:avLst>
          </a:prstGeom>
          <a:solidFill>
            <a:srgbClr val="74CEC4">
              <a:alpha val="60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239" name="Google Shape;239;p28"/>
          <p:cNvSpPr>
            <a:spLocks noGrp="1"/>
          </p:cNvSpPr>
          <p:nvPr/>
        </p:nvSpPr>
        <p:spPr>
          <a:xfrm rot="10800000" flipH="1">
            <a:off x="1034841" y="-27518"/>
            <a:ext cx="698700" cy="698700"/>
          </a:xfrm>
          <a:prstGeom prst="chord">
            <a:avLst>
              <a:gd name="adj1" fmla="val 5399387"/>
              <a:gd name="adj2" fmla="val 16200000"/>
            </a:avLst>
          </a:prstGeom>
          <a:solidFill>
            <a:srgbClr val="F2557A">
              <a:alpha val="65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
        <p:cNvGrpSpPr/>
        <p:nvPr/>
      </p:nvGrpSpPr>
      <p:grpSpPr/>
      <p:sp>
        <p:nvSpPr>
          <p:cNvPr id="241" name="Google Shape;241;p29"/>
          <p:cNvSpPr>
            <a:spLocks noGrp="1"/>
          </p:cNvSpPr>
          <p:nvPr/>
        </p:nvSpPr>
        <p:spPr>
          <a:xfrm flipH="1">
            <a:off x="8312375" y="-678400"/>
            <a:ext cx="1648800" cy="1648800"/>
          </a:xfrm>
          <a:prstGeom prst="ellipse">
            <a:avLst/>
          </a:prstGeom>
          <a:solidFill>
            <a:schemeClr val="accent1"/>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242" name="Google Shape;242;p29"/>
          <p:cNvSpPr>
            <a:spLocks noGrp="1"/>
          </p:cNvSpPr>
          <p:nvPr/>
        </p:nvSpPr>
        <p:spPr>
          <a:xfrm rot="5400000" flipH="1">
            <a:off x="-27100" y="4612200"/>
            <a:ext cx="536100" cy="526500"/>
          </a:xfrm>
          <a:prstGeom prst="round1Rect">
            <a:avLst>
              <a:gd name="adj" fmla="val 50000"/>
            </a:avLst>
          </a:prstGeom>
          <a:solidFill>
            <a:schemeClr val="accent1"/>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243" name="Google Shape;243;p29"/>
          <p:cNvSpPr>
            <a:spLocks noGrp="1"/>
          </p:cNvSpPr>
          <p:nvPr/>
        </p:nvSpPr>
        <p:spPr>
          <a:xfrm flipH="1">
            <a:off x="171200" y="4469010"/>
            <a:ext cx="526500" cy="526500"/>
          </a:xfrm>
          <a:prstGeom prst="ellipse">
            <a:avLst/>
          </a:prstGeom>
          <a:solidFill>
            <a:srgbClr val="0584A4">
              <a:alpha val="3188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244" name="Google Shape;244;p29"/>
          <p:cNvSpPr>
            <a:spLocks noGrp="1"/>
          </p:cNvSpPr>
          <p:nvPr/>
        </p:nvSpPr>
        <p:spPr>
          <a:xfrm>
            <a:off x="7819550" y="-3825506"/>
            <a:ext cx="1483500" cy="4365000"/>
          </a:xfrm>
          <a:prstGeom prst="roundRect">
            <a:avLst>
              <a:gd name="adj" fmla="val 50000"/>
            </a:avLst>
          </a:prstGeom>
          <a:solidFill>
            <a:srgbClr val="FFFFFF">
              <a:alpha val="4125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ackground 1">
  <p:cSld name="CUSTOM_8">
    <p:spTree>
      <p:nvGrpSpPr>
        <p:cNvPr id="1" name=""/>
        <p:cNvGrpSpPr/>
        <p:nvPr/>
      </p:nvGrpSpPr>
      <p:grpSpPr/>
      <p:sp>
        <p:nvSpPr>
          <p:cNvPr id="247" name="Google Shape;247;p30"/>
          <p:cNvSpPr>
            <a:spLocks noGrp="1"/>
          </p:cNvSpPr>
          <p:nvPr/>
        </p:nvSpPr>
        <p:spPr>
          <a:xfrm flipH="1">
            <a:off x="8812484" y="4331375"/>
            <a:ext cx="277200" cy="277200"/>
          </a:xfrm>
          <a:prstGeom prst="ellipse">
            <a:avLst/>
          </a:prstGeom>
          <a:solidFill>
            <a:schemeClr val="accent1"/>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248" name="Google Shape;248;p30"/>
          <p:cNvSpPr>
            <a:spLocks noGrp="1"/>
          </p:cNvSpPr>
          <p:nvPr/>
        </p:nvSpPr>
        <p:spPr>
          <a:xfrm rot="10800000" flipH="1">
            <a:off x="-173878" y="-686855"/>
            <a:ext cx="677400" cy="1828500"/>
          </a:xfrm>
          <a:prstGeom prst="roundRect">
            <a:avLst>
              <a:gd name="adj" fmla="val 50000"/>
            </a:avLst>
          </a:prstGeom>
          <a:solidFill>
            <a:srgbClr val="74CEC4">
              <a:alpha val="6000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249" name="Google Shape;249;p30"/>
          <p:cNvSpPr>
            <a:spLocks noGrp="1"/>
          </p:cNvSpPr>
          <p:nvPr/>
        </p:nvSpPr>
        <p:spPr>
          <a:xfrm flipH="1">
            <a:off x="-363114" y="781582"/>
            <a:ext cx="698700" cy="698700"/>
          </a:xfrm>
          <a:prstGeom prst="chord">
            <a:avLst>
              <a:gd name="adj1" fmla="val 5399387"/>
              <a:gd name="adj2" fmla="val 16200000"/>
            </a:avLst>
          </a:prstGeom>
          <a:solidFill>
            <a:schemeClr val="dk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250" name="Google Shape;250;p30"/>
          <p:cNvSpPr>
            <a:spLocks noGrp="1"/>
          </p:cNvSpPr>
          <p:nvPr/>
        </p:nvSpPr>
        <p:spPr>
          <a:xfrm flipH="1">
            <a:off x="8812484" y="4769225"/>
            <a:ext cx="659700" cy="659700"/>
          </a:xfrm>
          <a:prstGeom prst="ellipse">
            <a:avLst/>
          </a:prstGeom>
          <a:solidFill>
            <a:srgbClr val="EE325F">
              <a:alpha val="7188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matchingName="Blank slide">
  <p:cSld name="BLANK">
    <p:spTree>
      <p:nvGrpSpPr>
        <p:cNvPr id="1" name=""/>
        <p:cNvGrpSpPr/>
        <p:nvPr/>
      </p:nvGrpSpPr>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only">
  <p:cSld name="CUSTOM">
    <p:spTree>
      <p:nvGrpSpPr>
        <p:cNvPr id="1" name=""/>
        <p:cNvGrpSpPr/>
        <p:nvPr/>
      </p:nvGrpSpPr>
      <p:grpSpPr/>
      <p:sp>
        <p:nvSpPr>
          <p:cNvPr id="256" name="Google Shape;256;p33"/>
          <p:cNvSpPr>
            <a:spLocks noGrp="1"/>
          </p:cNvSpPr>
          <p:nvPr>
            <p:ph type="title"/>
          </p:nvPr>
        </p:nvSpPr>
        <p:spPr>
          <a:xfrm>
            <a:off x="723450" y="511025"/>
            <a:ext cx="7697100" cy="482400"/>
          </a:xfrm>
          <a:prstGeom prst="rect">
            <a:avLst/>
          </a:prstGeom>
        </p:spPr>
        <p:txBody>
          <a:bodyPr spcFirstLastPara="1" wrap="square" lIns="91425" tIns="91425" rIns="91425" bIns="91425" anchor="t">
            <a:noAutofit/>
          </a:bodyPr>
          <a:lstStyle>
            <a:lvl1pPr>
              <a:spcBef>
                <a:spcPts val="0"/>
              </a:spcBef>
              <a:spcAft>
                <a:spcPts val="0"/>
              </a:spcAft>
              <a:buSzPts val="2400"/>
              <a:buFont typeface="Arial" panose="020B0604020202090204"/>
              <a:buNone/>
              <a:defRPr>
                <a:solidFill>
                  <a:schemeClr val="lt1"/>
                </a:solidFill>
                <a:latin typeface="Arial" panose="020B0604020202090204"/>
                <a:ea typeface="Arial" panose="020B0604020202090204"/>
                <a:cs typeface="Arial" panose="020B0604020202090204"/>
              </a:defRPr>
            </a:lvl1pPr>
            <a:lvl2pPr>
              <a:spcBef>
                <a:spcPts val="0"/>
              </a:spcBef>
              <a:spcAft>
                <a:spcPts val="0"/>
              </a:spcAft>
              <a:buSzPts val="2400"/>
              <a:buFont typeface="Arial" panose="020B0604020202090204"/>
              <a:buNone/>
              <a:defRPr>
                <a:latin typeface="Arial" panose="020B0604020202090204"/>
                <a:ea typeface="Arial" panose="020B0604020202090204"/>
                <a:cs typeface="Arial" panose="020B0604020202090204"/>
              </a:defRPr>
            </a:lvl2pPr>
            <a:lvl3pPr>
              <a:spcBef>
                <a:spcPts val="0"/>
              </a:spcBef>
              <a:spcAft>
                <a:spcPts val="0"/>
              </a:spcAft>
              <a:buSzPts val="2400"/>
              <a:buFont typeface="Arial" panose="020B0604020202090204"/>
              <a:buNone/>
              <a:defRPr>
                <a:latin typeface="Arial" panose="020B0604020202090204"/>
                <a:ea typeface="Arial" panose="020B0604020202090204"/>
                <a:cs typeface="Arial" panose="020B0604020202090204"/>
              </a:defRPr>
            </a:lvl3pPr>
            <a:lvl4pPr>
              <a:spcBef>
                <a:spcPts val="0"/>
              </a:spcBef>
              <a:spcAft>
                <a:spcPts val="0"/>
              </a:spcAft>
              <a:buSzPts val="2400"/>
              <a:buFont typeface="Arial" panose="020B0604020202090204"/>
              <a:buNone/>
              <a:defRPr>
                <a:latin typeface="Arial" panose="020B0604020202090204"/>
                <a:ea typeface="Arial" panose="020B0604020202090204"/>
                <a:cs typeface="Arial" panose="020B0604020202090204"/>
              </a:defRPr>
            </a:lvl4pPr>
            <a:lvl5pPr>
              <a:spcBef>
                <a:spcPts val="0"/>
              </a:spcBef>
              <a:spcAft>
                <a:spcPts val="0"/>
              </a:spcAft>
              <a:buSzPts val="2400"/>
              <a:buFont typeface="Arial" panose="020B0604020202090204"/>
              <a:buNone/>
              <a:defRPr>
                <a:latin typeface="Arial" panose="020B0604020202090204"/>
                <a:ea typeface="Arial" panose="020B0604020202090204"/>
                <a:cs typeface="Arial" panose="020B0604020202090204"/>
              </a:defRPr>
            </a:lvl5pPr>
            <a:lvl6pPr>
              <a:spcBef>
                <a:spcPts val="0"/>
              </a:spcBef>
              <a:spcAft>
                <a:spcPts val="0"/>
              </a:spcAft>
              <a:buSzPts val="2400"/>
              <a:buFont typeface="Arial" panose="020B0604020202090204"/>
              <a:buNone/>
              <a:defRPr>
                <a:latin typeface="Arial" panose="020B0604020202090204"/>
                <a:ea typeface="Arial" panose="020B0604020202090204"/>
                <a:cs typeface="Arial" panose="020B0604020202090204"/>
              </a:defRPr>
            </a:lvl6pPr>
            <a:lvl7pPr>
              <a:spcBef>
                <a:spcPts val="0"/>
              </a:spcBef>
              <a:spcAft>
                <a:spcPts val="0"/>
              </a:spcAft>
              <a:buSzPts val="2400"/>
              <a:buFont typeface="Arial" panose="020B0604020202090204"/>
              <a:buNone/>
              <a:defRPr>
                <a:latin typeface="Arial" panose="020B0604020202090204"/>
                <a:ea typeface="Arial" panose="020B0604020202090204"/>
                <a:cs typeface="Arial" panose="020B0604020202090204"/>
              </a:defRPr>
            </a:lvl7pPr>
            <a:lvl8pPr>
              <a:spcBef>
                <a:spcPts val="0"/>
              </a:spcBef>
              <a:spcAft>
                <a:spcPts val="0"/>
              </a:spcAft>
              <a:buSzPts val="2400"/>
              <a:buFont typeface="Arial" panose="020B0604020202090204"/>
              <a:buNone/>
              <a:defRPr>
                <a:latin typeface="Arial" panose="020B0604020202090204"/>
                <a:ea typeface="Arial" panose="020B0604020202090204"/>
                <a:cs typeface="Arial" panose="020B0604020202090204"/>
              </a:defRPr>
            </a:lvl8pPr>
            <a:lvl9pPr>
              <a:spcBef>
                <a:spcPts val="0"/>
              </a:spcBef>
              <a:spcAft>
                <a:spcPts val="0"/>
              </a:spcAft>
              <a:buSzPts val="2400"/>
              <a:buFont typeface="Arial" panose="020B0604020202090204"/>
              <a:buNone/>
              <a:defRPr>
                <a:latin typeface="Arial" panose="020B0604020202090204"/>
                <a:ea typeface="Arial" panose="020B0604020202090204"/>
                <a:cs typeface="Arial" panose="020B0604020202090204"/>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
        <p:cNvGrpSpPr/>
        <p:nvPr/>
      </p:nvGrpSpPr>
      <p:grpSpPr/>
      <p:sp>
        <p:nvSpPr>
          <p:cNvPr id="9" name="Google Shape;9;p2"/>
          <p:cNvSpPr>
            <a:spLocks noGrp="1"/>
          </p:cNvSpPr>
          <p:nvPr>
            <p:ph type="ctrTitle"/>
          </p:nvPr>
        </p:nvSpPr>
        <p:spPr>
          <a:xfrm>
            <a:off x="713225" y="1529038"/>
            <a:ext cx="6919800" cy="2009100"/>
          </a:xfrm>
          <a:prstGeom prst="rect">
            <a:avLst/>
          </a:prstGeom>
        </p:spPr>
        <p:txBody>
          <a:bodyPr spcFirstLastPara="1" wrap="square" lIns="91425" tIns="91425" rIns="91425" bIns="91425" anchor="b">
            <a:noAutofit/>
          </a:bodyPr>
          <a:lstStyle>
            <a:lvl1pPr>
              <a:spcBef>
                <a:spcPts val="0"/>
              </a:spcBef>
              <a:spcAft>
                <a:spcPts val="0"/>
              </a:spcAft>
              <a:buSzPts val="5200"/>
              <a:buNone/>
              <a:defRPr sz="3800">
                <a:latin typeface="Poppins"/>
                <a:ea typeface="Poppins"/>
                <a:cs typeface="Poppins"/>
              </a:defRPr>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p:txBody>
      </p:sp>
      <p:sp>
        <p:nvSpPr>
          <p:cNvPr id="10" name="Google Shape;10;p2"/>
          <p:cNvSpPr>
            <a:spLocks noGrp="1"/>
          </p:cNvSpPr>
          <p:nvPr>
            <p:ph type="subTitle" idx="1"/>
          </p:nvPr>
        </p:nvSpPr>
        <p:spPr>
          <a:xfrm>
            <a:off x="713225" y="3721100"/>
            <a:ext cx="2308200" cy="734100"/>
          </a:xfrm>
          <a:prstGeom prst="rect">
            <a:avLst/>
          </a:prstGeom>
        </p:spPr>
        <p:txBody>
          <a:bodyPr spcFirstLastPara="1" wrap="square" lIns="91425" tIns="91425" rIns="91425" bIns="91425" anchor="t">
            <a:noAutofit/>
          </a:bodyPr>
          <a:lstStyle>
            <a:lvl1pPr>
              <a:spcBef>
                <a:spcPts val="0"/>
              </a:spcBef>
              <a:spcAft>
                <a:spcPts val="0"/>
              </a:spcAft>
              <a:buClr>
                <a:schemeClr val="dk1"/>
              </a:buClr>
              <a:buSzPts val="1400"/>
              <a:buNone/>
              <a:defRPr sz="1600">
                <a:solidFill>
                  <a:schemeClr val="dk1"/>
                </a:solidFill>
                <a:latin typeface="Albert Sans Medium"/>
                <a:ea typeface="Albert Sans Medium"/>
                <a:cs typeface="Albert Sans Medium"/>
              </a:defRPr>
            </a:lvl1pPr>
            <a:lvl2pPr algn="ctr">
              <a:lnSpc>
                <a:spcPct val="100000"/>
              </a:lnSpc>
              <a:spcBef>
                <a:spcPts val="0"/>
              </a:spcBef>
              <a:spcAft>
                <a:spcPts val="0"/>
              </a:spcAft>
              <a:buClr>
                <a:schemeClr val="dk1"/>
              </a:buClr>
              <a:buSzPts val="1800"/>
              <a:buNone/>
              <a:defRPr sz="1800">
                <a:solidFill>
                  <a:schemeClr val="dk1"/>
                </a:solidFill>
              </a:defRPr>
            </a:lvl2pPr>
            <a:lvl3pPr algn="ctr">
              <a:lnSpc>
                <a:spcPct val="100000"/>
              </a:lnSpc>
              <a:spcBef>
                <a:spcPts val="0"/>
              </a:spcBef>
              <a:spcAft>
                <a:spcPts val="0"/>
              </a:spcAft>
              <a:buClr>
                <a:schemeClr val="dk1"/>
              </a:buClr>
              <a:buSzPts val="1800"/>
              <a:buNone/>
              <a:defRPr sz="1800">
                <a:solidFill>
                  <a:schemeClr val="dk1"/>
                </a:solidFill>
              </a:defRPr>
            </a:lvl3pPr>
            <a:lvl4pPr algn="ctr">
              <a:lnSpc>
                <a:spcPct val="100000"/>
              </a:lnSpc>
              <a:spcBef>
                <a:spcPts val="0"/>
              </a:spcBef>
              <a:spcAft>
                <a:spcPts val="0"/>
              </a:spcAft>
              <a:buClr>
                <a:schemeClr val="dk1"/>
              </a:buClr>
              <a:buSzPts val="1800"/>
              <a:buNone/>
              <a:defRPr sz="1800">
                <a:solidFill>
                  <a:schemeClr val="dk1"/>
                </a:solidFill>
              </a:defRPr>
            </a:lvl4pPr>
            <a:lvl5pPr algn="ctr">
              <a:lnSpc>
                <a:spcPct val="100000"/>
              </a:lnSpc>
              <a:spcBef>
                <a:spcPts val="0"/>
              </a:spcBef>
              <a:spcAft>
                <a:spcPts val="0"/>
              </a:spcAft>
              <a:buClr>
                <a:schemeClr val="dk1"/>
              </a:buClr>
              <a:buSzPts val="1800"/>
              <a:buNone/>
              <a:defRPr sz="1800">
                <a:solidFill>
                  <a:schemeClr val="dk1"/>
                </a:solidFill>
              </a:defRPr>
            </a:lvl5pPr>
            <a:lvl6pPr algn="ctr">
              <a:lnSpc>
                <a:spcPct val="100000"/>
              </a:lnSpc>
              <a:spcBef>
                <a:spcPts val="0"/>
              </a:spcBef>
              <a:spcAft>
                <a:spcPts val="0"/>
              </a:spcAft>
              <a:buClr>
                <a:schemeClr val="dk1"/>
              </a:buClr>
              <a:buSzPts val="1800"/>
              <a:buNone/>
              <a:defRPr sz="1800">
                <a:solidFill>
                  <a:schemeClr val="dk1"/>
                </a:solidFill>
              </a:defRPr>
            </a:lvl6pPr>
            <a:lvl7pPr algn="ctr">
              <a:lnSpc>
                <a:spcPct val="100000"/>
              </a:lnSpc>
              <a:spcBef>
                <a:spcPts val="0"/>
              </a:spcBef>
              <a:spcAft>
                <a:spcPts val="0"/>
              </a:spcAft>
              <a:buClr>
                <a:schemeClr val="dk1"/>
              </a:buClr>
              <a:buSzPts val="1800"/>
              <a:buNone/>
              <a:defRPr sz="1800">
                <a:solidFill>
                  <a:schemeClr val="dk1"/>
                </a:solidFill>
              </a:defRPr>
            </a:lvl7pPr>
            <a:lvl8pPr algn="ctr">
              <a:lnSpc>
                <a:spcPct val="100000"/>
              </a:lnSpc>
              <a:spcBef>
                <a:spcPts val="0"/>
              </a:spcBef>
              <a:spcAft>
                <a:spcPts val="0"/>
              </a:spcAft>
              <a:buClr>
                <a:schemeClr val="dk1"/>
              </a:buClr>
              <a:buSzPts val="1800"/>
              <a:buNone/>
              <a:defRPr sz="1800">
                <a:solidFill>
                  <a:schemeClr val="dk1"/>
                </a:solidFill>
              </a:defRPr>
            </a:lvl8pPr>
            <a:lvl9pPr algn="ctr">
              <a:lnSpc>
                <a:spcPct val="100000"/>
              </a:lnSpc>
              <a:spcBef>
                <a:spcPts val="0"/>
              </a:spcBef>
              <a:spcAft>
                <a:spcPts val="0"/>
              </a:spcAft>
              <a:buClr>
                <a:schemeClr val="dk1"/>
              </a:buClr>
              <a:buSzPts val="1800"/>
              <a:buNone/>
              <a:defRPr sz="1800">
                <a:solidFill>
                  <a:schemeClr val="dk1"/>
                </a:solidFill>
              </a:defRPr>
            </a:lvl9pPr>
          </a:lstStyle>
          <a:p/>
        </p:txBody>
      </p:sp>
      <p:sp>
        <p:nvSpPr>
          <p:cNvPr id="12" name="Google Shape;12;p2"/>
          <p:cNvSpPr>
            <a:spLocks noGrp="1"/>
          </p:cNvSpPr>
          <p:nvPr/>
        </p:nvSpPr>
        <p:spPr>
          <a:xfrm>
            <a:off x="7629958" y="3058625"/>
            <a:ext cx="1260000" cy="5348400"/>
          </a:xfrm>
          <a:prstGeom prst="roundRect">
            <a:avLst>
              <a:gd name="adj" fmla="val 50000"/>
            </a:avLst>
          </a:prstGeom>
          <a:solidFill>
            <a:schemeClr val="dk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3" name="Google Shape;13;p2"/>
          <p:cNvSpPr>
            <a:spLocks noGrp="1"/>
          </p:cNvSpPr>
          <p:nvPr/>
        </p:nvSpPr>
        <p:spPr>
          <a:xfrm>
            <a:off x="6736200" y="3879112"/>
            <a:ext cx="1260000" cy="3707400"/>
          </a:xfrm>
          <a:prstGeom prst="roundRect">
            <a:avLst>
              <a:gd name="adj" fmla="val 50000"/>
            </a:avLst>
          </a:prstGeom>
          <a:solidFill>
            <a:srgbClr val="74CEC4">
              <a:alpha val="6000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4" name="Google Shape;14;p2"/>
          <p:cNvSpPr>
            <a:spLocks noGrp="1"/>
          </p:cNvSpPr>
          <p:nvPr/>
        </p:nvSpPr>
        <p:spPr>
          <a:xfrm rot="10800000">
            <a:off x="312387" y="-769880"/>
            <a:ext cx="677400" cy="1828500"/>
          </a:xfrm>
          <a:prstGeom prst="roundRect">
            <a:avLst>
              <a:gd name="adj" fmla="val 50000"/>
            </a:avLst>
          </a:prstGeom>
          <a:solidFill>
            <a:schemeClr val="dk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5" name="Google Shape;15;p2"/>
          <p:cNvSpPr>
            <a:spLocks noGrp="1"/>
          </p:cNvSpPr>
          <p:nvPr/>
        </p:nvSpPr>
        <p:spPr>
          <a:xfrm rot="10800000">
            <a:off x="-38477" y="-27518"/>
            <a:ext cx="698700" cy="698700"/>
          </a:xfrm>
          <a:prstGeom prst="chord">
            <a:avLst>
              <a:gd name="adj1" fmla="val 5399387"/>
              <a:gd name="adj2" fmla="val 16200000"/>
            </a:avLst>
          </a:prstGeom>
          <a:solidFill>
            <a:srgbClr val="74CEC4">
              <a:alpha val="6000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6" name="Google Shape;16;p2"/>
          <p:cNvSpPr>
            <a:spLocks noGrp="1"/>
          </p:cNvSpPr>
          <p:nvPr/>
        </p:nvSpPr>
        <p:spPr>
          <a:xfrm rot="10800000">
            <a:off x="-386316" y="-27518"/>
            <a:ext cx="698700" cy="698700"/>
          </a:xfrm>
          <a:prstGeom prst="chord">
            <a:avLst>
              <a:gd name="adj1" fmla="val 5399387"/>
              <a:gd name="adj2" fmla="val 16200000"/>
            </a:avLst>
          </a:prstGeom>
          <a:solidFill>
            <a:srgbClr val="F2557A">
              <a:alpha val="5250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bg>
      <p:bgPr>
        <a:solidFill>
          <a:schemeClr val="dk1"/>
        </a:solidFill>
        <a:effectLst/>
      </p:bgPr>
    </p:bg>
    <p:spTree>
      <p:nvGrpSpPr>
        <p:cNvPr id="1" name=""/>
        <p:cNvGrpSpPr/>
        <p:nvPr/>
      </p:nvGrpSpPr>
      <p:grpSpPr/>
      <p:sp>
        <p:nvSpPr>
          <p:cNvPr id="18" name="Google Shape;18;p3"/>
          <p:cNvSpPr>
            <a:spLocks noGrp="1"/>
          </p:cNvSpPr>
          <p:nvPr>
            <p:ph type="title"/>
          </p:nvPr>
        </p:nvSpPr>
        <p:spPr>
          <a:xfrm>
            <a:off x="713225" y="2271750"/>
            <a:ext cx="3318300" cy="841800"/>
          </a:xfrm>
          <a:prstGeom prst="rect">
            <a:avLst/>
          </a:prstGeom>
        </p:spPr>
        <p:txBody>
          <a:bodyPr spcFirstLastPara="1" wrap="square" lIns="91425" tIns="91425" rIns="91425" bIns="91425" anchor="t">
            <a:noAutofit/>
          </a:bodyPr>
          <a:lstStyle>
            <a:lvl1pPr>
              <a:spcBef>
                <a:spcPts val="0"/>
              </a:spcBef>
              <a:spcAft>
                <a:spcPts val="0"/>
              </a:spcAft>
              <a:buSzPts val="3600"/>
              <a:buNone/>
              <a:defRPr sz="3800">
                <a:solidFill>
                  <a:schemeClr val="lt1"/>
                </a:solidFill>
              </a:defRPr>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p:txBody>
      </p:sp>
      <p:sp>
        <p:nvSpPr>
          <p:cNvPr id="19" name="Google Shape;19;p3"/>
          <p:cNvSpPr>
            <a:spLocks noGrp="1"/>
          </p:cNvSpPr>
          <p:nvPr>
            <p:ph type="title" idx="2" hasCustomPrompt="1"/>
          </p:nvPr>
        </p:nvSpPr>
        <p:spPr>
          <a:xfrm>
            <a:off x="713225" y="1267988"/>
            <a:ext cx="1324200" cy="841800"/>
          </a:xfrm>
          <a:prstGeom prst="rect">
            <a:avLst/>
          </a:prstGeom>
        </p:spPr>
        <p:txBody>
          <a:bodyPr spcFirstLastPara="1" wrap="square" lIns="91425" tIns="91425" rIns="91425" bIns="91425" anchor="ctr">
            <a:noAutofit/>
          </a:bodyPr>
          <a:lstStyle>
            <a:lvl1pPr>
              <a:spcBef>
                <a:spcPts val="0"/>
              </a:spcBef>
              <a:spcAft>
                <a:spcPts val="0"/>
              </a:spcAft>
              <a:buSzPts val="6000"/>
              <a:buNone/>
              <a:defRPr sz="6000">
                <a:solidFill>
                  <a:schemeClr val="lt1"/>
                </a:solidFill>
              </a:defRPr>
            </a:lvl1pPr>
            <a:lvl2pPr algn="ctr">
              <a:spcBef>
                <a:spcPts val="0"/>
              </a:spcBef>
              <a:spcAft>
                <a:spcPts val="0"/>
              </a:spcAft>
              <a:buSzPts val="6000"/>
              <a:buNone/>
              <a:defRPr sz="6000"/>
            </a:lvl2pPr>
            <a:lvl3pPr algn="ctr">
              <a:spcBef>
                <a:spcPts val="0"/>
              </a:spcBef>
              <a:spcAft>
                <a:spcPts val="0"/>
              </a:spcAft>
              <a:buSzPts val="6000"/>
              <a:buNone/>
              <a:defRPr sz="6000"/>
            </a:lvl3pPr>
            <a:lvl4pPr algn="ctr">
              <a:spcBef>
                <a:spcPts val="0"/>
              </a:spcBef>
              <a:spcAft>
                <a:spcPts val="0"/>
              </a:spcAft>
              <a:buSzPts val="6000"/>
              <a:buNone/>
              <a:defRPr sz="6000"/>
            </a:lvl4pPr>
            <a:lvl5pPr algn="ctr">
              <a:spcBef>
                <a:spcPts val="0"/>
              </a:spcBef>
              <a:spcAft>
                <a:spcPts val="0"/>
              </a:spcAft>
              <a:buSzPts val="6000"/>
              <a:buNone/>
              <a:defRPr sz="6000"/>
            </a:lvl5pPr>
            <a:lvl6pPr algn="ctr">
              <a:spcBef>
                <a:spcPts val="0"/>
              </a:spcBef>
              <a:spcAft>
                <a:spcPts val="0"/>
              </a:spcAft>
              <a:buSzPts val="6000"/>
              <a:buNone/>
              <a:defRPr sz="6000"/>
            </a:lvl6pPr>
            <a:lvl7pPr algn="ctr">
              <a:spcBef>
                <a:spcPts val="0"/>
              </a:spcBef>
              <a:spcAft>
                <a:spcPts val="0"/>
              </a:spcAft>
              <a:buSzPts val="6000"/>
              <a:buNone/>
              <a:defRPr sz="6000"/>
            </a:lvl7pPr>
            <a:lvl8pPr algn="ctr">
              <a:spcBef>
                <a:spcPts val="0"/>
              </a:spcBef>
              <a:spcAft>
                <a:spcPts val="0"/>
              </a:spcAft>
              <a:buSzPts val="6000"/>
              <a:buNone/>
              <a:defRPr sz="6000"/>
            </a:lvl8pPr>
            <a:lvl9pPr algn="ctr">
              <a:spcBef>
                <a:spcPts val="0"/>
              </a:spcBef>
              <a:spcAft>
                <a:spcPts val="0"/>
              </a:spcAft>
              <a:buSzPts val="6000"/>
              <a:buNone/>
              <a:defRPr sz="6000"/>
            </a:lvl9pPr>
          </a:lstStyle>
          <a:p>
            <a:r>
              <a:t>xx%</a:t>
            </a:r>
          </a:p>
        </p:txBody>
      </p:sp>
      <p:sp>
        <p:nvSpPr>
          <p:cNvPr id="20" name="Google Shape;20;p3"/>
          <p:cNvSpPr>
            <a:spLocks noGrp="1"/>
          </p:cNvSpPr>
          <p:nvPr>
            <p:ph type="subTitle" idx="1"/>
          </p:nvPr>
        </p:nvSpPr>
        <p:spPr>
          <a:xfrm>
            <a:off x="713225" y="3356325"/>
            <a:ext cx="3318300" cy="7134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dk1"/>
              </a:buClr>
              <a:buSzPts val="1400"/>
              <a:buNone/>
              <a:defRPr sz="1600">
                <a:solidFill>
                  <a:schemeClr val="lt1"/>
                </a:solidFill>
                <a:latin typeface="Albert Sans Medium"/>
                <a:ea typeface="Albert Sans Medium"/>
                <a:cs typeface="Albert Sans Medium"/>
              </a:defRPr>
            </a:lvl1pPr>
            <a:lvl2pPr algn="ctr">
              <a:lnSpc>
                <a:spcPct val="100000"/>
              </a:lnSpc>
              <a:spcBef>
                <a:spcPts val="0"/>
              </a:spcBef>
              <a:spcAft>
                <a:spcPts val="0"/>
              </a:spcAft>
              <a:buClr>
                <a:schemeClr val="dk1"/>
              </a:buClr>
              <a:buSzPts val="1400"/>
              <a:buNone/>
              <a:defRPr>
                <a:solidFill>
                  <a:schemeClr val="dk1"/>
                </a:solidFill>
              </a:defRPr>
            </a:lvl2pPr>
            <a:lvl3pPr algn="ctr">
              <a:lnSpc>
                <a:spcPct val="100000"/>
              </a:lnSpc>
              <a:spcBef>
                <a:spcPts val="0"/>
              </a:spcBef>
              <a:spcAft>
                <a:spcPts val="0"/>
              </a:spcAft>
              <a:buClr>
                <a:schemeClr val="dk1"/>
              </a:buClr>
              <a:buSzPts val="1400"/>
              <a:buNone/>
              <a:defRPr>
                <a:solidFill>
                  <a:schemeClr val="dk1"/>
                </a:solidFill>
              </a:defRPr>
            </a:lvl3pPr>
            <a:lvl4pPr algn="ctr">
              <a:lnSpc>
                <a:spcPct val="100000"/>
              </a:lnSpc>
              <a:spcBef>
                <a:spcPts val="0"/>
              </a:spcBef>
              <a:spcAft>
                <a:spcPts val="0"/>
              </a:spcAft>
              <a:buClr>
                <a:schemeClr val="dk1"/>
              </a:buClr>
              <a:buSzPts val="1400"/>
              <a:buNone/>
              <a:defRPr>
                <a:solidFill>
                  <a:schemeClr val="dk1"/>
                </a:solidFill>
              </a:defRPr>
            </a:lvl4pPr>
            <a:lvl5pPr algn="ctr">
              <a:lnSpc>
                <a:spcPct val="100000"/>
              </a:lnSpc>
              <a:spcBef>
                <a:spcPts val="0"/>
              </a:spcBef>
              <a:spcAft>
                <a:spcPts val="0"/>
              </a:spcAft>
              <a:buClr>
                <a:schemeClr val="dk1"/>
              </a:buClr>
              <a:buSzPts val="1400"/>
              <a:buNone/>
              <a:defRPr>
                <a:solidFill>
                  <a:schemeClr val="dk1"/>
                </a:solidFill>
              </a:defRPr>
            </a:lvl5pPr>
            <a:lvl6pPr algn="ctr">
              <a:lnSpc>
                <a:spcPct val="100000"/>
              </a:lnSpc>
              <a:spcBef>
                <a:spcPts val="0"/>
              </a:spcBef>
              <a:spcAft>
                <a:spcPts val="0"/>
              </a:spcAft>
              <a:buClr>
                <a:schemeClr val="dk1"/>
              </a:buClr>
              <a:buSzPts val="1400"/>
              <a:buNone/>
              <a:defRPr>
                <a:solidFill>
                  <a:schemeClr val="dk1"/>
                </a:solidFill>
              </a:defRPr>
            </a:lvl6pPr>
            <a:lvl7pPr algn="ctr">
              <a:lnSpc>
                <a:spcPct val="100000"/>
              </a:lnSpc>
              <a:spcBef>
                <a:spcPts val="0"/>
              </a:spcBef>
              <a:spcAft>
                <a:spcPts val="0"/>
              </a:spcAft>
              <a:buClr>
                <a:schemeClr val="dk1"/>
              </a:buClr>
              <a:buSzPts val="1400"/>
              <a:buNone/>
              <a:defRPr>
                <a:solidFill>
                  <a:schemeClr val="dk1"/>
                </a:solidFill>
              </a:defRPr>
            </a:lvl7pPr>
            <a:lvl8pPr algn="ctr">
              <a:lnSpc>
                <a:spcPct val="100000"/>
              </a:lnSpc>
              <a:spcBef>
                <a:spcPts val="0"/>
              </a:spcBef>
              <a:spcAft>
                <a:spcPts val="0"/>
              </a:spcAft>
              <a:buClr>
                <a:schemeClr val="dk1"/>
              </a:buClr>
              <a:buSzPts val="1400"/>
              <a:buNone/>
              <a:defRPr>
                <a:solidFill>
                  <a:schemeClr val="dk1"/>
                </a:solidFill>
              </a:defRPr>
            </a:lvl8pPr>
            <a:lvl9pPr algn="ctr">
              <a:lnSpc>
                <a:spcPct val="100000"/>
              </a:lnSpc>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body">
  <p:cSld name="TITLE_AND_BODY">
    <p:spTree>
      <p:nvGrpSpPr>
        <p:cNvPr id="1" name=""/>
        <p:cNvGrpSpPr/>
        <p:nvPr/>
      </p:nvGrpSpPr>
      <p:grpSpPr/>
      <p:sp>
        <p:nvSpPr>
          <p:cNvPr id="22" name="Google Shape;22;p4"/>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p:txBody>
      </p:sp>
      <p:sp>
        <p:nvSpPr>
          <p:cNvPr id="23" name="Google Shape;23;p4"/>
          <p:cNvSpPr>
            <a:spLocks noGrp="1"/>
          </p:cNvSpPr>
          <p:nvPr>
            <p:ph type="body" idx="1"/>
          </p:nvPr>
        </p:nvSpPr>
        <p:spPr>
          <a:xfrm>
            <a:off x="720000" y="1215750"/>
            <a:ext cx="7704000" cy="3233100"/>
          </a:xfrm>
          <a:prstGeom prst="rect">
            <a:avLst/>
          </a:prstGeom>
        </p:spPr>
        <p:txBody>
          <a:bodyPr spcFirstLastPara="1" wrap="square" lIns="91425" tIns="91425" rIns="91425" bIns="91425" anchor="t">
            <a:noAutofit/>
          </a:bodyPr>
          <a:lstStyle>
            <a:lvl1pPr marL="457200" indent="-317500">
              <a:spcBef>
                <a:spcPts val="0"/>
              </a:spcBef>
              <a:spcAft>
                <a:spcPts val="0"/>
              </a:spcAft>
              <a:buSzPts val="1400"/>
              <a:buChar char="●"/>
              <a:defRPr/>
            </a:lvl1pPr>
            <a:lvl2pPr marL="914400" indent="-317500">
              <a:spcBef>
                <a:spcPts val="0"/>
              </a:spcBef>
              <a:spcAft>
                <a:spcPts val="0"/>
              </a:spcAft>
              <a:buSzPts val="1400"/>
              <a:buChar char="○"/>
              <a:defRPr/>
            </a:lvl2pPr>
            <a:lvl3pPr marL="1371600" indent="-317500">
              <a:lnSpc>
                <a:spcPct val="115000"/>
              </a:lnSpc>
              <a:spcBef>
                <a:spcPts val="0"/>
              </a:spcBef>
              <a:spcAft>
                <a:spcPts val="0"/>
              </a:spcAft>
              <a:buSzPts val="1400"/>
              <a:buChar char="■"/>
              <a:defRPr/>
            </a:lvl3pPr>
            <a:lvl4pPr marL="1828800" indent="-317500">
              <a:lnSpc>
                <a:spcPct val="115000"/>
              </a:lnSpc>
              <a:spcBef>
                <a:spcPts val="0"/>
              </a:spcBef>
              <a:spcAft>
                <a:spcPts val="0"/>
              </a:spcAft>
              <a:buSzPts val="1400"/>
              <a:buChar char="●"/>
              <a:defRPr/>
            </a:lvl4pPr>
            <a:lvl5pPr marL="2286000" indent="-317500">
              <a:lnSpc>
                <a:spcPct val="115000"/>
              </a:lnSpc>
              <a:spcBef>
                <a:spcPts val="0"/>
              </a:spcBef>
              <a:spcAft>
                <a:spcPts val="0"/>
              </a:spcAft>
              <a:buSzPts val="1400"/>
              <a:buChar char="○"/>
              <a:defRPr/>
            </a:lvl5pPr>
            <a:lvl6pPr marL="2743200" indent="-317500">
              <a:lnSpc>
                <a:spcPct val="115000"/>
              </a:lnSpc>
              <a:spcBef>
                <a:spcPts val="0"/>
              </a:spcBef>
              <a:spcAft>
                <a:spcPts val="0"/>
              </a:spcAft>
              <a:buSzPts val="1400"/>
              <a:buChar char="■"/>
              <a:defRPr/>
            </a:lvl6pPr>
            <a:lvl7pPr marL="3200400" indent="-317500">
              <a:lnSpc>
                <a:spcPct val="115000"/>
              </a:lnSpc>
              <a:spcBef>
                <a:spcPts val="0"/>
              </a:spcBef>
              <a:spcAft>
                <a:spcPts val="0"/>
              </a:spcAft>
              <a:buSzPts val="1400"/>
              <a:buChar char="●"/>
              <a:defRPr/>
            </a:lvl7pPr>
            <a:lvl8pPr marL="3657600" indent="-317500">
              <a:lnSpc>
                <a:spcPct val="115000"/>
              </a:lnSpc>
              <a:spcBef>
                <a:spcPts val="0"/>
              </a:spcBef>
              <a:spcAft>
                <a:spcPts val="0"/>
              </a:spcAft>
              <a:buSzPts val="1400"/>
              <a:buChar char="○"/>
              <a:defRPr/>
            </a:lvl8pPr>
            <a:lvl9pPr marL="4114800" indent="-317500">
              <a:lnSpc>
                <a:spcPct val="115000"/>
              </a:lnSpc>
              <a:spcBef>
                <a:spcPts val="0"/>
              </a:spcBef>
              <a:spcAft>
                <a:spcPts val="0"/>
              </a:spcAft>
              <a:buSzPts val="1400"/>
              <a:buChar char="■"/>
              <a:defRPr/>
            </a:lvl9pPr>
          </a:lstStyle>
          <a:p/>
        </p:txBody>
      </p:sp>
      <p:sp>
        <p:nvSpPr>
          <p:cNvPr id="25" name="Google Shape;25;p4"/>
          <p:cNvSpPr>
            <a:spLocks noGrp="1"/>
          </p:cNvSpPr>
          <p:nvPr/>
        </p:nvSpPr>
        <p:spPr>
          <a:xfrm flipH="1">
            <a:off x="8812484" y="4331375"/>
            <a:ext cx="277200" cy="277200"/>
          </a:xfrm>
          <a:prstGeom prst="ellipse">
            <a:avLst/>
          </a:prstGeom>
          <a:solidFill>
            <a:schemeClr val="accent1"/>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26" name="Google Shape;26;p4"/>
          <p:cNvSpPr>
            <a:spLocks noGrp="1"/>
          </p:cNvSpPr>
          <p:nvPr/>
        </p:nvSpPr>
        <p:spPr>
          <a:xfrm rot="10800000" flipH="1">
            <a:off x="-173878" y="-686855"/>
            <a:ext cx="677400" cy="1828500"/>
          </a:xfrm>
          <a:prstGeom prst="roundRect">
            <a:avLst>
              <a:gd name="adj" fmla="val 50000"/>
            </a:avLst>
          </a:prstGeom>
          <a:solidFill>
            <a:srgbClr val="74CEC4">
              <a:alpha val="60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27" name="Google Shape;27;p4"/>
          <p:cNvSpPr>
            <a:spLocks noGrp="1"/>
          </p:cNvSpPr>
          <p:nvPr/>
        </p:nvSpPr>
        <p:spPr>
          <a:xfrm flipH="1">
            <a:off x="-363114" y="781582"/>
            <a:ext cx="698700" cy="698700"/>
          </a:xfrm>
          <a:prstGeom prst="chord">
            <a:avLst>
              <a:gd name="adj1" fmla="val 5399387"/>
              <a:gd name="adj2" fmla="val 16200000"/>
            </a:avLst>
          </a:prstGeom>
          <a:solidFill>
            <a:schemeClr val="dk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28" name="Google Shape;28;p4"/>
          <p:cNvSpPr>
            <a:spLocks noGrp="1"/>
          </p:cNvSpPr>
          <p:nvPr/>
        </p:nvSpPr>
        <p:spPr>
          <a:xfrm flipH="1">
            <a:off x="8812484" y="4769225"/>
            <a:ext cx="659700" cy="659700"/>
          </a:xfrm>
          <a:prstGeom prst="ellipse">
            <a:avLst/>
          </a:prstGeom>
          <a:solidFill>
            <a:srgbClr val="F2557A">
              <a:alpha val="65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two columns">
  <p:cSld name="TITLE_AND_TWO_COLUMNS">
    <p:spTree>
      <p:nvGrpSpPr>
        <p:cNvPr id="1" name=""/>
        <p:cNvGrpSpPr/>
        <p:nvPr/>
      </p:nvGrpSpPr>
      <p:grpSpPr/>
      <p:sp>
        <p:nvSpPr>
          <p:cNvPr id="30" name="Google Shape;30;p5"/>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p:txBody>
      </p:sp>
      <p:sp>
        <p:nvSpPr>
          <p:cNvPr id="31" name="Google Shape;31;p5"/>
          <p:cNvSpPr>
            <a:spLocks noGrp="1"/>
          </p:cNvSpPr>
          <p:nvPr>
            <p:ph type="subTitle" idx="1"/>
          </p:nvPr>
        </p:nvSpPr>
        <p:spPr>
          <a:xfrm>
            <a:off x="720000" y="3555900"/>
            <a:ext cx="7704000" cy="928200"/>
          </a:xfrm>
          <a:prstGeom prst="rect">
            <a:avLst/>
          </a:prstGeom>
        </p:spPr>
        <p:txBody>
          <a:bodyPr spcFirstLastPara="1" wrap="square" lIns="91425" tIns="91425" rIns="91425" bIns="91425" anchor="t">
            <a:noAutofit/>
          </a:bodyPr>
          <a:lstStyle>
            <a:lvl1pPr>
              <a:lnSpc>
                <a:spcPct val="115000"/>
              </a:lnSpc>
              <a:spcBef>
                <a:spcPts val="0"/>
              </a:spcBef>
              <a:spcAft>
                <a:spcPts val="0"/>
              </a:spcAft>
              <a:buSzPts val="1400"/>
              <a:buChar char="●"/>
              <a:defRPr sz="1400" b="0"/>
            </a:lvl1pPr>
            <a:lvl2pPr algn="ctr">
              <a:lnSpc>
                <a:spcPct val="115000"/>
              </a:lnSpc>
              <a:spcBef>
                <a:spcPts val="0"/>
              </a:spcBef>
              <a:spcAft>
                <a:spcPts val="0"/>
              </a:spcAft>
              <a:buSzPts val="2800"/>
              <a:buChar char="○"/>
              <a:defRPr sz="2800"/>
            </a:lvl2pPr>
            <a:lvl3pPr algn="ctr">
              <a:lnSpc>
                <a:spcPct val="115000"/>
              </a:lnSpc>
              <a:spcBef>
                <a:spcPts val="0"/>
              </a:spcBef>
              <a:spcAft>
                <a:spcPts val="0"/>
              </a:spcAft>
              <a:buSzPts val="2800"/>
              <a:buChar char="■"/>
              <a:defRPr sz="2800"/>
            </a:lvl3pPr>
            <a:lvl4pPr algn="ctr">
              <a:lnSpc>
                <a:spcPct val="115000"/>
              </a:lnSpc>
              <a:spcBef>
                <a:spcPts val="0"/>
              </a:spcBef>
              <a:spcAft>
                <a:spcPts val="0"/>
              </a:spcAft>
              <a:buSzPts val="2800"/>
              <a:buChar char="●"/>
              <a:defRPr sz="2800"/>
            </a:lvl4pPr>
            <a:lvl5pPr algn="ctr">
              <a:lnSpc>
                <a:spcPct val="115000"/>
              </a:lnSpc>
              <a:spcBef>
                <a:spcPts val="0"/>
              </a:spcBef>
              <a:spcAft>
                <a:spcPts val="0"/>
              </a:spcAft>
              <a:buSzPts val="2800"/>
              <a:buChar char="○"/>
              <a:defRPr sz="2800"/>
            </a:lvl5pPr>
            <a:lvl6pPr algn="ctr">
              <a:lnSpc>
                <a:spcPct val="115000"/>
              </a:lnSpc>
              <a:spcBef>
                <a:spcPts val="0"/>
              </a:spcBef>
              <a:spcAft>
                <a:spcPts val="0"/>
              </a:spcAft>
              <a:buSzPts val="2800"/>
              <a:buChar char="■"/>
              <a:defRPr sz="2800"/>
            </a:lvl6pPr>
            <a:lvl7pPr algn="ctr">
              <a:lnSpc>
                <a:spcPct val="115000"/>
              </a:lnSpc>
              <a:spcBef>
                <a:spcPts val="0"/>
              </a:spcBef>
              <a:spcAft>
                <a:spcPts val="0"/>
              </a:spcAft>
              <a:buSzPts val="2800"/>
              <a:buChar char="●"/>
              <a:defRPr sz="2800"/>
            </a:lvl7pPr>
            <a:lvl8pPr algn="ctr">
              <a:lnSpc>
                <a:spcPct val="115000"/>
              </a:lnSpc>
              <a:spcBef>
                <a:spcPts val="0"/>
              </a:spcBef>
              <a:spcAft>
                <a:spcPts val="0"/>
              </a:spcAft>
              <a:buSzPts val="2800"/>
              <a:buChar char="○"/>
              <a:defRPr sz="2800"/>
            </a:lvl8pPr>
            <a:lvl9pPr algn="ctr">
              <a:lnSpc>
                <a:spcPct val="115000"/>
              </a:lnSpc>
              <a:spcBef>
                <a:spcPts val="0"/>
              </a:spcBef>
              <a:spcAft>
                <a:spcPts val="0"/>
              </a:spcAft>
              <a:buSzPts val="2800"/>
              <a:buChar char="■"/>
              <a:defRPr sz="2800"/>
            </a:lvl9pPr>
          </a:lstStyle>
          <a:p/>
        </p:txBody>
      </p:sp>
      <p:sp>
        <p:nvSpPr>
          <p:cNvPr id="32" name="Google Shape;32;p5"/>
          <p:cNvSpPr>
            <a:spLocks noGrp="1"/>
          </p:cNvSpPr>
          <p:nvPr>
            <p:ph type="subTitle" idx="2"/>
          </p:nvPr>
        </p:nvSpPr>
        <p:spPr>
          <a:xfrm>
            <a:off x="720000" y="1888700"/>
            <a:ext cx="7704000" cy="928200"/>
          </a:xfrm>
          <a:prstGeom prst="rect">
            <a:avLst/>
          </a:prstGeom>
        </p:spPr>
        <p:txBody>
          <a:bodyPr spcFirstLastPara="1" wrap="square" lIns="91425" tIns="91425" rIns="91425" bIns="91425" anchor="t">
            <a:noAutofit/>
          </a:bodyPr>
          <a:lstStyle>
            <a:lvl1pPr>
              <a:lnSpc>
                <a:spcPct val="115000"/>
              </a:lnSpc>
              <a:spcBef>
                <a:spcPts val="0"/>
              </a:spcBef>
              <a:spcAft>
                <a:spcPts val="0"/>
              </a:spcAft>
              <a:buSzPts val="1400"/>
              <a:buChar char="●"/>
              <a:defRPr sz="1400" b="0"/>
            </a:lvl1pPr>
            <a:lvl2pPr algn="ctr">
              <a:lnSpc>
                <a:spcPct val="115000"/>
              </a:lnSpc>
              <a:spcBef>
                <a:spcPts val="0"/>
              </a:spcBef>
              <a:spcAft>
                <a:spcPts val="0"/>
              </a:spcAft>
              <a:buSzPts val="1400"/>
              <a:buChar char="○"/>
              <a:defRPr sz="2800"/>
            </a:lvl2pPr>
            <a:lvl3pPr algn="ctr">
              <a:lnSpc>
                <a:spcPct val="115000"/>
              </a:lnSpc>
              <a:spcBef>
                <a:spcPts val="0"/>
              </a:spcBef>
              <a:spcAft>
                <a:spcPts val="0"/>
              </a:spcAft>
              <a:buSzPts val="1400"/>
              <a:buChar char="■"/>
              <a:defRPr sz="2800"/>
            </a:lvl3pPr>
            <a:lvl4pPr algn="ctr">
              <a:lnSpc>
                <a:spcPct val="115000"/>
              </a:lnSpc>
              <a:spcBef>
                <a:spcPts val="0"/>
              </a:spcBef>
              <a:spcAft>
                <a:spcPts val="0"/>
              </a:spcAft>
              <a:buSzPts val="1400"/>
              <a:buChar char="●"/>
              <a:defRPr sz="2800"/>
            </a:lvl4pPr>
            <a:lvl5pPr algn="ctr">
              <a:lnSpc>
                <a:spcPct val="115000"/>
              </a:lnSpc>
              <a:spcBef>
                <a:spcPts val="0"/>
              </a:spcBef>
              <a:spcAft>
                <a:spcPts val="0"/>
              </a:spcAft>
              <a:buSzPts val="1400"/>
              <a:buChar char="○"/>
              <a:defRPr sz="2800"/>
            </a:lvl5pPr>
            <a:lvl6pPr algn="ctr">
              <a:lnSpc>
                <a:spcPct val="115000"/>
              </a:lnSpc>
              <a:spcBef>
                <a:spcPts val="0"/>
              </a:spcBef>
              <a:spcAft>
                <a:spcPts val="0"/>
              </a:spcAft>
              <a:buSzPts val="1400"/>
              <a:buChar char="■"/>
              <a:defRPr sz="2800"/>
            </a:lvl6pPr>
            <a:lvl7pPr algn="ctr">
              <a:lnSpc>
                <a:spcPct val="115000"/>
              </a:lnSpc>
              <a:spcBef>
                <a:spcPts val="0"/>
              </a:spcBef>
              <a:spcAft>
                <a:spcPts val="0"/>
              </a:spcAft>
              <a:buSzPts val="1400"/>
              <a:buChar char="●"/>
              <a:defRPr sz="2800"/>
            </a:lvl7pPr>
            <a:lvl8pPr algn="ctr">
              <a:lnSpc>
                <a:spcPct val="115000"/>
              </a:lnSpc>
              <a:spcBef>
                <a:spcPts val="0"/>
              </a:spcBef>
              <a:spcAft>
                <a:spcPts val="0"/>
              </a:spcAft>
              <a:buSzPts val="1400"/>
              <a:buChar char="○"/>
              <a:defRPr sz="2800"/>
            </a:lvl8pPr>
            <a:lvl9pPr algn="ctr">
              <a:lnSpc>
                <a:spcPct val="115000"/>
              </a:lnSpc>
              <a:spcBef>
                <a:spcPts val="0"/>
              </a:spcBef>
              <a:spcAft>
                <a:spcPts val="0"/>
              </a:spcAft>
              <a:buSzPts val="1400"/>
              <a:buChar char="■"/>
              <a:defRPr sz="2800"/>
            </a:lvl9pPr>
          </a:lstStyle>
          <a:p/>
        </p:txBody>
      </p:sp>
      <p:sp>
        <p:nvSpPr>
          <p:cNvPr id="33" name="Google Shape;33;p5"/>
          <p:cNvSpPr>
            <a:spLocks noGrp="1"/>
          </p:cNvSpPr>
          <p:nvPr>
            <p:ph type="subTitle" idx="3"/>
          </p:nvPr>
        </p:nvSpPr>
        <p:spPr>
          <a:xfrm>
            <a:off x="720000" y="1387700"/>
            <a:ext cx="7704000" cy="501000"/>
          </a:xfrm>
          <a:prstGeom prst="rect">
            <a:avLst/>
          </a:prstGeom>
        </p:spPr>
        <p:txBody>
          <a:bodyPr spcFirstLastPara="1" wrap="square" lIns="91425" tIns="91425" rIns="91425" bIns="91425" anchor="b">
            <a:noAutofit/>
          </a:bodyPr>
          <a:lstStyle>
            <a:lvl1pPr>
              <a:lnSpc>
                <a:spcPct val="115000"/>
              </a:lnSpc>
              <a:spcBef>
                <a:spcPts val="0"/>
              </a:spcBef>
              <a:spcAft>
                <a:spcPts val="0"/>
              </a:spcAft>
              <a:buSzPts val="2400"/>
              <a:buFont typeface="DM Sans"/>
              <a:buNone/>
              <a:defRPr sz="2000" b="1">
                <a:latin typeface="Poppins"/>
                <a:ea typeface="Poppins"/>
                <a:cs typeface="Poppins"/>
              </a:defRPr>
            </a:lvl1pPr>
            <a:lvl2pPr>
              <a:lnSpc>
                <a:spcPct val="115000"/>
              </a:lnSpc>
              <a:spcBef>
                <a:spcPts val="0"/>
              </a:spcBef>
              <a:spcAft>
                <a:spcPts val="0"/>
              </a:spcAft>
              <a:buSzPts val="1400"/>
              <a:buFont typeface="DM Sans"/>
              <a:buNone/>
              <a:defRPr b="1">
                <a:latin typeface="DM Sans"/>
                <a:ea typeface="DM Sans"/>
                <a:cs typeface="DM Sans"/>
              </a:defRPr>
            </a:lvl2pPr>
            <a:lvl3pPr>
              <a:lnSpc>
                <a:spcPct val="115000"/>
              </a:lnSpc>
              <a:spcBef>
                <a:spcPts val="0"/>
              </a:spcBef>
              <a:spcAft>
                <a:spcPts val="0"/>
              </a:spcAft>
              <a:buSzPts val="1400"/>
              <a:buFont typeface="DM Sans"/>
              <a:buNone/>
              <a:defRPr b="1">
                <a:latin typeface="DM Sans"/>
                <a:ea typeface="DM Sans"/>
                <a:cs typeface="DM Sans"/>
              </a:defRPr>
            </a:lvl3pPr>
            <a:lvl4pPr>
              <a:lnSpc>
                <a:spcPct val="115000"/>
              </a:lnSpc>
              <a:spcBef>
                <a:spcPts val="0"/>
              </a:spcBef>
              <a:spcAft>
                <a:spcPts val="0"/>
              </a:spcAft>
              <a:buSzPts val="1400"/>
              <a:buFont typeface="DM Sans"/>
              <a:buNone/>
              <a:defRPr b="1">
                <a:latin typeface="DM Sans"/>
                <a:ea typeface="DM Sans"/>
                <a:cs typeface="DM Sans"/>
              </a:defRPr>
            </a:lvl4pPr>
            <a:lvl5pPr>
              <a:lnSpc>
                <a:spcPct val="115000"/>
              </a:lnSpc>
              <a:spcBef>
                <a:spcPts val="0"/>
              </a:spcBef>
              <a:spcAft>
                <a:spcPts val="0"/>
              </a:spcAft>
              <a:buSzPts val="1400"/>
              <a:buFont typeface="DM Sans"/>
              <a:buNone/>
              <a:defRPr b="1">
                <a:latin typeface="DM Sans"/>
                <a:ea typeface="DM Sans"/>
                <a:cs typeface="DM Sans"/>
              </a:defRPr>
            </a:lvl5pPr>
            <a:lvl6pPr>
              <a:lnSpc>
                <a:spcPct val="115000"/>
              </a:lnSpc>
              <a:spcBef>
                <a:spcPts val="0"/>
              </a:spcBef>
              <a:spcAft>
                <a:spcPts val="0"/>
              </a:spcAft>
              <a:buSzPts val="1400"/>
              <a:buFont typeface="DM Sans"/>
              <a:buNone/>
              <a:defRPr b="1">
                <a:latin typeface="DM Sans"/>
                <a:ea typeface="DM Sans"/>
                <a:cs typeface="DM Sans"/>
              </a:defRPr>
            </a:lvl6pPr>
            <a:lvl7pPr>
              <a:lnSpc>
                <a:spcPct val="115000"/>
              </a:lnSpc>
              <a:spcBef>
                <a:spcPts val="0"/>
              </a:spcBef>
              <a:spcAft>
                <a:spcPts val="0"/>
              </a:spcAft>
              <a:buSzPts val="1400"/>
              <a:buFont typeface="DM Sans"/>
              <a:buNone/>
              <a:defRPr b="1">
                <a:latin typeface="DM Sans"/>
                <a:ea typeface="DM Sans"/>
                <a:cs typeface="DM Sans"/>
              </a:defRPr>
            </a:lvl7pPr>
            <a:lvl8pPr>
              <a:lnSpc>
                <a:spcPct val="115000"/>
              </a:lnSpc>
              <a:spcBef>
                <a:spcPts val="0"/>
              </a:spcBef>
              <a:spcAft>
                <a:spcPts val="0"/>
              </a:spcAft>
              <a:buSzPts val="1400"/>
              <a:buFont typeface="DM Sans"/>
              <a:buNone/>
              <a:defRPr b="1">
                <a:latin typeface="DM Sans"/>
                <a:ea typeface="DM Sans"/>
                <a:cs typeface="DM Sans"/>
              </a:defRPr>
            </a:lvl8pPr>
            <a:lvl9pPr>
              <a:lnSpc>
                <a:spcPct val="115000"/>
              </a:lnSpc>
              <a:spcBef>
                <a:spcPts val="0"/>
              </a:spcBef>
              <a:spcAft>
                <a:spcPts val="0"/>
              </a:spcAft>
              <a:buSzPts val="1400"/>
              <a:buFont typeface="DM Sans"/>
              <a:buNone/>
              <a:defRPr b="1">
                <a:latin typeface="DM Sans"/>
                <a:ea typeface="DM Sans"/>
                <a:cs typeface="DM Sans"/>
              </a:defRPr>
            </a:lvl9pPr>
          </a:lstStyle>
          <a:p/>
        </p:txBody>
      </p:sp>
      <p:sp>
        <p:nvSpPr>
          <p:cNvPr id="34" name="Google Shape;34;p5"/>
          <p:cNvSpPr>
            <a:spLocks noGrp="1"/>
          </p:cNvSpPr>
          <p:nvPr>
            <p:ph type="subTitle" idx="4"/>
          </p:nvPr>
        </p:nvSpPr>
        <p:spPr>
          <a:xfrm>
            <a:off x="720000" y="3054950"/>
            <a:ext cx="7704000" cy="501000"/>
          </a:xfrm>
          <a:prstGeom prst="rect">
            <a:avLst/>
          </a:prstGeom>
        </p:spPr>
        <p:txBody>
          <a:bodyPr spcFirstLastPara="1" wrap="square" lIns="91425" tIns="91425" rIns="91425" bIns="91425" anchor="b">
            <a:noAutofit/>
          </a:bodyPr>
          <a:lstStyle>
            <a:lvl1pPr>
              <a:lnSpc>
                <a:spcPct val="115000"/>
              </a:lnSpc>
              <a:spcBef>
                <a:spcPts val="0"/>
              </a:spcBef>
              <a:spcAft>
                <a:spcPts val="0"/>
              </a:spcAft>
              <a:buSzPts val="2400"/>
              <a:buFont typeface="DM Sans"/>
              <a:buNone/>
              <a:defRPr sz="2000" b="1">
                <a:latin typeface="Poppins"/>
                <a:ea typeface="Poppins"/>
                <a:cs typeface="Poppins"/>
              </a:defRPr>
            </a:lvl1pPr>
            <a:lvl2pPr>
              <a:lnSpc>
                <a:spcPct val="115000"/>
              </a:lnSpc>
              <a:spcBef>
                <a:spcPts val="0"/>
              </a:spcBef>
              <a:spcAft>
                <a:spcPts val="0"/>
              </a:spcAft>
              <a:buSzPts val="1400"/>
              <a:buFont typeface="DM Sans"/>
              <a:buNone/>
              <a:defRPr b="1">
                <a:latin typeface="DM Sans"/>
                <a:ea typeface="DM Sans"/>
                <a:cs typeface="DM Sans"/>
              </a:defRPr>
            </a:lvl2pPr>
            <a:lvl3pPr>
              <a:lnSpc>
                <a:spcPct val="115000"/>
              </a:lnSpc>
              <a:spcBef>
                <a:spcPts val="0"/>
              </a:spcBef>
              <a:spcAft>
                <a:spcPts val="0"/>
              </a:spcAft>
              <a:buSzPts val="1400"/>
              <a:buFont typeface="DM Sans"/>
              <a:buNone/>
              <a:defRPr b="1">
                <a:latin typeface="DM Sans"/>
                <a:ea typeface="DM Sans"/>
                <a:cs typeface="DM Sans"/>
              </a:defRPr>
            </a:lvl3pPr>
            <a:lvl4pPr>
              <a:lnSpc>
                <a:spcPct val="115000"/>
              </a:lnSpc>
              <a:spcBef>
                <a:spcPts val="0"/>
              </a:spcBef>
              <a:spcAft>
                <a:spcPts val="0"/>
              </a:spcAft>
              <a:buSzPts val="1400"/>
              <a:buFont typeface="DM Sans"/>
              <a:buNone/>
              <a:defRPr b="1">
                <a:latin typeface="DM Sans"/>
                <a:ea typeface="DM Sans"/>
                <a:cs typeface="DM Sans"/>
              </a:defRPr>
            </a:lvl4pPr>
            <a:lvl5pPr>
              <a:lnSpc>
                <a:spcPct val="115000"/>
              </a:lnSpc>
              <a:spcBef>
                <a:spcPts val="0"/>
              </a:spcBef>
              <a:spcAft>
                <a:spcPts val="0"/>
              </a:spcAft>
              <a:buSzPts val="1400"/>
              <a:buFont typeface="DM Sans"/>
              <a:buNone/>
              <a:defRPr b="1">
                <a:latin typeface="DM Sans"/>
                <a:ea typeface="DM Sans"/>
                <a:cs typeface="DM Sans"/>
              </a:defRPr>
            </a:lvl5pPr>
            <a:lvl6pPr>
              <a:lnSpc>
                <a:spcPct val="115000"/>
              </a:lnSpc>
              <a:spcBef>
                <a:spcPts val="0"/>
              </a:spcBef>
              <a:spcAft>
                <a:spcPts val="0"/>
              </a:spcAft>
              <a:buSzPts val="1400"/>
              <a:buFont typeface="DM Sans"/>
              <a:buNone/>
              <a:defRPr b="1">
                <a:latin typeface="DM Sans"/>
                <a:ea typeface="DM Sans"/>
                <a:cs typeface="DM Sans"/>
              </a:defRPr>
            </a:lvl6pPr>
            <a:lvl7pPr>
              <a:lnSpc>
                <a:spcPct val="115000"/>
              </a:lnSpc>
              <a:spcBef>
                <a:spcPts val="0"/>
              </a:spcBef>
              <a:spcAft>
                <a:spcPts val="0"/>
              </a:spcAft>
              <a:buSzPts val="1400"/>
              <a:buFont typeface="DM Sans"/>
              <a:buNone/>
              <a:defRPr b="1">
                <a:latin typeface="DM Sans"/>
                <a:ea typeface="DM Sans"/>
                <a:cs typeface="DM Sans"/>
              </a:defRPr>
            </a:lvl7pPr>
            <a:lvl8pPr>
              <a:lnSpc>
                <a:spcPct val="115000"/>
              </a:lnSpc>
              <a:spcBef>
                <a:spcPts val="0"/>
              </a:spcBef>
              <a:spcAft>
                <a:spcPts val="0"/>
              </a:spcAft>
              <a:buSzPts val="1400"/>
              <a:buFont typeface="DM Sans"/>
              <a:buNone/>
              <a:defRPr b="1">
                <a:latin typeface="DM Sans"/>
                <a:ea typeface="DM Sans"/>
                <a:cs typeface="DM Sans"/>
              </a:defRPr>
            </a:lvl8pPr>
            <a:lvl9pPr>
              <a:lnSpc>
                <a:spcPct val="115000"/>
              </a:lnSpc>
              <a:spcBef>
                <a:spcPts val="0"/>
              </a:spcBef>
              <a:spcAft>
                <a:spcPts val="0"/>
              </a:spcAft>
              <a:buSzPts val="1400"/>
              <a:buFont typeface="DM Sans"/>
              <a:buNone/>
              <a:defRPr b="1">
                <a:latin typeface="DM Sans"/>
                <a:ea typeface="DM Sans"/>
                <a:cs typeface="DM Sans"/>
              </a:defRPr>
            </a:lvl9pPr>
          </a:lstStyle>
          <a:p/>
        </p:txBody>
      </p:sp>
      <p:sp>
        <p:nvSpPr>
          <p:cNvPr id="36" name="Google Shape;36;p5"/>
          <p:cNvSpPr>
            <a:spLocks noGrp="1"/>
          </p:cNvSpPr>
          <p:nvPr/>
        </p:nvSpPr>
        <p:spPr>
          <a:xfrm>
            <a:off x="-8736284" y="1306050"/>
            <a:ext cx="277200" cy="277200"/>
          </a:xfrm>
          <a:prstGeom prst="ellipse">
            <a:avLst/>
          </a:prstGeom>
          <a:solidFill>
            <a:schemeClr val="dk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37" name="Google Shape;37;p5"/>
          <p:cNvSpPr>
            <a:spLocks noGrp="1"/>
          </p:cNvSpPr>
          <p:nvPr/>
        </p:nvSpPr>
        <p:spPr>
          <a:xfrm rot="10800000">
            <a:off x="250078" y="-686855"/>
            <a:ext cx="677400" cy="1828500"/>
          </a:xfrm>
          <a:prstGeom prst="roundRect">
            <a:avLst>
              <a:gd name="adj" fmla="val 50000"/>
            </a:avLst>
          </a:prstGeom>
          <a:solidFill>
            <a:srgbClr val="74CEC4">
              <a:alpha val="60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38" name="Google Shape;38;p5"/>
          <p:cNvSpPr>
            <a:spLocks noGrp="1"/>
          </p:cNvSpPr>
          <p:nvPr/>
        </p:nvSpPr>
        <p:spPr>
          <a:xfrm>
            <a:off x="439314" y="781582"/>
            <a:ext cx="698700" cy="698700"/>
          </a:xfrm>
          <a:prstGeom prst="chord">
            <a:avLst>
              <a:gd name="adj1" fmla="val 5399387"/>
              <a:gd name="adj2" fmla="val 16200000"/>
            </a:avLst>
          </a:prstGeom>
          <a:solidFill>
            <a:schemeClr val="dk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39" name="Google Shape;39;p5"/>
          <p:cNvSpPr>
            <a:spLocks noGrp="1"/>
          </p:cNvSpPr>
          <p:nvPr/>
        </p:nvSpPr>
        <p:spPr>
          <a:xfrm>
            <a:off x="-8736284" y="539500"/>
            <a:ext cx="659700" cy="659700"/>
          </a:xfrm>
          <a:prstGeom prst="ellipse">
            <a:avLst/>
          </a:prstGeom>
          <a:solidFill>
            <a:srgbClr val="F2557A">
              <a:alpha val="65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
        <p:cNvGrpSpPr/>
        <p:nvPr/>
      </p:nvGrpSpPr>
      <p:grpSpPr/>
      <p:sp>
        <p:nvSpPr>
          <p:cNvPr id="41" name="Google Shape;41;p6"/>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vl2pPr>
            <a:lvl3pPr algn="ctr">
              <a:spcBef>
                <a:spcPts val="0"/>
              </a:spcBef>
              <a:spcAft>
                <a:spcPts val="0"/>
              </a:spcAft>
              <a:buSzPts val="3000"/>
              <a:buNone/>
              <a:defRPr/>
            </a:lvl3pPr>
            <a:lvl4pPr algn="ctr">
              <a:spcBef>
                <a:spcPts val="0"/>
              </a:spcBef>
              <a:spcAft>
                <a:spcPts val="0"/>
              </a:spcAft>
              <a:buSzPts val="3000"/>
              <a:buNone/>
              <a:defRPr/>
            </a:lvl4pPr>
            <a:lvl5pPr algn="ctr">
              <a:spcBef>
                <a:spcPts val="0"/>
              </a:spcBef>
              <a:spcAft>
                <a:spcPts val="0"/>
              </a:spcAft>
              <a:buSzPts val="3000"/>
              <a:buNone/>
              <a:defRPr/>
            </a:lvl5pPr>
            <a:lvl6pPr algn="ctr">
              <a:spcBef>
                <a:spcPts val="0"/>
              </a:spcBef>
              <a:spcAft>
                <a:spcPts val="0"/>
              </a:spcAft>
              <a:buSzPts val="3000"/>
              <a:buNone/>
              <a:defRPr/>
            </a:lvl6pPr>
            <a:lvl7pPr algn="ctr">
              <a:spcBef>
                <a:spcPts val="0"/>
              </a:spcBef>
              <a:spcAft>
                <a:spcPts val="0"/>
              </a:spcAft>
              <a:buSzPts val="3000"/>
              <a:buNone/>
              <a:defRPr/>
            </a:lvl7pPr>
            <a:lvl8pPr algn="ctr">
              <a:spcBef>
                <a:spcPts val="0"/>
              </a:spcBef>
              <a:spcAft>
                <a:spcPts val="0"/>
              </a:spcAft>
              <a:buSzPts val="3000"/>
              <a:buNone/>
              <a:defRPr/>
            </a:lvl8pPr>
            <a:lvl9pPr algn="ctr">
              <a:spcBef>
                <a:spcPts val="0"/>
              </a:spcBef>
              <a:spcAft>
                <a:spcPts val="0"/>
              </a:spcAft>
              <a:buSzPts val="3000"/>
              <a:buNone/>
              <a:defRPr/>
            </a:lvl9pPr>
          </a:lstStyle>
          <a:p/>
        </p:txBody>
      </p:sp>
      <p:sp>
        <p:nvSpPr>
          <p:cNvPr id="43" name="Google Shape;43;p6"/>
          <p:cNvSpPr>
            <a:spLocks noGrp="1"/>
          </p:cNvSpPr>
          <p:nvPr/>
        </p:nvSpPr>
        <p:spPr>
          <a:xfrm rot="10800000" flipH="1">
            <a:off x="8458597" y="-2863475"/>
            <a:ext cx="791400" cy="4128600"/>
          </a:xfrm>
          <a:prstGeom prst="roundRect">
            <a:avLst>
              <a:gd name="adj" fmla="val 50000"/>
            </a:avLst>
          </a:prstGeom>
          <a:solidFill>
            <a:schemeClr val="lt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44" name="Google Shape;44;p6"/>
          <p:cNvSpPr>
            <a:spLocks noGrp="1"/>
          </p:cNvSpPr>
          <p:nvPr/>
        </p:nvSpPr>
        <p:spPr>
          <a:xfrm rot="10800000" flipH="1">
            <a:off x="7897325" y="-2230235"/>
            <a:ext cx="791400" cy="2862000"/>
          </a:xfrm>
          <a:prstGeom prst="roundRect">
            <a:avLst>
              <a:gd name="adj" fmla="val 50000"/>
            </a:avLst>
          </a:prstGeom>
          <a:solidFill>
            <a:srgbClr val="0584A4">
              <a:alpha val="40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46" name="Google Shape;46;p6"/>
          <p:cNvSpPr>
            <a:spLocks noGrp="1"/>
          </p:cNvSpPr>
          <p:nvPr/>
        </p:nvSpPr>
        <p:spPr>
          <a:xfrm rot="5400000" flipH="1">
            <a:off x="-119071" y="3992679"/>
            <a:ext cx="277200" cy="277200"/>
          </a:xfrm>
          <a:prstGeom prst="ellipse">
            <a:avLst/>
          </a:prstGeom>
          <a:solidFill>
            <a:schemeClr val="accent1"/>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47" name="Google Shape;47;p6"/>
          <p:cNvSpPr>
            <a:spLocks noGrp="1"/>
          </p:cNvSpPr>
          <p:nvPr/>
        </p:nvSpPr>
        <p:spPr>
          <a:xfrm rot="5400000">
            <a:off x="-678013" y="3694320"/>
            <a:ext cx="677400" cy="1828500"/>
          </a:xfrm>
          <a:prstGeom prst="roundRect">
            <a:avLst>
              <a:gd name="adj" fmla="val 50000"/>
            </a:avLst>
          </a:prstGeom>
          <a:solidFill>
            <a:srgbClr val="74CEC4">
              <a:alpha val="60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
        <p:cNvGrpSpPr/>
        <p:nvPr/>
      </p:nvGrpSpPr>
      <p:grpSpPr/>
      <p:sp>
        <p:nvSpPr>
          <p:cNvPr id="49" name="Google Shape;49;p7"/>
          <p:cNvSpPr>
            <a:spLocks noGrp="1"/>
          </p:cNvSpPr>
          <p:nvPr>
            <p:ph type="title"/>
          </p:nvPr>
        </p:nvSpPr>
        <p:spPr>
          <a:xfrm>
            <a:off x="2585575" y="445025"/>
            <a:ext cx="58452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p:txBody>
      </p:sp>
      <p:sp>
        <p:nvSpPr>
          <p:cNvPr id="50" name="Google Shape;50;p7"/>
          <p:cNvSpPr>
            <a:spLocks noGrp="1"/>
          </p:cNvSpPr>
          <p:nvPr>
            <p:ph type="subTitle" idx="1"/>
          </p:nvPr>
        </p:nvSpPr>
        <p:spPr>
          <a:xfrm>
            <a:off x="2585575" y="1347250"/>
            <a:ext cx="5845200" cy="3173400"/>
          </a:xfrm>
          <a:prstGeom prst="rect">
            <a:avLst/>
          </a:prstGeom>
        </p:spPr>
        <p:txBody>
          <a:bodyPr spcFirstLastPara="1" wrap="square" lIns="91425" tIns="91425" rIns="91425" bIns="91425" anchor="t">
            <a:noAutofit/>
          </a:bodyPr>
          <a:lstStyle>
            <a:lvl1pPr>
              <a:spcBef>
                <a:spcPts val="0"/>
              </a:spcBef>
              <a:spcAft>
                <a:spcPts val="0"/>
              </a:spcAft>
              <a:buSzPts val="1600"/>
              <a:buFont typeface="Albert Sans Light"/>
              <a:buAutoNum type="arabicPeriod"/>
              <a:defRPr sz="1600"/>
            </a:lvl1pPr>
            <a:lvl2pPr algn="ctr">
              <a:lnSpc>
                <a:spcPct val="100000"/>
              </a:lnSpc>
              <a:spcBef>
                <a:spcPts val="0"/>
              </a:spcBef>
              <a:spcAft>
                <a:spcPts val="0"/>
              </a:spcAft>
              <a:buClr>
                <a:srgbClr val="E76A28"/>
              </a:buClr>
              <a:buSzPts val="1600"/>
              <a:buFont typeface="Nunito Light"/>
              <a:buAutoNum type="alphaLcPeriod"/>
              <a:defRPr/>
            </a:lvl2pPr>
            <a:lvl3pPr algn="ctr">
              <a:lnSpc>
                <a:spcPct val="100000"/>
              </a:lnSpc>
              <a:spcBef>
                <a:spcPts val="0"/>
              </a:spcBef>
              <a:spcAft>
                <a:spcPts val="0"/>
              </a:spcAft>
              <a:buClr>
                <a:srgbClr val="E76A28"/>
              </a:buClr>
              <a:buSzPts val="1500"/>
              <a:buFont typeface="Nunito Light"/>
              <a:buAutoNum type="romanLcPeriod"/>
              <a:defRPr/>
            </a:lvl3pPr>
            <a:lvl4pPr algn="ctr">
              <a:lnSpc>
                <a:spcPct val="100000"/>
              </a:lnSpc>
              <a:spcBef>
                <a:spcPts val="0"/>
              </a:spcBef>
              <a:spcAft>
                <a:spcPts val="0"/>
              </a:spcAft>
              <a:buClr>
                <a:srgbClr val="E76A28"/>
              </a:buClr>
              <a:buSzPts val="1500"/>
              <a:buFont typeface="Nunito Light"/>
              <a:buAutoNum type="arabicPeriod"/>
              <a:defRPr/>
            </a:lvl4pPr>
            <a:lvl5pPr algn="ctr">
              <a:lnSpc>
                <a:spcPct val="100000"/>
              </a:lnSpc>
              <a:spcBef>
                <a:spcPts val="0"/>
              </a:spcBef>
              <a:spcAft>
                <a:spcPts val="0"/>
              </a:spcAft>
              <a:buClr>
                <a:srgbClr val="E76A28"/>
              </a:buClr>
              <a:buSzPts val="1400"/>
              <a:buFont typeface="Nunito Light"/>
              <a:buAutoNum type="alphaLcPeriod"/>
              <a:defRPr/>
            </a:lvl5pPr>
            <a:lvl6pPr algn="ctr">
              <a:lnSpc>
                <a:spcPct val="100000"/>
              </a:lnSpc>
              <a:spcBef>
                <a:spcPts val="0"/>
              </a:spcBef>
              <a:spcAft>
                <a:spcPts val="0"/>
              </a:spcAft>
              <a:buClr>
                <a:srgbClr val="999999"/>
              </a:buClr>
              <a:buSzPts val="1400"/>
              <a:buFont typeface="Nunito Light"/>
              <a:buAutoNum type="romanLcPeriod"/>
              <a:defRPr/>
            </a:lvl6pPr>
            <a:lvl7pPr algn="ctr">
              <a:lnSpc>
                <a:spcPct val="100000"/>
              </a:lnSpc>
              <a:spcBef>
                <a:spcPts val="0"/>
              </a:spcBef>
              <a:spcAft>
                <a:spcPts val="0"/>
              </a:spcAft>
              <a:buClr>
                <a:srgbClr val="999999"/>
              </a:buClr>
              <a:buSzPts val="1300"/>
              <a:buFont typeface="Nunito Light"/>
              <a:buAutoNum type="arabicPeriod"/>
              <a:defRPr/>
            </a:lvl7pPr>
            <a:lvl8pPr algn="ctr">
              <a:lnSpc>
                <a:spcPct val="100000"/>
              </a:lnSpc>
              <a:spcBef>
                <a:spcPts val="0"/>
              </a:spcBef>
              <a:spcAft>
                <a:spcPts val="0"/>
              </a:spcAft>
              <a:buClr>
                <a:srgbClr val="999999"/>
              </a:buClr>
              <a:buSzPts val="1300"/>
              <a:buFont typeface="Nunito Light"/>
              <a:buAutoNum type="alphaLcPeriod"/>
              <a:defRPr/>
            </a:lvl8pPr>
            <a:lvl9pPr algn="ctr">
              <a:lnSpc>
                <a:spcPct val="100000"/>
              </a:lnSpc>
              <a:spcBef>
                <a:spcPts val="0"/>
              </a:spcBef>
              <a:spcAft>
                <a:spcPts val="0"/>
              </a:spcAft>
              <a:buClr>
                <a:srgbClr val="999999"/>
              </a:buClr>
              <a:buSzPts val="1400"/>
              <a:buFont typeface="Nunito Light"/>
              <a:buAutoNum type="romanLcPeriod"/>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
        <p:cNvGrpSpPr/>
        <p:nvPr/>
      </p:nvGrpSpPr>
      <p:grpSpPr/>
      <p:sp>
        <p:nvSpPr>
          <p:cNvPr id="52" name="Google Shape;52;p8"/>
          <p:cNvSpPr>
            <a:spLocks noGrp="1"/>
          </p:cNvSpPr>
          <p:nvPr>
            <p:ph type="title"/>
          </p:nvPr>
        </p:nvSpPr>
        <p:spPr>
          <a:xfrm>
            <a:off x="1644450" y="1307100"/>
            <a:ext cx="5855100" cy="2529300"/>
          </a:xfrm>
          <a:prstGeom prst="rect">
            <a:avLst/>
          </a:prstGeom>
        </p:spPr>
        <p:txBody>
          <a:bodyPr spcFirstLastPara="1" wrap="square" lIns="91425" tIns="91425" rIns="91425" bIns="91425" anchor="ctr">
            <a:noAutofit/>
          </a:bodyPr>
          <a:lstStyle>
            <a:lvl1pPr algn="ctr">
              <a:spcBef>
                <a:spcPts val="0"/>
              </a:spcBef>
              <a:spcAft>
                <a:spcPts val="0"/>
              </a:spcAft>
              <a:buClr>
                <a:schemeClr val="lt1"/>
              </a:buClr>
              <a:buSzPts val="4800"/>
              <a:buNone/>
              <a:defRPr sz="6000">
                <a:solidFill>
                  <a:schemeClr val="lt1"/>
                </a:solidFill>
              </a:defRPr>
            </a:lvl1pPr>
            <a:lvl2pPr>
              <a:spcBef>
                <a:spcPts val="0"/>
              </a:spcBef>
              <a:spcAft>
                <a:spcPts val="0"/>
              </a:spcAft>
              <a:buClr>
                <a:schemeClr val="lt1"/>
              </a:buClr>
              <a:buSzPts val="4800"/>
              <a:buNone/>
              <a:defRPr sz="4800">
                <a:solidFill>
                  <a:schemeClr val="lt1"/>
                </a:solidFill>
              </a:defRPr>
            </a:lvl2pPr>
            <a:lvl3pPr>
              <a:spcBef>
                <a:spcPts val="0"/>
              </a:spcBef>
              <a:spcAft>
                <a:spcPts val="0"/>
              </a:spcAft>
              <a:buClr>
                <a:schemeClr val="lt1"/>
              </a:buClr>
              <a:buSzPts val="4800"/>
              <a:buNone/>
              <a:defRPr sz="4800">
                <a:solidFill>
                  <a:schemeClr val="lt1"/>
                </a:solidFill>
              </a:defRPr>
            </a:lvl3pPr>
            <a:lvl4pPr>
              <a:spcBef>
                <a:spcPts val="0"/>
              </a:spcBef>
              <a:spcAft>
                <a:spcPts val="0"/>
              </a:spcAft>
              <a:buClr>
                <a:schemeClr val="lt1"/>
              </a:buClr>
              <a:buSzPts val="4800"/>
              <a:buNone/>
              <a:defRPr sz="4800">
                <a:solidFill>
                  <a:schemeClr val="lt1"/>
                </a:solidFill>
              </a:defRPr>
            </a:lvl4pPr>
            <a:lvl5pPr>
              <a:spcBef>
                <a:spcPts val="0"/>
              </a:spcBef>
              <a:spcAft>
                <a:spcPts val="0"/>
              </a:spcAft>
              <a:buClr>
                <a:schemeClr val="lt1"/>
              </a:buClr>
              <a:buSzPts val="4800"/>
              <a:buNone/>
              <a:defRPr sz="4800">
                <a:solidFill>
                  <a:schemeClr val="lt1"/>
                </a:solidFill>
              </a:defRPr>
            </a:lvl5pPr>
            <a:lvl6pPr>
              <a:spcBef>
                <a:spcPts val="0"/>
              </a:spcBef>
              <a:spcAft>
                <a:spcPts val="0"/>
              </a:spcAft>
              <a:buClr>
                <a:schemeClr val="lt1"/>
              </a:buClr>
              <a:buSzPts val="4800"/>
              <a:buNone/>
              <a:defRPr sz="4800">
                <a:solidFill>
                  <a:schemeClr val="lt1"/>
                </a:solidFill>
              </a:defRPr>
            </a:lvl6pPr>
            <a:lvl7pPr>
              <a:spcBef>
                <a:spcPts val="0"/>
              </a:spcBef>
              <a:spcAft>
                <a:spcPts val="0"/>
              </a:spcAft>
              <a:buClr>
                <a:schemeClr val="lt1"/>
              </a:buClr>
              <a:buSzPts val="4800"/>
              <a:buNone/>
              <a:defRPr sz="4800">
                <a:solidFill>
                  <a:schemeClr val="lt1"/>
                </a:solidFill>
              </a:defRPr>
            </a:lvl7pPr>
            <a:lvl8pPr>
              <a:spcBef>
                <a:spcPts val="0"/>
              </a:spcBef>
              <a:spcAft>
                <a:spcPts val="0"/>
              </a:spcAft>
              <a:buClr>
                <a:schemeClr val="lt1"/>
              </a:buClr>
              <a:buSzPts val="4800"/>
              <a:buNone/>
              <a:defRPr sz="4800">
                <a:solidFill>
                  <a:schemeClr val="lt1"/>
                </a:solidFill>
              </a:defRPr>
            </a:lvl8pPr>
            <a:lvl9pPr>
              <a:spcBef>
                <a:spcPts val="0"/>
              </a:spcBef>
              <a:spcAft>
                <a:spcPts val="0"/>
              </a:spcAft>
              <a:buClr>
                <a:schemeClr val="lt1"/>
              </a:buClr>
              <a:buSzPts val="4800"/>
              <a:buNone/>
              <a:defRPr sz="4800">
                <a:solidFill>
                  <a:schemeClr val="lt1"/>
                </a:solidFill>
              </a:defRPr>
            </a:lvl9pPr>
          </a:lstStyle>
          <a:p/>
        </p:txBody>
      </p:sp>
      <p:sp>
        <p:nvSpPr>
          <p:cNvPr id="54" name="Google Shape;54;p8"/>
          <p:cNvSpPr>
            <a:spLocks noGrp="1"/>
          </p:cNvSpPr>
          <p:nvPr/>
        </p:nvSpPr>
        <p:spPr>
          <a:xfrm rot="5400000" flipH="1">
            <a:off x="8153579" y="4331379"/>
            <a:ext cx="277200" cy="277200"/>
          </a:xfrm>
          <a:prstGeom prst="ellipse">
            <a:avLst/>
          </a:prstGeom>
          <a:solidFill>
            <a:schemeClr val="accent1"/>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55" name="Google Shape;55;p8"/>
          <p:cNvSpPr>
            <a:spLocks noGrp="1"/>
          </p:cNvSpPr>
          <p:nvPr/>
        </p:nvSpPr>
        <p:spPr>
          <a:xfrm rot="5400000" flipH="1">
            <a:off x="-1008524" y="-1822876"/>
            <a:ext cx="874500" cy="3711900"/>
          </a:xfrm>
          <a:prstGeom prst="roundRect">
            <a:avLst>
              <a:gd name="adj" fmla="val 50000"/>
            </a:avLst>
          </a:prstGeom>
          <a:solidFill>
            <a:schemeClr val="lt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56" name="Google Shape;56;p8"/>
          <p:cNvSpPr>
            <a:spLocks noGrp="1"/>
          </p:cNvSpPr>
          <p:nvPr/>
        </p:nvSpPr>
        <p:spPr>
          <a:xfrm rot="5400000" flipH="1">
            <a:off x="-1008555" y="-633201"/>
            <a:ext cx="874500" cy="2573100"/>
          </a:xfrm>
          <a:prstGeom prst="roundRect">
            <a:avLst>
              <a:gd name="adj" fmla="val 50000"/>
            </a:avLst>
          </a:prstGeom>
          <a:solidFill>
            <a:srgbClr val="F6F6F6">
              <a:alpha val="20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57" name="Google Shape;57;p8"/>
          <p:cNvSpPr>
            <a:spLocks noGrp="1"/>
          </p:cNvSpPr>
          <p:nvPr/>
        </p:nvSpPr>
        <p:spPr>
          <a:xfrm rot="5400000">
            <a:off x="9156537" y="3555720"/>
            <a:ext cx="677400" cy="1828500"/>
          </a:xfrm>
          <a:prstGeom prst="roundRect">
            <a:avLst>
              <a:gd name="adj" fmla="val 50000"/>
            </a:avLst>
          </a:prstGeom>
          <a:solidFill>
            <a:srgbClr val="0584A4">
              <a:alpha val="4125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
        <p:cNvGrpSpPr/>
        <p:nvPr/>
      </p:nvGrpSpPr>
      <p:grpSpPr/>
      <p:sp>
        <p:nvSpPr>
          <p:cNvPr id="59" name="Google Shape;59;p9"/>
          <p:cNvSpPr>
            <a:spLocks noGrp="1"/>
          </p:cNvSpPr>
          <p:nvPr>
            <p:ph type="title"/>
          </p:nvPr>
        </p:nvSpPr>
        <p:spPr>
          <a:xfrm>
            <a:off x="720000" y="1413525"/>
            <a:ext cx="4294800" cy="2095200"/>
          </a:xfrm>
          <a:prstGeom prst="rect">
            <a:avLst/>
          </a:prstGeom>
        </p:spPr>
        <p:txBody>
          <a:bodyPr spcFirstLastPara="1" wrap="square" lIns="91425" tIns="91425" rIns="91425" bIns="91425" anchor="b">
            <a:noAutofit/>
          </a:bodyPr>
          <a:lstStyle>
            <a:lvl1pPr>
              <a:spcBef>
                <a:spcPts val="0"/>
              </a:spcBef>
              <a:spcAft>
                <a:spcPts val="0"/>
              </a:spcAft>
              <a:buSzPts val="3000"/>
              <a:buNone/>
              <a:defRPr sz="4000"/>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p:txBody>
      </p:sp>
      <p:sp>
        <p:nvSpPr>
          <p:cNvPr id="60" name="Google Shape;60;p9"/>
          <p:cNvSpPr>
            <a:spLocks noGrp="1"/>
          </p:cNvSpPr>
          <p:nvPr>
            <p:ph type="subTitle" idx="1"/>
          </p:nvPr>
        </p:nvSpPr>
        <p:spPr>
          <a:xfrm>
            <a:off x="720000" y="3508800"/>
            <a:ext cx="4294800" cy="1004700"/>
          </a:xfrm>
          <a:prstGeom prst="rect">
            <a:avLst/>
          </a:prstGeom>
        </p:spPr>
        <p:txBody>
          <a:bodyPr spcFirstLastPara="1" wrap="square" lIns="91425" tIns="91425" rIns="91425" bIns="91425" anchor="ctr">
            <a:noAutofit/>
          </a:bodyPr>
          <a:lstStyle>
            <a:lvl1pPr>
              <a:lnSpc>
                <a:spcPct val="100000"/>
              </a:lnSpc>
              <a:spcBef>
                <a:spcPts val="0"/>
              </a:spcBef>
              <a:spcAft>
                <a:spcPts val="0"/>
              </a:spcAft>
              <a:buSzPts val="1400"/>
              <a:buNone/>
              <a:defRPr sz="1600"/>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dk1"/>
        </a:solidFill>
        <a:effectLst/>
      </p:bgPr>
    </p:bg>
    <p:spTree>
      <p:nvGrpSpPr>
        <p:cNvPr id="1" name=""/>
        <p:cNvGrpSpPr/>
        <p:nvPr/>
      </p:nvGrpSpPr>
      <p:grpSpPr/>
      <p:sp>
        <p:nvSpPr>
          <p:cNvPr id="62" name="Google Shape;62;p10"/>
          <p:cNvSpPr>
            <a:spLocks noGrp="1"/>
          </p:cNvSpPr>
          <p:nvPr>
            <p:ph type="pic" idx="2"/>
          </p:nvPr>
        </p:nvSpPr>
        <p:spPr>
          <a:xfrm>
            <a:off x="0" y="0"/>
            <a:ext cx="9144000" cy="5143500"/>
          </a:xfrm>
          <a:prstGeom prst="rect">
            <a:avLst/>
          </a:prstGeom>
          <a:noFill/>
          <a:ln>
            <a:noFill/>
          </a:ln>
        </p:spPr>
      </p:sp>
      <p:sp>
        <p:nvSpPr>
          <p:cNvPr id="63" name="Google Shape;63;p10"/>
          <p:cNvSpPr>
            <a:spLocks noGrp="1"/>
          </p:cNvSpPr>
          <p:nvPr>
            <p:ph type="title"/>
          </p:nvPr>
        </p:nvSpPr>
        <p:spPr>
          <a:xfrm>
            <a:off x="720000" y="3464675"/>
            <a:ext cx="4781100" cy="1143900"/>
          </a:xfrm>
          <a:prstGeom prst="rect">
            <a:avLst/>
          </a:prstGeom>
          <a:solidFill>
            <a:schemeClr val="dk1"/>
          </a:solidFill>
        </p:spPr>
        <p:txBody>
          <a:bodyPr spcFirstLastPara="1" wrap="square" lIns="91425" tIns="91425" rIns="91425" bIns="91425" anchor="t">
            <a:noAutofit/>
          </a:bodyPr>
          <a:lstStyle>
            <a:lvl1pPr>
              <a:lnSpc>
                <a:spcPct val="115000"/>
              </a:lnSpc>
              <a:spcBef>
                <a:spcPts val="0"/>
              </a:spcBef>
              <a:spcAft>
                <a:spcPts val="0"/>
              </a:spcAft>
              <a:buSzPts val="3000"/>
              <a:buNone/>
              <a:defRPr>
                <a:solidFill>
                  <a:schemeClr val="lt1"/>
                </a:solidFill>
              </a:defRPr>
            </a:lvl1pPr>
            <a:lvl2pPr algn="ctr">
              <a:spcBef>
                <a:spcPts val="0"/>
              </a:spcBef>
              <a:spcAft>
                <a:spcPts val="0"/>
              </a:spcAft>
              <a:buSzPts val="3000"/>
              <a:buNone/>
              <a:defRPr/>
            </a:lvl2pPr>
            <a:lvl3pPr algn="ctr">
              <a:spcBef>
                <a:spcPts val="0"/>
              </a:spcBef>
              <a:spcAft>
                <a:spcPts val="0"/>
              </a:spcAft>
              <a:buSzPts val="3000"/>
              <a:buNone/>
              <a:defRPr/>
            </a:lvl3pPr>
            <a:lvl4pPr algn="ctr">
              <a:spcBef>
                <a:spcPts val="0"/>
              </a:spcBef>
              <a:spcAft>
                <a:spcPts val="0"/>
              </a:spcAft>
              <a:buSzPts val="3000"/>
              <a:buNone/>
              <a:defRPr/>
            </a:lvl4pPr>
            <a:lvl5pPr algn="ctr">
              <a:spcBef>
                <a:spcPts val="0"/>
              </a:spcBef>
              <a:spcAft>
                <a:spcPts val="0"/>
              </a:spcAft>
              <a:buSzPts val="3000"/>
              <a:buNone/>
              <a:defRPr/>
            </a:lvl5pPr>
            <a:lvl6pPr algn="ctr">
              <a:spcBef>
                <a:spcPts val="0"/>
              </a:spcBef>
              <a:spcAft>
                <a:spcPts val="0"/>
              </a:spcAft>
              <a:buSzPts val="3000"/>
              <a:buNone/>
              <a:defRPr/>
            </a:lvl6pPr>
            <a:lvl7pPr algn="ctr">
              <a:spcBef>
                <a:spcPts val="0"/>
              </a:spcBef>
              <a:spcAft>
                <a:spcPts val="0"/>
              </a:spcAft>
              <a:buSzPts val="3000"/>
              <a:buNone/>
              <a:defRPr/>
            </a:lvl7pPr>
            <a:lvl8pPr algn="ctr">
              <a:spcBef>
                <a:spcPts val="0"/>
              </a:spcBef>
              <a:spcAft>
                <a:spcPts val="0"/>
              </a:spcAft>
              <a:buSzPts val="3000"/>
              <a:buNone/>
              <a:defRPr/>
            </a:lvl8pPr>
            <a:lvl9pPr algn="ctr">
              <a:spcBef>
                <a:spcPts val="0"/>
              </a:spcBef>
              <a:spcAft>
                <a:spcPts val="0"/>
              </a:spcAft>
              <a:buSzPts val="30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
        <p:cNvGrpSpPr/>
        <p:nvPr/>
      </p:nvGrpSpPr>
      <p:grpSpPr/>
      <p:sp>
        <p:nvSpPr>
          <p:cNvPr id="65" name="Google Shape;65;p11"/>
          <p:cNvSpPr>
            <a:spLocks noGrp="1"/>
          </p:cNvSpPr>
          <p:nvPr>
            <p:ph type="title" hasCustomPrompt="1"/>
          </p:nvPr>
        </p:nvSpPr>
        <p:spPr>
          <a:xfrm>
            <a:off x="1906200" y="1777975"/>
            <a:ext cx="5331600" cy="1039800"/>
          </a:xfrm>
          <a:prstGeom prst="rect">
            <a:avLst/>
          </a:prstGeom>
        </p:spPr>
        <p:txBody>
          <a:bodyPr spcFirstLastPara="1" wrap="square" lIns="91425" tIns="91425" rIns="91425" bIns="91425" anchor="b">
            <a:noAutofit/>
          </a:bodyPr>
          <a:lstStyle>
            <a:lvl1pPr marL="0" marR="0" indent="0" algn="ctr">
              <a:lnSpc>
                <a:spcPct val="100000"/>
              </a:lnSpc>
              <a:spcBef>
                <a:spcPts val="0"/>
              </a:spcBef>
              <a:spcAft>
                <a:spcPts val="0"/>
              </a:spcAft>
              <a:buClr>
                <a:schemeClr val="lt1"/>
              </a:buClr>
              <a:buSzPts val="9600"/>
              <a:buNone/>
              <a:defRPr sz="6000">
                <a:solidFill>
                  <a:schemeClr val="lt1"/>
                </a:solidFill>
              </a:defRPr>
            </a:lvl1pPr>
            <a:lvl2pPr algn="ctr">
              <a:spcBef>
                <a:spcPts val="0"/>
              </a:spcBef>
              <a:spcAft>
                <a:spcPts val="0"/>
              </a:spcAft>
              <a:buClr>
                <a:schemeClr val="lt1"/>
              </a:buClr>
              <a:buSzPts val="9600"/>
              <a:buNone/>
              <a:defRPr sz="9600">
                <a:solidFill>
                  <a:schemeClr val="lt1"/>
                </a:solidFill>
              </a:defRPr>
            </a:lvl2pPr>
            <a:lvl3pPr algn="ctr">
              <a:spcBef>
                <a:spcPts val="0"/>
              </a:spcBef>
              <a:spcAft>
                <a:spcPts val="0"/>
              </a:spcAft>
              <a:buClr>
                <a:schemeClr val="lt1"/>
              </a:buClr>
              <a:buSzPts val="9600"/>
              <a:buNone/>
              <a:defRPr sz="9600">
                <a:solidFill>
                  <a:schemeClr val="lt1"/>
                </a:solidFill>
              </a:defRPr>
            </a:lvl3pPr>
            <a:lvl4pPr algn="ctr">
              <a:spcBef>
                <a:spcPts val="0"/>
              </a:spcBef>
              <a:spcAft>
                <a:spcPts val="0"/>
              </a:spcAft>
              <a:buClr>
                <a:schemeClr val="lt1"/>
              </a:buClr>
              <a:buSzPts val="9600"/>
              <a:buNone/>
              <a:defRPr sz="9600">
                <a:solidFill>
                  <a:schemeClr val="lt1"/>
                </a:solidFill>
              </a:defRPr>
            </a:lvl4pPr>
            <a:lvl5pPr algn="ctr">
              <a:spcBef>
                <a:spcPts val="0"/>
              </a:spcBef>
              <a:spcAft>
                <a:spcPts val="0"/>
              </a:spcAft>
              <a:buClr>
                <a:schemeClr val="lt1"/>
              </a:buClr>
              <a:buSzPts val="9600"/>
              <a:buNone/>
              <a:defRPr sz="9600">
                <a:solidFill>
                  <a:schemeClr val="lt1"/>
                </a:solidFill>
              </a:defRPr>
            </a:lvl5pPr>
            <a:lvl6pPr algn="ctr">
              <a:spcBef>
                <a:spcPts val="0"/>
              </a:spcBef>
              <a:spcAft>
                <a:spcPts val="0"/>
              </a:spcAft>
              <a:buClr>
                <a:schemeClr val="lt1"/>
              </a:buClr>
              <a:buSzPts val="9600"/>
              <a:buNone/>
              <a:defRPr sz="9600">
                <a:solidFill>
                  <a:schemeClr val="lt1"/>
                </a:solidFill>
              </a:defRPr>
            </a:lvl6pPr>
            <a:lvl7pPr algn="ctr">
              <a:spcBef>
                <a:spcPts val="0"/>
              </a:spcBef>
              <a:spcAft>
                <a:spcPts val="0"/>
              </a:spcAft>
              <a:buClr>
                <a:schemeClr val="lt1"/>
              </a:buClr>
              <a:buSzPts val="9600"/>
              <a:buNone/>
              <a:defRPr sz="9600">
                <a:solidFill>
                  <a:schemeClr val="lt1"/>
                </a:solidFill>
              </a:defRPr>
            </a:lvl7pPr>
            <a:lvl8pPr algn="ctr">
              <a:spcBef>
                <a:spcPts val="0"/>
              </a:spcBef>
              <a:spcAft>
                <a:spcPts val="0"/>
              </a:spcAft>
              <a:buClr>
                <a:schemeClr val="lt1"/>
              </a:buClr>
              <a:buSzPts val="9600"/>
              <a:buNone/>
              <a:defRPr sz="9600">
                <a:solidFill>
                  <a:schemeClr val="lt1"/>
                </a:solidFill>
              </a:defRPr>
            </a:lvl8pPr>
            <a:lvl9pPr algn="ctr">
              <a:spcBef>
                <a:spcPts val="0"/>
              </a:spcBef>
              <a:spcAft>
                <a:spcPts val="0"/>
              </a:spcAft>
              <a:buClr>
                <a:schemeClr val="lt1"/>
              </a:buClr>
              <a:buSzPts val="9600"/>
              <a:buNone/>
              <a:defRPr sz="9600">
                <a:solidFill>
                  <a:schemeClr val="lt1"/>
                </a:solidFill>
              </a:defRPr>
            </a:lvl9pPr>
          </a:lstStyle>
          <a:p>
            <a:r>
              <a:t>xx%</a:t>
            </a:r>
          </a:p>
        </p:txBody>
      </p:sp>
      <p:sp>
        <p:nvSpPr>
          <p:cNvPr id="66" name="Google Shape;66;p11"/>
          <p:cNvSpPr>
            <a:spLocks noGrp="1"/>
          </p:cNvSpPr>
          <p:nvPr>
            <p:ph type="subTitle" idx="1"/>
          </p:nvPr>
        </p:nvSpPr>
        <p:spPr>
          <a:xfrm>
            <a:off x="1906200" y="3168125"/>
            <a:ext cx="5331600" cy="4971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lt1"/>
              </a:buClr>
              <a:buSzPts val="1600"/>
              <a:buNone/>
              <a:defRPr sz="1600">
                <a:solidFill>
                  <a:schemeClr val="lt1"/>
                </a:solidFill>
              </a:defRPr>
            </a:lvl1pPr>
            <a:lvl2pPr algn="ctr">
              <a:lnSpc>
                <a:spcPct val="100000"/>
              </a:lnSpc>
              <a:spcBef>
                <a:spcPts val="0"/>
              </a:spcBef>
              <a:spcAft>
                <a:spcPts val="0"/>
              </a:spcAft>
              <a:buClr>
                <a:schemeClr val="lt1"/>
              </a:buClr>
              <a:buSzPts val="1600"/>
              <a:buNone/>
              <a:defRPr sz="1600">
                <a:solidFill>
                  <a:schemeClr val="lt1"/>
                </a:solidFill>
              </a:defRPr>
            </a:lvl2pPr>
            <a:lvl3pPr algn="ctr">
              <a:lnSpc>
                <a:spcPct val="100000"/>
              </a:lnSpc>
              <a:spcBef>
                <a:spcPts val="0"/>
              </a:spcBef>
              <a:spcAft>
                <a:spcPts val="0"/>
              </a:spcAft>
              <a:buClr>
                <a:schemeClr val="lt1"/>
              </a:buClr>
              <a:buSzPts val="1600"/>
              <a:buNone/>
              <a:defRPr sz="1600">
                <a:solidFill>
                  <a:schemeClr val="lt1"/>
                </a:solidFill>
              </a:defRPr>
            </a:lvl3pPr>
            <a:lvl4pPr algn="ctr">
              <a:lnSpc>
                <a:spcPct val="100000"/>
              </a:lnSpc>
              <a:spcBef>
                <a:spcPts val="0"/>
              </a:spcBef>
              <a:spcAft>
                <a:spcPts val="0"/>
              </a:spcAft>
              <a:buClr>
                <a:schemeClr val="lt1"/>
              </a:buClr>
              <a:buSzPts val="1600"/>
              <a:buNone/>
              <a:defRPr sz="1600">
                <a:solidFill>
                  <a:schemeClr val="lt1"/>
                </a:solidFill>
              </a:defRPr>
            </a:lvl4pPr>
            <a:lvl5pPr algn="ctr">
              <a:lnSpc>
                <a:spcPct val="100000"/>
              </a:lnSpc>
              <a:spcBef>
                <a:spcPts val="0"/>
              </a:spcBef>
              <a:spcAft>
                <a:spcPts val="0"/>
              </a:spcAft>
              <a:buClr>
                <a:schemeClr val="lt1"/>
              </a:buClr>
              <a:buSzPts val="1600"/>
              <a:buNone/>
              <a:defRPr sz="1600">
                <a:solidFill>
                  <a:schemeClr val="lt1"/>
                </a:solidFill>
              </a:defRPr>
            </a:lvl5pPr>
            <a:lvl6pPr algn="ctr">
              <a:lnSpc>
                <a:spcPct val="100000"/>
              </a:lnSpc>
              <a:spcBef>
                <a:spcPts val="0"/>
              </a:spcBef>
              <a:spcAft>
                <a:spcPts val="0"/>
              </a:spcAft>
              <a:buClr>
                <a:schemeClr val="lt1"/>
              </a:buClr>
              <a:buSzPts val="1600"/>
              <a:buNone/>
              <a:defRPr sz="1600">
                <a:solidFill>
                  <a:schemeClr val="lt1"/>
                </a:solidFill>
              </a:defRPr>
            </a:lvl6pPr>
            <a:lvl7pPr algn="ctr">
              <a:lnSpc>
                <a:spcPct val="100000"/>
              </a:lnSpc>
              <a:spcBef>
                <a:spcPts val="0"/>
              </a:spcBef>
              <a:spcAft>
                <a:spcPts val="0"/>
              </a:spcAft>
              <a:buClr>
                <a:schemeClr val="lt1"/>
              </a:buClr>
              <a:buSzPts val="1600"/>
              <a:buNone/>
              <a:defRPr sz="1600">
                <a:solidFill>
                  <a:schemeClr val="lt1"/>
                </a:solidFill>
              </a:defRPr>
            </a:lvl7pPr>
            <a:lvl8pPr algn="ctr">
              <a:lnSpc>
                <a:spcPct val="100000"/>
              </a:lnSpc>
              <a:spcBef>
                <a:spcPts val="0"/>
              </a:spcBef>
              <a:spcAft>
                <a:spcPts val="0"/>
              </a:spcAft>
              <a:buClr>
                <a:schemeClr val="lt1"/>
              </a:buClr>
              <a:buSzPts val="1600"/>
              <a:buNone/>
              <a:defRPr sz="1600">
                <a:solidFill>
                  <a:schemeClr val="lt1"/>
                </a:solidFill>
              </a:defRPr>
            </a:lvl8pPr>
            <a:lvl9pPr algn="ctr">
              <a:lnSpc>
                <a:spcPct val="100000"/>
              </a:lnSpc>
              <a:spcBef>
                <a:spcPts val="0"/>
              </a:spcBef>
              <a:spcAft>
                <a:spcPts val="0"/>
              </a:spcAft>
              <a:buClr>
                <a:schemeClr val="lt1"/>
              </a:buClr>
              <a:buSzPts val="1600"/>
              <a:buNone/>
              <a:defRPr sz="1600">
                <a:solidFill>
                  <a:schemeClr val="lt1"/>
                </a:solidFill>
              </a:defRPr>
            </a:lvl9pPr>
          </a:lstStyle>
          <a:p/>
        </p:txBody>
      </p:sp>
      <p:sp>
        <p:nvSpPr>
          <p:cNvPr id="68" name="Google Shape;68;p11"/>
          <p:cNvSpPr>
            <a:spLocks noGrp="1"/>
          </p:cNvSpPr>
          <p:nvPr/>
        </p:nvSpPr>
        <p:spPr>
          <a:xfrm flipH="1">
            <a:off x="579550" y="-5059050"/>
            <a:ext cx="1026600" cy="6297300"/>
          </a:xfrm>
          <a:prstGeom prst="roundRect">
            <a:avLst>
              <a:gd name="adj" fmla="val 50000"/>
            </a:avLst>
          </a:prstGeom>
          <a:solidFill>
            <a:srgbClr val="74CEC4">
              <a:alpha val="6000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69" name="Google Shape;69;p11"/>
          <p:cNvSpPr>
            <a:spLocks noGrp="1"/>
          </p:cNvSpPr>
          <p:nvPr/>
        </p:nvSpPr>
        <p:spPr>
          <a:xfrm flipH="1">
            <a:off x="7711400" y="3858700"/>
            <a:ext cx="1026600" cy="6297300"/>
          </a:xfrm>
          <a:prstGeom prst="roundRect">
            <a:avLst>
              <a:gd name="adj" fmla="val 50000"/>
            </a:avLst>
          </a:prstGeom>
          <a:solidFill>
            <a:srgbClr val="F2557A">
              <a:alpha val="65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matchingName="Blank">
  <p:cSld name="BLANK">
    <p:bg>
      <p:bgPr>
        <a:noFill/>
        <a:effectLst/>
      </p:bgPr>
    </p:bg>
    <p:spTree>
      <p:nvGrpSpPr>
        <p:cNvPr id="1" name=""/>
        <p:cNvGrpSpPr/>
        <p:nvPr/>
      </p:nvGrpSpPr>
      <p:grpSpPr/>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
        <p:cNvGrpSpPr/>
        <p:nvPr/>
      </p:nvGrpSpPr>
      <p:grpSpPr/>
      <p:sp>
        <p:nvSpPr>
          <p:cNvPr id="72" name="Google Shape;72;p13"/>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p:txBody>
      </p:sp>
      <p:sp>
        <p:nvSpPr>
          <p:cNvPr id="73" name="Google Shape;73;p13"/>
          <p:cNvSpPr>
            <a:spLocks noGrp="1"/>
          </p:cNvSpPr>
          <p:nvPr>
            <p:ph type="subTitle" idx="1"/>
          </p:nvPr>
        </p:nvSpPr>
        <p:spPr>
          <a:xfrm>
            <a:off x="1777663" y="1761675"/>
            <a:ext cx="2509800" cy="572700"/>
          </a:xfrm>
          <a:prstGeom prst="rect">
            <a:avLst/>
          </a:prstGeom>
          <a:ln>
            <a:noFill/>
          </a:ln>
        </p:spPr>
        <p:txBody>
          <a:bodyPr spcFirstLastPara="1" wrap="square" lIns="91425" tIns="91425" rIns="91425" bIns="91425" anchor="t">
            <a:noAutofit/>
          </a:bodyPr>
          <a:lstStyle>
            <a:lvl1pPr>
              <a:lnSpc>
                <a:spcPct val="115000"/>
              </a:lnSpc>
              <a:spcBef>
                <a:spcPts val="0"/>
              </a:spcBef>
              <a:spcAft>
                <a:spcPts val="0"/>
              </a:spcAft>
              <a:buSzPts val="1400"/>
              <a:buNone/>
              <a:defRPr sz="1400"/>
            </a:lvl1pPr>
            <a:lvl2pPr algn="ctr">
              <a:lnSpc>
                <a:spcPct val="115000"/>
              </a:lnSpc>
              <a:spcBef>
                <a:spcPts val="0"/>
              </a:spcBef>
              <a:spcAft>
                <a:spcPts val="0"/>
              </a:spcAft>
              <a:buSzPts val="1400"/>
              <a:buNone/>
              <a:defRPr/>
            </a:lvl2pPr>
            <a:lvl3pPr algn="ctr">
              <a:lnSpc>
                <a:spcPct val="115000"/>
              </a:lnSpc>
              <a:spcBef>
                <a:spcPts val="0"/>
              </a:spcBef>
              <a:spcAft>
                <a:spcPts val="0"/>
              </a:spcAft>
              <a:buSzPts val="1400"/>
              <a:buNone/>
              <a:defRPr/>
            </a:lvl3pPr>
            <a:lvl4pPr algn="ctr">
              <a:lnSpc>
                <a:spcPct val="115000"/>
              </a:lnSpc>
              <a:spcBef>
                <a:spcPts val="0"/>
              </a:spcBef>
              <a:spcAft>
                <a:spcPts val="0"/>
              </a:spcAft>
              <a:buSzPts val="1400"/>
              <a:buNone/>
              <a:defRPr/>
            </a:lvl4pPr>
            <a:lvl5pPr algn="ctr">
              <a:lnSpc>
                <a:spcPct val="115000"/>
              </a:lnSpc>
              <a:spcBef>
                <a:spcPts val="0"/>
              </a:spcBef>
              <a:spcAft>
                <a:spcPts val="0"/>
              </a:spcAft>
              <a:buSzPts val="1400"/>
              <a:buNone/>
              <a:defRPr/>
            </a:lvl5pPr>
            <a:lvl6pPr algn="ctr">
              <a:lnSpc>
                <a:spcPct val="115000"/>
              </a:lnSpc>
              <a:spcBef>
                <a:spcPts val="0"/>
              </a:spcBef>
              <a:spcAft>
                <a:spcPts val="0"/>
              </a:spcAft>
              <a:buSzPts val="1400"/>
              <a:buNone/>
              <a:defRPr/>
            </a:lvl6pPr>
            <a:lvl7pPr algn="ctr">
              <a:lnSpc>
                <a:spcPct val="115000"/>
              </a:lnSpc>
              <a:spcBef>
                <a:spcPts val="0"/>
              </a:spcBef>
              <a:spcAft>
                <a:spcPts val="0"/>
              </a:spcAft>
              <a:buSzPts val="1400"/>
              <a:buNone/>
              <a:defRPr/>
            </a:lvl7pPr>
            <a:lvl8pPr algn="ctr">
              <a:lnSpc>
                <a:spcPct val="115000"/>
              </a:lnSpc>
              <a:spcBef>
                <a:spcPts val="0"/>
              </a:spcBef>
              <a:spcAft>
                <a:spcPts val="0"/>
              </a:spcAft>
              <a:buSzPts val="1400"/>
              <a:buNone/>
              <a:defRPr/>
            </a:lvl8pPr>
            <a:lvl9pPr algn="ctr">
              <a:lnSpc>
                <a:spcPct val="115000"/>
              </a:lnSpc>
              <a:spcBef>
                <a:spcPts val="0"/>
              </a:spcBef>
              <a:spcAft>
                <a:spcPts val="0"/>
              </a:spcAft>
              <a:buSzPts val="1400"/>
              <a:buNone/>
              <a:defRPr/>
            </a:lvl9pPr>
          </a:lstStyle>
          <a:p/>
        </p:txBody>
      </p:sp>
      <p:sp>
        <p:nvSpPr>
          <p:cNvPr id="74" name="Google Shape;74;p13"/>
          <p:cNvSpPr>
            <a:spLocks noGrp="1"/>
          </p:cNvSpPr>
          <p:nvPr>
            <p:ph type="subTitle" idx="2"/>
          </p:nvPr>
        </p:nvSpPr>
        <p:spPr>
          <a:xfrm>
            <a:off x="5757738" y="1761675"/>
            <a:ext cx="2509800" cy="572700"/>
          </a:xfrm>
          <a:prstGeom prst="rect">
            <a:avLst/>
          </a:prstGeom>
          <a:ln>
            <a:noFill/>
          </a:ln>
        </p:spPr>
        <p:txBody>
          <a:bodyPr spcFirstLastPara="1" wrap="square" lIns="91425" tIns="91425" rIns="91425" bIns="91425" anchor="t">
            <a:noAutofit/>
          </a:bodyPr>
          <a:lstStyle>
            <a:lvl1pPr>
              <a:lnSpc>
                <a:spcPct val="115000"/>
              </a:lnSpc>
              <a:spcBef>
                <a:spcPts val="0"/>
              </a:spcBef>
              <a:spcAft>
                <a:spcPts val="0"/>
              </a:spcAft>
              <a:buSzPts val="1400"/>
              <a:buNone/>
              <a:defRPr sz="1400"/>
            </a:lvl1pPr>
            <a:lvl2pPr algn="ctr">
              <a:lnSpc>
                <a:spcPct val="115000"/>
              </a:lnSpc>
              <a:spcBef>
                <a:spcPts val="0"/>
              </a:spcBef>
              <a:spcAft>
                <a:spcPts val="0"/>
              </a:spcAft>
              <a:buSzPts val="1400"/>
              <a:buNone/>
              <a:defRPr/>
            </a:lvl2pPr>
            <a:lvl3pPr algn="ctr">
              <a:lnSpc>
                <a:spcPct val="115000"/>
              </a:lnSpc>
              <a:spcBef>
                <a:spcPts val="0"/>
              </a:spcBef>
              <a:spcAft>
                <a:spcPts val="0"/>
              </a:spcAft>
              <a:buSzPts val="1400"/>
              <a:buNone/>
              <a:defRPr/>
            </a:lvl3pPr>
            <a:lvl4pPr algn="ctr">
              <a:lnSpc>
                <a:spcPct val="115000"/>
              </a:lnSpc>
              <a:spcBef>
                <a:spcPts val="0"/>
              </a:spcBef>
              <a:spcAft>
                <a:spcPts val="0"/>
              </a:spcAft>
              <a:buSzPts val="1400"/>
              <a:buNone/>
              <a:defRPr/>
            </a:lvl4pPr>
            <a:lvl5pPr algn="ctr">
              <a:lnSpc>
                <a:spcPct val="115000"/>
              </a:lnSpc>
              <a:spcBef>
                <a:spcPts val="0"/>
              </a:spcBef>
              <a:spcAft>
                <a:spcPts val="0"/>
              </a:spcAft>
              <a:buSzPts val="1400"/>
              <a:buNone/>
              <a:defRPr/>
            </a:lvl5pPr>
            <a:lvl6pPr algn="ctr">
              <a:lnSpc>
                <a:spcPct val="115000"/>
              </a:lnSpc>
              <a:spcBef>
                <a:spcPts val="0"/>
              </a:spcBef>
              <a:spcAft>
                <a:spcPts val="0"/>
              </a:spcAft>
              <a:buSzPts val="1400"/>
              <a:buNone/>
              <a:defRPr/>
            </a:lvl6pPr>
            <a:lvl7pPr algn="ctr">
              <a:lnSpc>
                <a:spcPct val="115000"/>
              </a:lnSpc>
              <a:spcBef>
                <a:spcPts val="0"/>
              </a:spcBef>
              <a:spcAft>
                <a:spcPts val="0"/>
              </a:spcAft>
              <a:buSzPts val="1400"/>
              <a:buNone/>
              <a:defRPr/>
            </a:lvl7pPr>
            <a:lvl8pPr algn="ctr">
              <a:lnSpc>
                <a:spcPct val="115000"/>
              </a:lnSpc>
              <a:spcBef>
                <a:spcPts val="0"/>
              </a:spcBef>
              <a:spcAft>
                <a:spcPts val="0"/>
              </a:spcAft>
              <a:buSzPts val="1400"/>
              <a:buNone/>
              <a:defRPr/>
            </a:lvl8pPr>
            <a:lvl9pPr algn="ctr">
              <a:lnSpc>
                <a:spcPct val="115000"/>
              </a:lnSpc>
              <a:spcBef>
                <a:spcPts val="0"/>
              </a:spcBef>
              <a:spcAft>
                <a:spcPts val="0"/>
              </a:spcAft>
              <a:buSzPts val="1400"/>
              <a:buNone/>
              <a:defRPr/>
            </a:lvl9pPr>
          </a:lstStyle>
          <a:p/>
        </p:txBody>
      </p:sp>
      <p:sp>
        <p:nvSpPr>
          <p:cNvPr id="75" name="Google Shape;75;p13"/>
          <p:cNvSpPr>
            <a:spLocks noGrp="1"/>
          </p:cNvSpPr>
          <p:nvPr>
            <p:ph type="subTitle" idx="3"/>
          </p:nvPr>
        </p:nvSpPr>
        <p:spPr>
          <a:xfrm>
            <a:off x="5757737" y="2793753"/>
            <a:ext cx="2509800" cy="572700"/>
          </a:xfrm>
          <a:prstGeom prst="rect">
            <a:avLst/>
          </a:prstGeom>
          <a:ln>
            <a:noFill/>
          </a:ln>
        </p:spPr>
        <p:txBody>
          <a:bodyPr spcFirstLastPara="1" wrap="square" lIns="91425" tIns="91425" rIns="91425" bIns="91425" anchor="t">
            <a:noAutofit/>
          </a:bodyPr>
          <a:lstStyle>
            <a:lvl1pPr>
              <a:lnSpc>
                <a:spcPct val="115000"/>
              </a:lnSpc>
              <a:spcBef>
                <a:spcPts val="0"/>
              </a:spcBef>
              <a:spcAft>
                <a:spcPts val="0"/>
              </a:spcAft>
              <a:buSzPts val="1400"/>
              <a:buNone/>
              <a:defRPr sz="1400"/>
            </a:lvl1pPr>
            <a:lvl2pPr algn="ctr">
              <a:lnSpc>
                <a:spcPct val="115000"/>
              </a:lnSpc>
              <a:spcBef>
                <a:spcPts val="0"/>
              </a:spcBef>
              <a:spcAft>
                <a:spcPts val="0"/>
              </a:spcAft>
              <a:buSzPts val="1400"/>
              <a:buNone/>
              <a:defRPr/>
            </a:lvl2pPr>
            <a:lvl3pPr algn="ctr">
              <a:lnSpc>
                <a:spcPct val="115000"/>
              </a:lnSpc>
              <a:spcBef>
                <a:spcPts val="0"/>
              </a:spcBef>
              <a:spcAft>
                <a:spcPts val="0"/>
              </a:spcAft>
              <a:buSzPts val="1400"/>
              <a:buNone/>
              <a:defRPr/>
            </a:lvl3pPr>
            <a:lvl4pPr algn="ctr">
              <a:lnSpc>
                <a:spcPct val="115000"/>
              </a:lnSpc>
              <a:spcBef>
                <a:spcPts val="0"/>
              </a:spcBef>
              <a:spcAft>
                <a:spcPts val="0"/>
              </a:spcAft>
              <a:buSzPts val="1400"/>
              <a:buNone/>
              <a:defRPr/>
            </a:lvl4pPr>
            <a:lvl5pPr algn="ctr">
              <a:lnSpc>
                <a:spcPct val="115000"/>
              </a:lnSpc>
              <a:spcBef>
                <a:spcPts val="0"/>
              </a:spcBef>
              <a:spcAft>
                <a:spcPts val="0"/>
              </a:spcAft>
              <a:buSzPts val="1400"/>
              <a:buNone/>
              <a:defRPr/>
            </a:lvl5pPr>
            <a:lvl6pPr algn="ctr">
              <a:lnSpc>
                <a:spcPct val="115000"/>
              </a:lnSpc>
              <a:spcBef>
                <a:spcPts val="0"/>
              </a:spcBef>
              <a:spcAft>
                <a:spcPts val="0"/>
              </a:spcAft>
              <a:buSzPts val="1400"/>
              <a:buNone/>
              <a:defRPr/>
            </a:lvl6pPr>
            <a:lvl7pPr algn="ctr">
              <a:lnSpc>
                <a:spcPct val="115000"/>
              </a:lnSpc>
              <a:spcBef>
                <a:spcPts val="0"/>
              </a:spcBef>
              <a:spcAft>
                <a:spcPts val="0"/>
              </a:spcAft>
              <a:buSzPts val="1400"/>
              <a:buNone/>
              <a:defRPr/>
            </a:lvl7pPr>
            <a:lvl8pPr algn="ctr">
              <a:lnSpc>
                <a:spcPct val="115000"/>
              </a:lnSpc>
              <a:spcBef>
                <a:spcPts val="0"/>
              </a:spcBef>
              <a:spcAft>
                <a:spcPts val="0"/>
              </a:spcAft>
              <a:buSzPts val="1400"/>
              <a:buNone/>
              <a:defRPr/>
            </a:lvl8pPr>
            <a:lvl9pPr algn="ctr">
              <a:lnSpc>
                <a:spcPct val="115000"/>
              </a:lnSpc>
              <a:spcBef>
                <a:spcPts val="0"/>
              </a:spcBef>
              <a:spcAft>
                <a:spcPts val="0"/>
              </a:spcAft>
              <a:buSzPts val="1400"/>
              <a:buNone/>
              <a:defRPr/>
            </a:lvl9pPr>
          </a:lstStyle>
          <a:p/>
        </p:txBody>
      </p:sp>
      <p:sp>
        <p:nvSpPr>
          <p:cNvPr id="76" name="Google Shape;76;p13"/>
          <p:cNvSpPr>
            <a:spLocks noGrp="1"/>
          </p:cNvSpPr>
          <p:nvPr>
            <p:ph type="subTitle" idx="4"/>
          </p:nvPr>
        </p:nvSpPr>
        <p:spPr>
          <a:xfrm>
            <a:off x="1777663" y="2793759"/>
            <a:ext cx="2509800" cy="572700"/>
          </a:xfrm>
          <a:prstGeom prst="rect">
            <a:avLst/>
          </a:prstGeom>
          <a:ln>
            <a:noFill/>
          </a:ln>
        </p:spPr>
        <p:txBody>
          <a:bodyPr spcFirstLastPara="1" wrap="square" lIns="91425" tIns="91425" rIns="91425" bIns="91425" anchor="t">
            <a:noAutofit/>
          </a:bodyPr>
          <a:lstStyle>
            <a:lvl1pPr>
              <a:lnSpc>
                <a:spcPct val="115000"/>
              </a:lnSpc>
              <a:spcBef>
                <a:spcPts val="0"/>
              </a:spcBef>
              <a:spcAft>
                <a:spcPts val="0"/>
              </a:spcAft>
              <a:buSzPts val="1400"/>
              <a:buNone/>
              <a:defRPr sz="1400"/>
            </a:lvl1pPr>
            <a:lvl2pPr algn="ctr">
              <a:lnSpc>
                <a:spcPct val="115000"/>
              </a:lnSpc>
              <a:spcBef>
                <a:spcPts val="0"/>
              </a:spcBef>
              <a:spcAft>
                <a:spcPts val="0"/>
              </a:spcAft>
              <a:buSzPts val="1400"/>
              <a:buNone/>
              <a:defRPr/>
            </a:lvl2pPr>
            <a:lvl3pPr algn="ctr">
              <a:lnSpc>
                <a:spcPct val="115000"/>
              </a:lnSpc>
              <a:spcBef>
                <a:spcPts val="0"/>
              </a:spcBef>
              <a:spcAft>
                <a:spcPts val="0"/>
              </a:spcAft>
              <a:buSzPts val="1400"/>
              <a:buNone/>
              <a:defRPr/>
            </a:lvl3pPr>
            <a:lvl4pPr algn="ctr">
              <a:lnSpc>
                <a:spcPct val="115000"/>
              </a:lnSpc>
              <a:spcBef>
                <a:spcPts val="0"/>
              </a:spcBef>
              <a:spcAft>
                <a:spcPts val="0"/>
              </a:spcAft>
              <a:buSzPts val="1400"/>
              <a:buNone/>
              <a:defRPr/>
            </a:lvl4pPr>
            <a:lvl5pPr algn="ctr">
              <a:lnSpc>
                <a:spcPct val="115000"/>
              </a:lnSpc>
              <a:spcBef>
                <a:spcPts val="0"/>
              </a:spcBef>
              <a:spcAft>
                <a:spcPts val="0"/>
              </a:spcAft>
              <a:buSzPts val="1400"/>
              <a:buNone/>
              <a:defRPr/>
            </a:lvl5pPr>
            <a:lvl6pPr algn="ctr">
              <a:lnSpc>
                <a:spcPct val="115000"/>
              </a:lnSpc>
              <a:spcBef>
                <a:spcPts val="0"/>
              </a:spcBef>
              <a:spcAft>
                <a:spcPts val="0"/>
              </a:spcAft>
              <a:buSzPts val="1400"/>
              <a:buNone/>
              <a:defRPr/>
            </a:lvl6pPr>
            <a:lvl7pPr algn="ctr">
              <a:lnSpc>
                <a:spcPct val="115000"/>
              </a:lnSpc>
              <a:spcBef>
                <a:spcPts val="0"/>
              </a:spcBef>
              <a:spcAft>
                <a:spcPts val="0"/>
              </a:spcAft>
              <a:buSzPts val="1400"/>
              <a:buNone/>
              <a:defRPr/>
            </a:lvl7pPr>
            <a:lvl8pPr algn="ctr">
              <a:lnSpc>
                <a:spcPct val="115000"/>
              </a:lnSpc>
              <a:spcBef>
                <a:spcPts val="0"/>
              </a:spcBef>
              <a:spcAft>
                <a:spcPts val="0"/>
              </a:spcAft>
              <a:buSzPts val="1400"/>
              <a:buNone/>
              <a:defRPr/>
            </a:lvl8pPr>
            <a:lvl9pPr algn="ctr">
              <a:lnSpc>
                <a:spcPct val="115000"/>
              </a:lnSpc>
              <a:spcBef>
                <a:spcPts val="0"/>
              </a:spcBef>
              <a:spcAft>
                <a:spcPts val="0"/>
              </a:spcAft>
              <a:buSzPts val="1400"/>
              <a:buNone/>
              <a:defRPr/>
            </a:lvl9pPr>
          </a:lstStyle>
          <a:p/>
        </p:txBody>
      </p:sp>
      <p:sp>
        <p:nvSpPr>
          <p:cNvPr id="77" name="Google Shape;77;p13"/>
          <p:cNvSpPr>
            <a:spLocks noGrp="1"/>
          </p:cNvSpPr>
          <p:nvPr>
            <p:ph type="title" idx="5" hasCustomPrompt="1"/>
          </p:nvPr>
        </p:nvSpPr>
        <p:spPr>
          <a:xfrm>
            <a:off x="876463" y="1480275"/>
            <a:ext cx="901200" cy="616800"/>
          </a:xfrm>
          <a:prstGeom prst="rect">
            <a:avLst/>
          </a:prstGeom>
          <a:noFill/>
          <a:ln>
            <a:noFill/>
          </a:ln>
        </p:spPr>
        <p:txBody>
          <a:bodyPr spcFirstLastPara="1" wrap="square" lIns="91425" tIns="91425" rIns="91425" bIns="91425" anchor="ctr">
            <a:noAutofit/>
          </a:bodyPr>
          <a:lstStyle>
            <a:lvl1pPr algn="ctr">
              <a:lnSpc>
                <a:spcPct val="115000"/>
              </a:lnSpc>
              <a:spcBef>
                <a:spcPts val="0"/>
              </a:spcBef>
              <a:spcAft>
                <a:spcPts val="0"/>
              </a:spcAft>
              <a:buSzPts val="3000"/>
              <a:buNone/>
              <a:defRPr sz="30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a:r>
              <a:t>xx%</a:t>
            </a:r>
          </a:p>
        </p:txBody>
      </p:sp>
      <p:sp>
        <p:nvSpPr>
          <p:cNvPr id="78" name="Google Shape;78;p13"/>
          <p:cNvSpPr>
            <a:spLocks noGrp="1"/>
          </p:cNvSpPr>
          <p:nvPr>
            <p:ph type="title" idx="6" hasCustomPrompt="1"/>
          </p:nvPr>
        </p:nvSpPr>
        <p:spPr>
          <a:xfrm>
            <a:off x="4856538" y="2512350"/>
            <a:ext cx="901200" cy="616800"/>
          </a:xfrm>
          <a:prstGeom prst="rect">
            <a:avLst/>
          </a:prstGeom>
          <a:noFill/>
          <a:ln>
            <a:noFill/>
          </a:ln>
        </p:spPr>
        <p:txBody>
          <a:bodyPr spcFirstLastPara="1" wrap="square" lIns="91425" tIns="91425" rIns="91425" bIns="91425" anchor="ctr">
            <a:noAutofit/>
          </a:bodyPr>
          <a:lstStyle>
            <a:lvl1pPr algn="ctr">
              <a:lnSpc>
                <a:spcPct val="115000"/>
              </a:lnSpc>
              <a:spcBef>
                <a:spcPts val="0"/>
              </a:spcBef>
              <a:spcAft>
                <a:spcPts val="0"/>
              </a:spcAft>
              <a:buSzPts val="3000"/>
              <a:buNone/>
              <a:defRPr sz="30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a:r>
              <a:t>xx%</a:t>
            </a:r>
          </a:p>
        </p:txBody>
      </p:sp>
      <p:sp>
        <p:nvSpPr>
          <p:cNvPr id="79" name="Google Shape;79;p13"/>
          <p:cNvSpPr>
            <a:spLocks noGrp="1"/>
          </p:cNvSpPr>
          <p:nvPr>
            <p:ph type="title" idx="7" hasCustomPrompt="1"/>
          </p:nvPr>
        </p:nvSpPr>
        <p:spPr>
          <a:xfrm>
            <a:off x="4856538" y="1480275"/>
            <a:ext cx="901200" cy="616800"/>
          </a:xfrm>
          <a:prstGeom prst="rect">
            <a:avLst/>
          </a:prstGeom>
          <a:noFill/>
          <a:ln>
            <a:noFill/>
          </a:ln>
        </p:spPr>
        <p:txBody>
          <a:bodyPr spcFirstLastPara="1" wrap="square" lIns="91425" tIns="91425" rIns="91425" bIns="91425" anchor="ctr">
            <a:noAutofit/>
          </a:bodyPr>
          <a:lstStyle>
            <a:lvl1pPr algn="ctr">
              <a:lnSpc>
                <a:spcPct val="115000"/>
              </a:lnSpc>
              <a:spcBef>
                <a:spcPts val="0"/>
              </a:spcBef>
              <a:spcAft>
                <a:spcPts val="0"/>
              </a:spcAft>
              <a:buSzPts val="3000"/>
              <a:buNone/>
              <a:defRPr sz="30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a:r>
              <a:t>xx%</a:t>
            </a:r>
          </a:p>
        </p:txBody>
      </p:sp>
      <p:sp>
        <p:nvSpPr>
          <p:cNvPr id="80" name="Google Shape;80;p13"/>
          <p:cNvSpPr>
            <a:spLocks noGrp="1"/>
          </p:cNvSpPr>
          <p:nvPr>
            <p:ph type="title" idx="8" hasCustomPrompt="1"/>
          </p:nvPr>
        </p:nvSpPr>
        <p:spPr>
          <a:xfrm>
            <a:off x="876463" y="2512350"/>
            <a:ext cx="901200" cy="616800"/>
          </a:xfrm>
          <a:prstGeom prst="rect">
            <a:avLst/>
          </a:prstGeom>
          <a:noFill/>
          <a:ln>
            <a:noFill/>
          </a:ln>
        </p:spPr>
        <p:txBody>
          <a:bodyPr spcFirstLastPara="1" wrap="square" lIns="91425" tIns="91425" rIns="91425" bIns="91425" anchor="ctr">
            <a:noAutofit/>
          </a:bodyPr>
          <a:lstStyle>
            <a:lvl1pPr algn="ctr">
              <a:lnSpc>
                <a:spcPct val="115000"/>
              </a:lnSpc>
              <a:spcBef>
                <a:spcPts val="0"/>
              </a:spcBef>
              <a:spcAft>
                <a:spcPts val="0"/>
              </a:spcAft>
              <a:buSzPts val="3000"/>
              <a:buNone/>
              <a:defRPr sz="30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a:r>
              <a:t>xx%</a:t>
            </a:r>
          </a:p>
        </p:txBody>
      </p:sp>
      <p:sp>
        <p:nvSpPr>
          <p:cNvPr id="81" name="Google Shape;81;p13"/>
          <p:cNvSpPr>
            <a:spLocks noGrp="1"/>
          </p:cNvSpPr>
          <p:nvPr>
            <p:ph type="subTitle" idx="9"/>
          </p:nvPr>
        </p:nvSpPr>
        <p:spPr>
          <a:xfrm>
            <a:off x="5757737" y="3825828"/>
            <a:ext cx="2509800" cy="572700"/>
          </a:xfrm>
          <a:prstGeom prst="rect">
            <a:avLst/>
          </a:prstGeom>
          <a:ln>
            <a:noFill/>
          </a:ln>
        </p:spPr>
        <p:txBody>
          <a:bodyPr spcFirstLastPara="1" wrap="square" lIns="91425" tIns="91425" rIns="91425" bIns="91425" anchor="t">
            <a:noAutofit/>
          </a:bodyPr>
          <a:lstStyle>
            <a:lvl1pPr>
              <a:lnSpc>
                <a:spcPct val="115000"/>
              </a:lnSpc>
              <a:spcBef>
                <a:spcPts val="0"/>
              </a:spcBef>
              <a:spcAft>
                <a:spcPts val="0"/>
              </a:spcAft>
              <a:buSzPts val="1400"/>
              <a:buNone/>
              <a:defRPr sz="1400"/>
            </a:lvl1pPr>
            <a:lvl2pPr algn="ctr">
              <a:lnSpc>
                <a:spcPct val="115000"/>
              </a:lnSpc>
              <a:spcBef>
                <a:spcPts val="0"/>
              </a:spcBef>
              <a:spcAft>
                <a:spcPts val="0"/>
              </a:spcAft>
              <a:buSzPts val="1400"/>
              <a:buNone/>
              <a:defRPr/>
            </a:lvl2pPr>
            <a:lvl3pPr algn="ctr">
              <a:lnSpc>
                <a:spcPct val="115000"/>
              </a:lnSpc>
              <a:spcBef>
                <a:spcPts val="0"/>
              </a:spcBef>
              <a:spcAft>
                <a:spcPts val="0"/>
              </a:spcAft>
              <a:buSzPts val="1400"/>
              <a:buNone/>
              <a:defRPr/>
            </a:lvl3pPr>
            <a:lvl4pPr algn="ctr">
              <a:lnSpc>
                <a:spcPct val="115000"/>
              </a:lnSpc>
              <a:spcBef>
                <a:spcPts val="0"/>
              </a:spcBef>
              <a:spcAft>
                <a:spcPts val="0"/>
              </a:spcAft>
              <a:buSzPts val="1400"/>
              <a:buNone/>
              <a:defRPr/>
            </a:lvl4pPr>
            <a:lvl5pPr algn="ctr">
              <a:lnSpc>
                <a:spcPct val="115000"/>
              </a:lnSpc>
              <a:spcBef>
                <a:spcPts val="0"/>
              </a:spcBef>
              <a:spcAft>
                <a:spcPts val="0"/>
              </a:spcAft>
              <a:buSzPts val="1400"/>
              <a:buNone/>
              <a:defRPr/>
            </a:lvl5pPr>
            <a:lvl6pPr algn="ctr">
              <a:lnSpc>
                <a:spcPct val="115000"/>
              </a:lnSpc>
              <a:spcBef>
                <a:spcPts val="0"/>
              </a:spcBef>
              <a:spcAft>
                <a:spcPts val="0"/>
              </a:spcAft>
              <a:buSzPts val="1400"/>
              <a:buNone/>
              <a:defRPr/>
            </a:lvl6pPr>
            <a:lvl7pPr algn="ctr">
              <a:lnSpc>
                <a:spcPct val="115000"/>
              </a:lnSpc>
              <a:spcBef>
                <a:spcPts val="0"/>
              </a:spcBef>
              <a:spcAft>
                <a:spcPts val="0"/>
              </a:spcAft>
              <a:buSzPts val="1400"/>
              <a:buNone/>
              <a:defRPr/>
            </a:lvl7pPr>
            <a:lvl8pPr algn="ctr">
              <a:lnSpc>
                <a:spcPct val="115000"/>
              </a:lnSpc>
              <a:spcBef>
                <a:spcPts val="0"/>
              </a:spcBef>
              <a:spcAft>
                <a:spcPts val="0"/>
              </a:spcAft>
              <a:buSzPts val="1400"/>
              <a:buNone/>
              <a:defRPr/>
            </a:lvl8pPr>
            <a:lvl9pPr algn="ctr">
              <a:lnSpc>
                <a:spcPct val="115000"/>
              </a:lnSpc>
              <a:spcBef>
                <a:spcPts val="0"/>
              </a:spcBef>
              <a:spcAft>
                <a:spcPts val="0"/>
              </a:spcAft>
              <a:buSzPts val="1400"/>
              <a:buNone/>
              <a:defRPr/>
            </a:lvl9pPr>
          </a:lstStyle>
          <a:p/>
        </p:txBody>
      </p:sp>
      <p:sp>
        <p:nvSpPr>
          <p:cNvPr id="82" name="Google Shape;82;p13"/>
          <p:cNvSpPr>
            <a:spLocks noGrp="1"/>
          </p:cNvSpPr>
          <p:nvPr>
            <p:ph type="subTitle" idx="13"/>
          </p:nvPr>
        </p:nvSpPr>
        <p:spPr>
          <a:xfrm>
            <a:off x="1777663" y="3825825"/>
            <a:ext cx="2509800" cy="572700"/>
          </a:xfrm>
          <a:prstGeom prst="rect">
            <a:avLst/>
          </a:prstGeom>
          <a:ln>
            <a:noFill/>
          </a:ln>
        </p:spPr>
        <p:txBody>
          <a:bodyPr spcFirstLastPara="1" wrap="square" lIns="91425" tIns="91425" rIns="91425" bIns="91425" anchor="t">
            <a:noAutofit/>
          </a:bodyPr>
          <a:lstStyle>
            <a:lvl1pPr>
              <a:lnSpc>
                <a:spcPct val="115000"/>
              </a:lnSpc>
              <a:spcBef>
                <a:spcPts val="0"/>
              </a:spcBef>
              <a:spcAft>
                <a:spcPts val="0"/>
              </a:spcAft>
              <a:buSzPts val="1400"/>
              <a:buNone/>
              <a:defRPr sz="1400"/>
            </a:lvl1pPr>
            <a:lvl2pPr algn="ctr">
              <a:lnSpc>
                <a:spcPct val="115000"/>
              </a:lnSpc>
              <a:spcBef>
                <a:spcPts val="0"/>
              </a:spcBef>
              <a:spcAft>
                <a:spcPts val="0"/>
              </a:spcAft>
              <a:buSzPts val="1400"/>
              <a:buNone/>
              <a:defRPr/>
            </a:lvl2pPr>
            <a:lvl3pPr algn="ctr">
              <a:lnSpc>
                <a:spcPct val="115000"/>
              </a:lnSpc>
              <a:spcBef>
                <a:spcPts val="0"/>
              </a:spcBef>
              <a:spcAft>
                <a:spcPts val="0"/>
              </a:spcAft>
              <a:buSzPts val="1400"/>
              <a:buNone/>
              <a:defRPr/>
            </a:lvl3pPr>
            <a:lvl4pPr algn="ctr">
              <a:lnSpc>
                <a:spcPct val="115000"/>
              </a:lnSpc>
              <a:spcBef>
                <a:spcPts val="0"/>
              </a:spcBef>
              <a:spcAft>
                <a:spcPts val="0"/>
              </a:spcAft>
              <a:buSzPts val="1400"/>
              <a:buNone/>
              <a:defRPr/>
            </a:lvl4pPr>
            <a:lvl5pPr algn="ctr">
              <a:lnSpc>
                <a:spcPct val="115000"/>
              </a:lnSpc>
              <a:spcBef>
                <a:spcPts val="0"/>
              </a:spcBef>
              <a:spcAft>
                <a:spcPts val="0"/>
              </a:spcAft>
              <a:buSzPts val="1400"/>
              <a:buNone/>
              <a:defRPr/>
            </a:lvl5pPr>
            <a:lvl6pPr algn="ctr">
              <a:lnSpc>
                <a:spcPct val="115000"/>
              </a:lnSpc>
              <a:spcBef>
                <a:spcPts val="0"/>
              </a:spcBef>
              <a:spcAft>
                <a:spcPts val="0"/>
              </a:spcAft>
              <a:buSzPts val="1400"/>
              <a:buNone/>
              <a:defRPr/>
            </a:lvl6pPr>
            <a:lvl7pPr algn="ctr">
              <a:lnSpc>
                <a:spcPct val="115000"/>
              </a:lnSpc>
              <a:spcBef>
                <a:spcPts val="0"/>
              </a:spcBef>
              <a:spcAft>
                <a:spcPts val="0"/>
              </a:spcAft>
              <a:buSzPts val="1400"/>
              <a:buNone/>
              <a:defRPr/>
            </a:lvl7pPr>
            <a:lvl8pPr algn="ctr">
              <a:lnSpc>
                <a:spcPct val="115000"/>
              </a:lnSpc>
              <a:spcBef>
                <a:spcPts val="0"/>
              </a:spcBef>
              <a:spcAft>
                <a:spcPts val="0"/>
              </a:spcAft>
              <a:buSzPts val="1400"/>
              <a:buNone/>
              <a:defRPr/>
            </a:lvl8pPr>
            <a:lvl9pPr algn="ctr">
              <a:lnSpc>
                <a:spcPct val="115000"/>
              </a:lnSpc>
              <a:spcBef>
                <a:spcPts val="0"/>
              </a:spcBef>
              <a:spcAft>
                <a:spcPts val="0"/>
              </a:spcAft>
              <a:buSzPts val="1400"/>
              <a:buNone/>
              <a:defRPr/>
            </a:lvl9pPr>
          </a:lstStyle>
          <a:p/>
        </p:txBody>
      </p:sp>
      <p:sp>
        <p:nvSpPr>
          <p:cNvPr id="83" name="Google Shape;83;p13"/>
          <p:cNvSpPr>
            <a:spLocks noGrp="1"/>
          </p:cNvSpPr>
          <p:nvPr>
            <p:ph type="title" idx="14" hasCustomPrompt="1"/>
          </p:nvPr>
        </p:nvSpPr>
        <p:spPr>
          <a:xfrm>
            <a:off x="4856538" y="3544425"/>
            <a:ext cx="901200" cy="616800"/>
          </a:xfrm>
          <a:prstGeom prst="rect">
            <a:avLst/>
          </a:prstGeom>
          <a:noFill/>
          <a:ln>
            <a:noFill/>
          </a:ln>
        </p:spPr>
        <p:txBody>
          <a:bodyPr spcFirstLastPara="1" wrap="square" lIns="91425" tIns="91425" rIns="91425" bIns="91425" anchor="ctr">
            <a:noAutofit/>
          </a:bodyPr>
          <a:lstStyle>
            <a:lvl1pPr algn="ctr">
              <a:lnSpc>
                <a:spcPct val="115000"/>
              </a:lnSpc>
              <a:spcBef>
                <a:spcPts val="0"/>
              </a:spcBef>
              <a:spcAft>
                <a:spcPts val="0"/>
              </a:spcAft>
              <a:buSzPts val="3000"/>
              <a:buNone/>
              <a:defRPr sz="30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a:r>
              <a:t>xx%</a:t>
            </a:r>
          </a:p>
        </p:txBody>
      </p:sp>
      <p:sp>
        <p:nvSpPr>
          <p:cNvPr id="84" name="Google Shape;84;p13"/>
          <p:cNvSpPr>
            <a:spLocks noGrp="1"/>
          </p:cNvSpPr>
          <p:nvPr>
            <p:ph type="title" idx="15" hasCustomPrompt="1"/>
          </p:nvPr>
        </p:nvSpPr>
        <p:spPr>
          <a:xfrm>
            <a:off x="876463" y="3544425"/>
            <a:ext cx="901200" cy="616800"/>
          </a:xfrm>
          <a:prstGeom prst="rect">
            <a:avLst/>
          </a:prstGeom>
          <a:noFill/>
          <a:ln>
            <a:noFill/>
          </a:ln>
        </p:spPr>
        <p:txBody>
          <a:bodyPr spcFirstLastPara="1" wrap="square" lIns="91425" tIns="91425" rIns="91425" bIns="91425" anchor="ctr">
            <a:noAutofit/>
          </a:bodyPr>
          <a:lstStyle>
            <a:lvl1pPr algn="ctr">
              <a:lnSpc>
                <a:spcPct val="115000"/>
              </a:lnSpc>
              <a:spcBef>
                <a:spcPts val="0"/>
              </a:spcBef>
              <a:spcAft>
                <a:spcPts val="0"/>
              </a:spcAft>
              <a:buSzPts val="3000"/>
              <a:buNone/>
              <a:defRPr sz="30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a:r>
              <a:t>xx%</a:t>
            </a:r>
          </a:p>
        </p:txBody>
      </p:sp>
      <p:sp>
        <p:nvSpPr>
          <p:cNvPr id="85" name="Google Shape;85;p13"/>
          <p:cNvSpPr>
            <a:spLocks noGrp="1"/>
          </p:cNvSpPr>
          <p:nvPr>
            <p:ph type="subTitle" idx="16"/>
          </p:nvPr>
        </p:nvSpPr>
        <p:spPr>
          <a:xfrm>
            <a:off x="1777662" y="1480275"/>
            <a:ext cx="2509800" cy="385200"/>
          </a:xfrm>
          <a:prstGeom prst="rect">
            <a:avLst/>
          </a:prstGeom>
          <a:ln>
            <a:noFill/>
          </a:ln>
        </p:spPr>
        <p:txBody>
          <a:bodyPr spcFirstLastPara="1" wrap="square" lIns="91425" tIns="91425" rIns="91425" bIns="91425" anchor="b">
            <a:noAutofit/>
          </a:bodyPr>
          <a:lstStyle>
            <a:lvl1pPr>
              <a:lnSpc>
                <a:spcPct val="115000"/>
              </a:lnSpc>
              <a:spcBef>
                <a:spcPts val="0"/>
              </a:spcBef>
              <a:spcAft>
                <a:spcPts val="0"/>
              </a:spcAft>
              <a:buSzPts val="2400"/>
              <a:buFont typeface="DM Sans"/>
              <a:buNone/>
              <a:defRPr sz="2000" b="1">
                <a:latin typeface="Poppins"/>
                <a:ea typeface="Poppins"/>
                <a:cs typeface="Poppins"/>
              </a:defRPr>
            </a:lvl1pPr>
            <a:lvl2pPr algn="ctr">
              <a:lnSpc>
                <a:spcPct val="115000"/>
              </a:lnSpc>
              <a:spcBef>
                <a:spcPts val="0"/>
              </a:spcBef>
              <a:spcAft>
                <a:spcPts val="0"/>
              </a:spcAft>
              <a:buSzPts val="2400"/>
              <a:buFont typeface="DM Sans"/>
              <a:buNone/>
              <a:defRPr sz="2400" b="1">
                <a:latin typeface="DM Sans"/>
                <a:ea typeface="DM Sans"/>
                <a:cs typeface="DM Sans"/>
              </a:defRPr>
            </a:lvl2pPr>
            <a:lvl3pPr algn="ctr">
              <a:lnSpc>
                <a:spcPct val="115000"/>
              </a:lnSpc>
              <a:spcBef>
                <a:spcPts val="0"/>
              </a:spcBef>
              <a:spcAft>
                <a:spcPts val="0"/>
              </a:spcAft>
              <a:buSzPts val="2400"/>
              <a:buFont typeface="DM Sans"/>
              <a:buNone/>
              <a:defRPr sz="2400" b="1">
                <a:latin typeface="DM Sans"/>
                <a:ea typeface="DM Sans"/>
                <a:cs typeface="DM Sans"/>
              </a:defRPr>
            </a:lvl3pPr>
            <a:lvl4pPr algn="ctr">
              <a:lnSpc>
                <a:spcPct val="115000"/>
              </a:lnSpc>
              <a:spcBef>
                <a:spcPts val="0"/>
              </a:spcBef>
              <a:spcAft>
                <a:spcPts val="0"/>
              </a:spcAft>
              <a:buSzPts val="2400"/>
              <a:buFont typeface="DM Sans"/>
              <a:buNone/>
              <a:defRPr sz="2400" b="1">
                <a:latin typeface="DM Sans"/>
                <a:ea typeface="DM Sans"/>
                <a:cs typeface="DM Sans"/>
              </a:defRPr>
            </a:lvl4pPr>
            <a:lvl5pPr algn="ctr">
              <a:lnSpc>
                <a:spcPct val="115000"/>
              </a:lnSpc>
              <a:spcBef>
                <a:spcPts val="0"/>
              </a:spcBef>
              <a:spcAft>
                <a:spcPts val="0"/>
              </a:spcAft>
              <a:buSzPts val="2400"/>
              <a:buFont typeface="DM Sans"/>
              <a:buNone/>
              <a:defRPr sz="2400" b="1">
                <a:latin typeface="DM Sans"/>
                <a:ea typeface="DM Sans"/>
                <a:cs typeface="DM Sans"/>
              </a:defRPr>
            </a:lvl5pPr>
            <a:lvl6pPr algn="ctr">
              <a:lnSpc>
                <a:spcPct val="115000"/>
              </a:lnSpc>
              <a:spcBef>
                <a:spcPts val="0"/>
              </a:spcBef>
              <a:spcAft>
                <a:spcPts val="0"/>
              </a:spcAft>
              <a:buSzPts val="2400"/>
              <a:buFont typeface="DM Sans"/>
              <a:buNone/>
              <a:defRPr sz="2400" b="1">
                <a:latin typeface="DM Sans"/>
                <a:ea typeface="DM Sans"/>
                <a:cs typeface="DM Sans"/>
              </a:defRPr>
            </a:lvl6pPr>
            <a:lvl7pPr algn="ctr">
              <a:lnSpc>
                <a:spcPct val="115000"/>
              </a:lnSpc>
              <a:spcBef>
                <a:spcPts val="0"/>
              </a:spcBef>
              <a:spcAft>
                <a:spcPts val="0"/>
              </a:spcAft>
              <a:buSzPts val="2400"/>
              <a:buFont typeface="DM Sans"/>
              <a:buNone/>
              <a:defRPr sz="2400" b="1">
                <a:latin typeface="DM Sans"/>
                <a:ea typeface="DM Sans"/>
                <a:cs typeface="DM Sans"/>
              </a:defRPr>
            </a:lvl7pPr>
            <a:lvl8pPr algn="ctr">
              <a:lnSpc>
                <a:spcPct val="115000"/>
              </a:lnSpc>
              <a:spcBef>
                <a:spcPts val="0"/>
              </a:spcBef>
              <a:spcAft>
                <a:spcPts val="0"/>
              </a:spcAft>
              <a:buSzPts val="2400"/>
              <a:buFont typeface="DM Sans"/>
              <a:buNone/>
              <a:defRPr sz="2400" b="1">
                <a:latin typeface="DM Sans"/>
                <a:ea typeface="DM Sans"/>
                <a:cs typeface="DM Sans"/>
              </a:defRPr>
            </a:lvl8pPr>
            <a:lvl9pPr algn="ctr">
              <a:lnSpc>
                <a:spcPct val="115000"/>
              </a:lnSpc>
              <a:spcBef>
                <a:spcPts val="0"/>
              </a:spcBef>
              <a:spcAft>
                <a:spcPts val="0"/>
              </a:spcAft>
              <a:buSzPts val="2400"/>
              <a:buFont typeface="DM Sans"/>
              <a:buNone/>
              <a:defRPr sz="2400" b="1">
                <a:latin typeface="DM Sans"/>
                <a:ea typeface="DM Sans"/>
                <a:cs typeface="DM Sans"/>
              </a:defRPr>
            </a:lvl9pPr>
          </a:lstStyle>
          <a:p/>
        </p:txBody>
      </p:sp>
      <p:sp>
        <p:nvSpPr>
          <p:cNvPr id="86" name="Google Shape;86;p13"/>
          <p:cNvSpPr>
            <a:spLocks noGrp="1"/>
          </p:cNvSpPr>
          <p:nvPr>
            <p:ph type="subTitle" idx="17"/>
          </p:nvPr>
        </p:nvSpPr>
        <p:spPr>
          <a:xfrm>
            <a:off x="5757738" y="1480275"/>
            <a:ext cx="2509800" cy="385200"/>
          </a:xfrm>
          <a:prstGeom prst="rect">
            <a:avLst/>
          </a:prstGeom>
          <a:ln>
            <a:noFill/>
          </a:ln>
        </p:spPr>
        <p:txBody>
          <a:bodyPr spcFirstLastPara="1" wrap="square" lIns="91425" tIns="91425" rIns="91425" bIns="91425" anchor="b">
            <a:noAutofit/>
          </a:bodyPr>
          <a:lstStyle>
            <a:lvl1pPr>
              <a:lnSpc>
                <a:spcPct val="115000"/>
              </a:lnSpc>
              <a:spcBef>
                <a:spcPts val="0"/>
              </a:spcBef>
              <a:spcAft>
                <a:spcPts val="0"/>
              </a:spcAft>
              <a:buSzPts val="2400"/>
              <a:buFont typeface="DM Sans"/>
              <a:buNone/>
              <a:defRPr sz="2000" b="1">
                <a:latin typeface="Poppins"/>
                <a:ea typeface="Poppins"/>
                <a:cs typeface="Poppins"/>
              </a:defRPr>
            </a:lvl1pPr>
            <a:lvl2pPr algn="ctr">
              <a:lnSpc>
                <a:spcPct val="115000"/>
              </a:lnSpc>
              <a:spcBef>
                <a:spcPts val="0"/>
              </a:spcBef>
              <a:spcAft>
                <a:spcPts val="0"/>
              </a:spcAft>
              <a:buSzPts val="2400"/>
              <a:buFont typeface="DM Sans"/>
              <a:buNone/>
              <a:defRPr sz="2400" b="1">
                <a:latin typeface="DM Sans"/>
                <a:ea typeface="DM Sans"/>
                <a:cs typeface="DM Sans"/>
              </a:defRPr>
            </a:lvl2pPr>
            <a:lvl3pPr algn="ctr">
              <a:lnSpc>
                <a:spcPct val="115000"/>
              </a:lnSpc>
              <a:spcBef>
                <a:spcPts val="0"/>
              </a:spcBef>
              <a:spcAft>
                <a:spcPts val="0"/>
              </a:spcAft>
              <a:buSzPts val="2400"/>
              <a:buFont typeface="DM Sans"/>
              <a:buNone/>
              <a:defRPr sz="2400" b="1">
                <a:latin typeface="DM Sans"/>
                <a:ea typeface="DM Sans"/>
                <a:cs typeface="DM Sans"/>
              </a:defRPr>
            </a:lvl3pPr>
            <a:lvl4pPr algn="ctr">
              <a:lnSpc>
                <a:spcPct val="115000"/>
              </a:lnSpc>
              <a:spcBef>
                <a:spcPts val="0"/>
              </a:spcBef>
              <a:spcAft>
                <a:spcPts val="0"/>
              </a:spcAft>
              <a:buSzPts val="2400"/>
              <a:buFont typeface="DM Sans"/>
              <a:buNone/>
              <a:defRPr sz="2400" b="1">
                <a:latin typeface="DM Sans"/>
                <a:ea typeface="DM Sans"/>
                <a:cs typeface="DM Sans"/>
              </a:defRPr>
            </a:lvl4pPr>
            <a:lvl5pPr algn="ctr">
              <a:lnSpc>
                <a:spcPct val="115000"/>
              </a:lnSpc>
              <a:spcBef>
                <a:spcPts val="0"/>
              </a:spcBef>
              <a:spcAft>
                <a:spcPts val="0"/>
              </a:spcAft>
              <a:buSzPts val="2400"/>
              <a:buFont typeface="DM Sans"/>
              <a:buNone/>
              <a:defRPr sz="2400" b="1">
                <a:latin typeface="DM Sans"/>
                <a:ea typeface="DM Sans"/>
                <a:cs typeface="DM Sans"/>
              </a:defRPr>
            </a:lvl5pPr>
            <a:lvl6pPr algn="ctr">
              <a:lnSpc>
                <a:spcPct val="115000"/>
              </a:lnSpc>
              <a:spcBef>
                <a:spcPts val="0"/>
              </a:spcBef>
              <a:spcAft>
                <a:spcPts val="0"/>
              </a:spcAft>
              <a:buSzPts val="2400"/>
              <a:buFont typeface="DM Sans"/>
              <a:buNone/>
              <a:defRPr sz="2400" b="1">
                <a:latin typeface="DM Sans"/>
                <a:ea typeface="DM Sans"/>
                <a:cs typeface="DM Sans"/>
              </a:defRPr>
            </a:lvl6pPr>
            <a:lvl7pPr algn="ctr">
              <a:lnSpc>
                <a:spcPct val="115000"/>
              </a:lnSpc>
              <a:spcBef>
                <a:spcPts val="0"/>
              </a:spcBef>
              <a:spcAft>
                <a:spcPts val="0"/>
              </a:spcAft>
              <a:buSzPts val="2400"/>
              <a:buFont typeface="DM Sans"/>
              <a:buNone/>
              <a:defRPr sz="2400" b="1">
                <a:latin typeface="DM Sans"/>
                <a:ea typeface="DM Sans"/>
                <a:cs typeface="DM Sans"/>
              </a:defRPr>
            </a:lvl7pPr>
            <a:lvl8pPr algn="ctr">
              <a:lnSpc>
                <a:spcPct val="115000"/>
              </a:lnSpc>
              <a:spcBef>
                <a:spcPts val="0"/>
              </a:spcBef>
              <a:spcAft>
                <a:spcPts val="0"/>
              </a:spcAft>
              <a:buSzPts val="2400"/>
              <a:buFont typeface="DM Sans"/>
              <a:buNone/>
              <a:defRPr sz="2400" b="1">
                <a:latin typeface="DM Sans"/>
                <a:ea typeface="DM Sans"/>
                <a:cs typeface="DM Sans"/>
              </a:defRPr>
            </a:lvl8pPr>
            <a:lvl9pPr algn="ctr">
              <a:lnSpc>
                <a:spcPct val="115000"/>
              </a:lnSpc>
              <a:spcBef>
                <a:spcPts val="0"/>
              </a:spcBef>
              <a:spcAft>
                <a:spcPts val="0"/>
              </a:spcAft>
              <a:buSzPts val="2400"/>
              <a:buFont typeface="DM Sans"/>
              <a:buNone/>
              <a:defRPr sz="2400" b="1">
                <a:latin typeface="DM Sans"/>
                <a:ea typeface="DM Sans"/>
                <a:cs typeface="DM Sans"/>
              </a:defRPr>
            </a:lvl9pPr>
          </a:lstStyle>
          <a:p/>
        </p:txBody>
      </p:sp>
      <p:sp>
        <p:nvSpPr>
          <p:cNvPr id="87" name="Google Shape;87;p13"/>
          <p:cNvSpPr>
            <a:spLocks noGrp="1"/>
          </p:cNvSpPr>
          <p:nvPr>
            <p:ph type="subTitle" idx="18"/>
          </p:nvPr>
        </p:nvSpPr>
        <p:spPr>
          <a:xfrm>
            <a:off x="5757737" y="2512350"/>
            <a:ext cx="2509800" cy="385200"/>
          </a:xfrm>
          <a:prstGeom prst="rect">
            <a:avLst/>
          </a:prstGeom>
          <a:ln>
            <a:noFill/>
          </a:ln>
        </p:spPr>
        <p:txBody>
          <a:bodyPr spcFirstLastPara="1" wrap="square" lIns="91425" tIns="91425" rIns="91425" bIns="91425" anchor="b">
            <a:noAutofit/>
          </a:bodyPr>
          <a:lstStyle>
            <a:lvl1pPr>
              <a:lnSpc>
                <a:spcPct val="115000"/>
              </a:lnSpc>
              <a:spcBef>
                <a:spcPts val="0"/>
              </a:spcBef>
              <a:spcAft>
                <a:spcPts val="0"/>
              </a:spcAft>
              <a:buSzPts val="2400"/>
              <a:buFont typeface="DM Sans"/>
              <a:buNone/>
              <a:defRPr sz="2000" b="1">
                <a:latin typeface="Poppins"/>
                <a:ea typeface="Poppins"/>
                <a:cs typeface="Poppins"/>
              </a:defRPr>
            </a:lvl1pPr>
            <a:lvl2pPr algn="ctr">
              <a:lnSpc>
                <a:spcPct val="115000"/>
              </a:lnSpc>
              <a:spcBef>
                <a:spcPts val="0"/>
              </a:spcBef>
              <a:spcAft>
                <a:spcPts val="0"/>
              </a:spcAft>
              <a:buSzPts val="2400"/>
              <a:buFont typeface="DM Sans"/>
              <a:buNone/>
              <a:defRPr sz="2400" b="1">
                <a:latin typeface="DM Sans"/>
                <a:ea typeface="DM Sans"/>
                <a:cs typeface="DM Sans"/>
              </a:defRPr>
            </a:lvl2pPr>
            <a:lvl3pPr algn="ctr">
              <a:lnSpc>
                <a:spcPct val="115000"/>
              </a:lnSpc>
              <a:spcBef>
                <a:spcPts val="0"/>
              </a:spcBef>
              <a:spcAft>
                <a:spcPts val="0"/>
              </a:spcAft>
              <a:buSzPts val="2400"/>
              <a:buFont typeface="DM Sans"/>
              <a:buNone/>
              <a:defRPr sz="2400" b="1">
                <a:latin typeface="DM Sans"/>
                <a:ea typeface="DM Sans"/>
                <a:cs typeface="DM Sans"/>
              </a:defRPr>
            </a:lvl3pPr>
            <a:lvl4pPr algn="ctr">
              <a:lnSpc>
                <a:spcPct val="115000"/>
              </a:lnSpc>
              <a:spcBef>
                <a:spcPts val="0"/>
              </a:spcBef>
              <a:spcAft>
                <a:spcPts val="0"/>
              </a:spcAft>
              <a:buSzPts val="2400"/>
              <a:buFont typeface="DM Sans"/>
              <a:buNone/>
              <a:defRPr sz="2400" b="1">
                <a:latin typeface="DM Sans"/>
                <a:ea typeface="DM Sans"/>
                <a:cs typeface="DM Sans"/>
              </a:defRPr>
            </a:lvl4pPr>
            <a:lvl5pPr algn="ctr">
              <a:lnSpc>
                <a:spcPct val="115000"/>
              </a:lnSpc>
              <a:spcBef>
                <a:spcPts val="0"/>
              </a:spcBef>
              <a:spcAft>
                <a:spcPts val="0"/>
              </a:spcAft>
              <a:buSzPts val="2400"/>
              <a:buFont typeface="DM Sans"/>
              <a:buNone/>
              <a:defRPr sz="2400" b="1">
                <a:latin typeface="DM Sans"/>
                <a:ea typeface="DM Sans"/>
                <a:cs typeface="DM Sans"/>
              </a:defRPr>
            </a:lvl5pPr>
            <a:lvl6pPr algn="ctr">
              <a:lnSpc>
                <a:spcPct val="115000"/>
              </a:lnSpc>
              <a:spcBef>
                <a:spcPts val="0"/>
              </a:spcBef>
              <a:spcAft>
                <a:spcPts val="0"/>
              </a:spcAft>
              <a:buSzPts val="2400"/>
              <a:buFont typeface="DM Sans"/>
              <a:buNone/>
              <a:defRPr sz="2400" b="1">
                <a:latin typeface="DM Sans"/>
                <a:ea typeface="DM Sans"/>
                <a:cs typeface="DM Sans"/>
              </a:defRPr>
            </a:lvl6pPr>
            <a:lvl7pPr algn="ctr">
              <a:lnSpc>
                <a:spcPct val="115000"/>
              </a:lnSpc>
              <a:spcBef>
                <a:spcPts val="0"/>
              </a:spcBef>
              <a:spcAft>
                <a:spcPts val="0"/>
              </a:spcAft>
              <a:buSzPts val="2400"/>
              <a:buFont typeface="DM Sans"/>
              <a:buNone/>
              <a:defRPr sz="2400" b="1">
                <a:latin typeface="DM Sans"/>
                <a:ea typeface="DM Sans"/>
                <a:cs typeface="DM Sans"/>
              </a:defRPr>
            </a:lvl7pPr>
            <a:lvl8pPr algn="ctr">
              <a:lnSpc>
                <a:spcPct val="115000"/>
              </a:lnSpc>
              <a:spcBef>
                <a:spcPts val="0"/>
              </a:spcBef>
              <a:spcAft>
                <a:spcPts val="0"/>
              </a:spcAft>
              <a:buSzPts val="2400"/>
              <a:buFont typeface="DM Sans"/>
              <a:buNone/>
              <a:defRPr sz="2400" b="1">
                <a:latin typeface="DM Sans"/>
                <a:ea typeface="DM Sans"/>
                <a:cs typeface="DM Sans"/>
              </a:defRPr>
            </a:lvl8pPr>
            <a:lvl9pPr algn="ctr">
              <a:lnSpc>
                <a:spcPct val="115000"/>
              </a:lnSpc>
              <a:spcBef>
                <a:spcPts val="0"/>
              </a:spcBef>
              <a:spcAft>
                <a:spcPts val="0"/>
              </a:spcAft>
              <a:buSzPts val="2400"/>
              <a:buFont typeface="DM Sans"/>
              <a:buNone/>
              <a:defRPr sz="2400" b="1">
                <a:latin typeface="DM Sans"/>
                <a:ea typeface="DM Sans"/>
                <a:cs typeface="DM Sans"/>
              </a:defRPr>
            </a:lvl9pPr>
          </a:lstStyle>
          <a:p/>
        </p:txBody>
      </p:sp>
      <p:sp>
        <p:nvSpPr>
          <p:cNvPr id="88" name="Google Shape;88;p13"/>
          <p:cNvSpPr>
            <a:spLocks noGrp="1"/>
          </p:cNvSpPr>
          <p:nvPr>
            <p:ph type="subTitle" idx="19"/>
          </p:nvPr>
        </p:nvSpPr>
        <p:spPr>
          <a:xfrm>
            <a:off x="1777662" y="2512338"/>
            <a:ext cx="2509800" cy="385200"/>
          </a:xfrm>
          <a:prstGeom prst="rect">
            <a:avLst/>
          </a:prstGeom>
          <a:ln>
            <a:noFill/>
          </a:ln>
        </p:spPr>
        <p:txBody>
          <a:bodyPr spcFirstLastPara="1" wrap="square" lIns="91425" tIns="91425" rIns="91425" bIns="91425" anchor="b">
            <a:noAutofit/>
          </a:bodyPr>
          <a:lstStyle>
            <a:lvl1pPr>
              <a:lnSpc>
                <a:spcPct val="115000"/>
              </a:lnSpc>
              <a:spcBef>
                <a:spcPts val="0"/>
              </a:spcBef>
              <a:spcAft>
                <a:spcPts val="0"/>
              </a:spcAft>
              <a:buSzPts val="2400"/>
              <a:buFont typeface="DM Sans"/>
              <a:buNone/>
              <a:defRPr sz="2000" b="1">
                <a:latin typeface="Poppins"/>
                <a:ea typeface="Poppins"/>
                <a:cs typeface="Poppins"/>
              </a:defRPr>
            </a:lvl1pPr>
            <a:lvl2pPr algn="ctr">
              <a:lnSpc>
                <a:spcPct val="115000"/>
              </a:lnSpc>
              <a:spcBef>
                <a:spcPts val="0"/>
              </a:spcBef>
              <a:spcAft>
                <a:spcPts val="0"/>
              </a:spcAft>
              <a:buSzPts val="2400"/>
              <a:buFont typeface="DM Sans"/>
              <a:buNone/>
              <a:defRPr sz="2400" b="1">
                <a:latin typeface="DM Sans"/>
                <a:ea typeface="DM Sans"/>
                <a:cs typeface="DM Sans"/>
              </a:defRPr>
            </a:lvl2pPr>
            <a:lvl3pPr algn="ctr">
              <a:lnSpc>
                <a:spcPct val="115000"/>
              </a:lnSpc>
              <a:spcBef>
                <a:spcPts val="0"/>
              </a:spcBef>
              <a:spcAft>
                <a:spcPts val="0"/>
              </a:spcAft>
              <a:buSzPts val="2400"/>
              <a:buFont typeface="DM Sans"/>
              <a:buNone/>
              <a:defRPr sz="2400" b="1">
                <a:latin typeface="DM Sans"/>
                <a:ea typeface="DM Sans"/>
                <a:cs typeface="DM Sans"/>
              </a:defRPr>
            </a:lvl3pPr>
            <a:lvl4pPr algn="ctr">
              <a:lnSpc>
                <a:spcPct val="115000"/>
              </a:lnSpc>
              <a:spcBef>
                <a:spcPts val="0"/>
              </a:spcBef>
              <a:spcAft>
                <a:spcPts val="0"/>
              </a:spcAft>
              <a:buSzPts val="2400"/>
              <a:buFont typeface="DM Sans"/>
              <a:buNone/>
              <a:defRPr sz="2400" b="1">
                <a:latin typeface="DM Sans"/>
                <a:ea typeface="DM Sans"/>
                <a:cs typeface="DM Sans"/>
              </a:defRPr>
            </a:lvl4pPr>
            <a:lvl5pPr algn="ctr">
              <a:lnSpc>
                <a:spcPct val="115000"/>
              </a:lnSpc>
              <a:spcBef>
                <a:spcPts val="0"/>
              </a:spcBef>
              <a:spcAft>
                <a:spcPts val="0"/>
              </a:spcAft>
              <a:buSzPts val="2400"/>
              <a:buFont typeface="DM Sans"/>
              <a:buNone/>
              <a:defRPr sz="2400" b="1">
                <a:latin typeface="DM Sans"/>
                <a:ea typeface="DM Sans"/>
                <a:cs typeface="DM Sans"/>
              </a:defRPr>
            </a:lvl5pPr>
            <a:lvl6pPr algn="ctr">
              <a:lnSpc>
                <a:spcPct val="115000"/>
              </a:lnSpc>
              <a:spcBef>
                <a:spcPts val="0"/>
              </a:spcBef>
              <a:spcAft>
                <a:spcPts val="0"/>
              </a:spcAft>
              <a:buSzPts val="2400"/>
              <a:buFont typeface="DM Sans"/>
              <a:buNone/>
              <a:defRPr sz="2400" b="1">
                <a:latin typeface="DM Sans"/>
                <a:ea typeface="DM Sans"/>
                <a:cs typeface="DM Sans"/>
              </a:defRPr>
            </a:lvl6pPr>
            <a:lvl7pPr algn="ctr">
              <a:lnSpc>
                <a:spcPct val="115000"/>
              </a:lnSpc>
              <a:spcBef>
                <a:spcPts val="0"/>
              </a:spcBef>
              <a:spcAft>
                <a:spcPts val="0"/>
              </a:spcAft>
              <a:buSzPts val="2400"/>
              <a:buFont typeface="DM Sans"/>
              <a:buNone/>
              <a:defRPr sz="2400" b="1">
                <a:latin typeface="DM Sans"/>
                <a:ea typeface="DM Sans"/>
                <a:cs typeface="DM Sans"/>
              </a:defRPr>
            </a:lvl7pPr>
            <a:lvl8pPr algn="ctr">
              <a:lnSpc>
                <a:spcPct val="115000"/>
              </a:lnSpc>
              <a:spcBef>
                <a:spcPts val="0"/>
              </a:spcBef>
              <a:spcAft>
                <a:spcPts val="0"/>
              </a:spcAft>
              <a:buSzPts val="2400"/>
              <a:buFont typeface="DM Sans"/>
              <a:buNone/>
              <a:defRPr sz="2400" b="1">
                <a:latin typeface="DM Sans"/>
                <a:ea typeface="DM Sans"/>
                <a:cs typeface="DM Sans"/>
              </a:defRPr>
            </a:lvl8pPr>
            <a:lvl9pPr algn="ctr">
              <a:lnSpc>
                <a:spcPct val="115000"/>
              </a:lnSpc>
              <a:spcBef>
                <a:spcPts val="0"/>
              </a:spcBef>
              <a:spcAft>
                <a:spcPts val="0"/>
              </a:spcAft>
              <a:buSzPts val="2400"/>
              <a:buFont typeface="DM Sans"/>
              <a:buNone/>
              <a:defRPr sz="2400" b="1">
                <a:latin typeface="DM Sans"/>
                <a:ea typeface="DM Sans"/>
                <a:cs typeface="DM Sans"/>
              </a:defRPr>
            </a:lvl9pPr>
          </a:lstStyle>
          <a:p/>
        </p:txBody>
      </p:sp>
      <p:sp>
        <p:nvSpPr>
          <p:cNvPr id="89" name="Google Shape;89;p13"/>
          <p:cNvSpPr>
            <a:spLocks noGrp="1"/>
          </p:cNvSpPr>
          <p:nvPr>
            <p:ph type="subTitle" idx="20"/>
          </p:nvPr>
        </p:nvSpPr>
        <p:spPr>
          <a:xfrm>
            <a:off x="5757737" y="3544425"/>
            <a:ext cx="2509800" cy="385200"/>
          </a:xfrm>
          <a:prstGeom prst="rect">
            <a:avLst/>
          </a:prstGeom>
          <a:ln>
            <a:noFill/>
          </a:ln>
        </p:spPr>
        <p:txBody>
          <a:bodyPr spcFirstLastPara="1" wrap="square" lIns="91425" tIns="91425" rIns="91425" bIns="91425" anchor="b">
            <a:noAutofit/>
          </a:bodyPr>
          <a:lstStyle>
            <a:lvl1pPr>
              <a:lnSpc>
                <a:spcPct val="115000"/>
              </a:lnSpc>
              <a:spcBef>
                <a:spcPts val="0"/>
              </a:spcBef>
              <a:spcAft>
                <a:spcPts val="0"/>
              </a:spcAft>
              <a:buSzPts val="2400"/>
              <a:buFont typeface="DM Sans"/>
              <a:buNone/>
              <a:defRPr sz="2000" b="1">
                <a:latin typeface="Poppins"/>
                <a:ea typeface="Poppins"/>
                <a:cs typeface="Poppins"/>
              </a:defRPr>
            </a:lvl1pPr>
            <a:lvl2pPr algn="ctr">
              <a:lnSpc>
                <a:spcPct val="115000"/>
              </a:lnSpc>
              <a:spcBef>
                <a:spcPts val="0"/>
              </a:spcBef>
              <a:spcAft>
                <a:spcPts val="0"/>
              </a:spcAft>
              <a:buSzPts val="2400"/>
              <a:buFont typeface="DM Sans"/>
              <a:buNone/>
              <a:defRPr sz="2400" b="1">
                <a:latin typeface="DM Sans"/>
                <a:ea typeface="DM Sans"/>
                <a:cs typeface="DM Sans"/>
              </a:defRPr>
            </a:lvl2pPr>
            <a:lvl3pPr algn="ctr">
              <a:lnSpc>
                <a:spcPct val="115000"/>
              </a:lnSpc>
              <a:spcBef>
                <a:spcPts val="0"/>
              </a:spcBef>
              <a:spcAft>
                <a:spcPts val="0"/>
              </a:spcAft>
              <a:buSzPts val="2400"/>
              <a:buFont typeface="DM Sans"/>
              <a:buNone/>
              <a:defRPr sz="2400" b="1">
                <a:latin typeface="DM Sans"/>
                <a:ea typeface="DM Sans"/>
                <a:cs typeface="DM Sans"/>
              </a:defRPr>
            </a:lvl3pPr>
            <a:lvl4pPr algn="ctr">
              <a:lnSpc>
                <a:spcPct val="115000"/>
              </a:lnSpc>
              <a:spcBef>
                <a:spcPts val="0"/>
              </a:spcBef>
              <a:spcAft>
                <a:spcPts val="0"/>
              </a:spcAft>
              <a:buSzPts val="2400"/>
              <a:buFont typeface="DM Sans"/>
              <a:buNone/>
              <a:defRPr sz="2400" b="1">
                <a:latin typeface="DM Sans"/>
                <a:ea typeface="DM Sans"/>
                <a:cs typeface="DM Sans"/>
              </a:defRPr>
            </a:lvl4pPr>
            <a:lvl5pPr algn="ctr">
              <a:lnSpc>
                <a:spcPct val="115000"/>
              </a:lnSpc>
              <a:spcBef>
                <a:spcPts val="0"/>
              </a:spcBef>
              <a:spcAft>
                <a:spcPts val="0"/>
              </a:spcAft>
              <a:buSzPts val="2400"/>
              <a:buFont typeface="DM Sans"/>
              <a:buNone/>
              <a:defRPr sz="2400" b="1">
                <a:latin typeface="DM Sans"/>
                <a:ea typeface="DM Sans"/>
                <a:cs typeface="DM Sans"/>
              </a:defRPr>
            </a:lvl5pPr>
            <a:lvl6pPr algn="ctr">
              <a:lnSpc>
                <a:spcPct val="115000"/>
              </a:lnSpc>
              <a:spcBef>
                <a:spcPts val="0"/>
              </a:spcBef>
              <a:spcAft>
                <a:spcPts val="0"/>
              </a:spcAft>
              <a:buSzPts val="2400"/>
              <a:buFont typeface="DM Sans"/>
              <a:buNone/>
              <a:defRPr sz="2400" b="1">
                <a:latin typeface="DM Sans"/>
                <a:ea typeface="DM Sans"/>
                <a:cs typeface="DM Sans"/>
              </a:defRPr>
            </a:lvl6pPr>
            <a:lvl7pPr algn="ctr">
              <a:lnSpc>
                <a:spcPct val="115000"/>
              </a:lnSpc>
              <a:spcBef>
                <a:spcPts val="0"/>
              </a:spcBef>
              <a:spcAft>
                <a:spcPts val="0"/>
              </a:spcAft>
              <a:buSzPts val="2400"/>
              <a:buFont typeface="DM Sans"/>
              <a:buNone/>
              <a:defRPr sz="2400" b="1">
                <a:latin typeface="DM Sans"/>
                <a:ea typeface="DM Sans"/>
                <a:cs typeface="DM Sans"/>
              </a:defRPr>
            </a:lvl7pPr>
            <a:lvl8pPr algn="ctr">
              <a:lnSpc>
                <a:spcPct val="115000"/>
              </a:lnSpc>
              <a:spcBef>
                <a:spcPts val="0"/>
              </a:spcBef>
              <a:spcAft>
                <a:spcPts val="0"/>
              </a:spcAft>
              <a:buSzPts val="2400"/>
              <a:buFont typeface="DM Sans"/>
              <a:buNone/>
              <a:defRPr sz="2400" b="1">
                <a:latin typeface="DM Sans"/>
                <a:ea typeface="DM Sans"/>
                <a:cs typeface="DM Sans"/>
              </a:defRPr>
            </a:lvl8pPr>
            <a:lvl9pPr algn="ctr">
              <a:lnSpc>
                <a:spcPct val="115000"/>
              </a:lnSpc>
              <a:spcBef>
                <a:spcPts val="0"/>
              </a:spcBef>
              <a:spcAft>
                <a:spcPts val="0"/>
              </a:spcAft>
              <a:buSzPts val="2400"/>
              <a:buFont typeface="DM Sans"/>
              <a:buNone/>
              <a:defRPr sz="2400" b="1">
                <a:latin typeface="DM Sans"/>
                <a:ea typeface="DM Sans"/>
                <a:cs typeface="DM Sans"/>
              </a:defRPr>
            </a:lvl9pPr>
          </a:lstStyle>
          <a:p/>
        </p:txBody>
      </p:sp>
      <p:sp>
        <p:nvSpPr>
          <p:cNvPr id="90" name="Google Shape;90;p13"/>
          <p:cNvSpPr>
            <a:spLocks noGrp="1"/>
          </p:cNvSpPr>
          <p:nvPr>
            <p:ph type="subTitle" idx="21"/>
          </p:nvPr>
        </p:nvSpPr>
        <p:spPr>
          <a:xfrm>
            <a:off x="1777662" y="3544425"/>
            <a:ext cx="2509800" cy="385200"/>
          </a:xfrm>
          <a:prstGeom prst="rect">
            <a:avLst/>
          </a:prstGeom>
          <a:ln>
            <a:noFill/>
          </a:ln>
        </p:spPr>
        <p:txBody>
          <a:bodyPr spcFirstLastPara="1" wrap="square" lIns="91425" tIns="91425" rIns="91425" bIns="91425" anchor="b">
            <a:noAutofit/>
          </a:bodyPr>
          <a:lstStyle>
            <a:lvl1pPr>
              <a:lnSpc>
                <a:spcPct val="115000"/>
              </a:lnSpc>
              <a:spcBef>
                <a:spcPts val="0"/>
              </a:spcBef>
              <a:spcAft>
                <a:spcPts val="0"/>
              </a:spcAft>
              <a:buSzPts val="2400"/>
              <a:buFont typeface="DM Sans"/>
              <a:buNone/>
              <a:defRPr sz="2000" b="1">
                <a:latin typeface="Poppins"/>
                <a:ea typeface="Poppins"/>
                <a:cs typeface="Poppins"/>
              </a:defRPr>
            </a:lvl1pPr>
            <a:lvl2pPr algn="ctr">
              <a:lnSpc>
                <a:spcPct val="115000"/>
              </a:lnSpc>
              <a:spcBef>
                <a:spcPts val="0"/>
              </a:spcBef>
              <a:spcAft>
                <a:spcPts val="0"/>
              </a:spcAft>
              <a:buSzPts val="2400"/>
              <a:buFont typeface="DM Sans"/>
              <a:buNone/>
              <a:defRPr sz="2400" b="1">
                <a:latin typeface="DM Sans"/>
                <a:ea typeface="DM Sans"/>
                <a:cs typeface="DM Sans"/>
              </a:defRPr>
            </a:lvl2pPr>
            <a:lvl3pPr algn="ctr">
              <a:lnSpc>
                <a:spcPct val="115000"/>
              </a:lnSpc>
              <a:spcBef>
                <a:spcPts val="0"/>
              </a:spcBef>
              <a:spcAft>
                <a:spcPts val="0"/>
              </a:spcAft>
              <a:buSzPts val="2400"/>
              <a:buFont typeface="DM Sans"/>
              <a:buNone/>
              <a:defRPr sz="2400" b="1">
                <a:latin typeface="DM Sans"/>
                <a:ea typeface="DM Sans"/>
                <a:cs typeface="DM Sans"/>
              </a:defRPr>
            </a:lvl3pPr>
            <a:lvl4pPr algn="ctr">
              <a:lnSpc>
                <a:spcPct val="115000"/>
              </a:lnSpc>
              <a:spcBef>
                <a:spcPts val="0"/>
              </a:spcBef>
              <a:spcAft>
                <a:spcPts val="0"/>
              </a:spcAft>
              <a:buSzPts val="2400"/>
              <a:buFont typeface="DM Sans"/>
              <a:buNone/>
              <a:defRPr sz="2400" b="1">
                <a:latin typeface="DM Sans"/>
                <a:ea typeface="DM Sans"/>
                <a:cs typeface="DM Sans"/>
              </a:defRPr>
            </a:lvl4pPr>
            <a:lvl5pPr algn="ctr">
              <a:lnSpc>
                <a:spcPct val="115000"/>
              </a:lnSpc>
              <a:spcBef>
                <a:spcPts val="0"/>
              </a:spcBef>
              <a:spcAft>
                <a:spcPts val="0"/>
              </a:spcAft>
              <a:buSzPts val="2400"/>
              <a:buFont typeface="DM Sans"/>
              <a:buNone/>
              <a:defRPr sz="2400" b="1">
                <a:latin typeface="DM Sans"/>
                <a:ea typeface="DM Sans"/>
                <a:cs typeface="DM Sans"/>
              </a:defRPr>
            </a:lvl5pPr>
            <a:lvl6pPr algn="ctr">
              <a:lnSpc>
                <a:spcPct val="115000"/>
              </a:lnSpc>
              <a:spcBef>
                <a:spcPts val="0"/>
              </a:spcBef>
              <a:spcAft>
                <a:spcPts val="0"/>
              </a:spcAft>
              <a:buSzPts val="2400"/>
              <a:buFont typeface="DM Sans"/>
              <a:buNone/>
              <a:defRPr sz="2400" b="1">
                <a:latin typeface="DM Sans"/>
                <a:ea typeface="DM Sans"/>
                <a:cs typeface="DM Sans"/>
              </a:defRPr>
            </a:lvl6pPr>
            <a:lvl7pPr algn="ctr">
              <a:lnSpc>
                <a:spcPct val="115000"/>
              </a:lnSpc>
              <a:spcBef>
                <a:spcPts val="0"/>
              </a:spcBef>
              <a:spcAft>
                <a:spcPts val="0"/>
              </a:spcAft>
              <a:buSzPts val="2400"/>
              <a:buFont typeface="DM Sans"/>
              <a:buNone/>
              <a:defRPr sz="2400" b="1">
                <a:latin typeface="DM Sans"/>
                <a:ea typeface="DM Sans"/>
                <a:cs typeface="DM Sans"/>
              </a:defRPr>
            </a:lvl7pPr>
            <a:lvl8pPr algn="ctr">
              <a:lnSpc>
                <a:spcPct val="115000"/>
              </a:lnSpc>
              <a:spcBef>
                <a:spcPts val="0"/>
              </a:spcBef>
              <a:spcAft>
                <a:spcPts val="0"/>
              </a:spcAft>
              <a:buSzPts val="2400"/>
              <a:buFont typeface="DM Sans"/>
              <a:buNone/>
              <a:defRPr sz="2400" b="1">
                <a:latin typeface="DM Sans"/>
                <a:ea typeface="DM Sans"/>
                <a:cs typeface="DM Sans"/>
              </a:defRPr>
            </a:lvl8pPr>
            <a:lvl9pPr algn="ctr">
              <a:lnSpc>
                <a:spcPct val="115000"/>
              </a:lnSpc>
              <a:spcBef>
                <a:spcPts val="0"/>
              </a:spcBef>
              <a:spcAft>
                <a:spcPts val="0"/>
              </a:spcAft>
              <a:buSzPts val="2400"/>
              <a:buFont typeface="DM Sans"/>
              <a:buNone/>
              <a:defRPr sz="2400" b="1">
                <a:latin typeface="DM Sans"/>
                <a:ea typeface="DM Sans"/>
                <a:cs typeface="DM Sans"/>
              </a:defRPr>
            </a:lvl9pPr>
          </a:lstStyle>
          <a:p/>
        </p:txBody>
      </p:sp>
      <p:sp>
        <p:nvSpPr>
          <p:cNvPr id="92" name="Google Shape;92;p13"/>
          <p:cNvSpPr>
            <a:spLocks noGrp="1"/>
          </p:cNvSpPr>
          <p:nvPr/>
        </p:nvSpPr>
        <p:spPr>
          <a:xfrm flipH="1">
            <a:off x="8812484" y="4331375"/>
            <a:ext cx="277200" cy="277200"/>
          </a:xfrm>
          <a:prstGeom prst="ellipse">
            <a:avLst/>
          </a:prstGeom>
          <a:solidFill>
            <a:schemeClr val="accent1"/>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93" name="Google Shape;93;p13"/>
          <p:cNvSpPr>
            <a:spLocks noGrp="1"/>
          </p:cNvSpPr>
          <p:nvPr/>
        </p:nvSpPr>
        <p:spPr>
          <a:xfrm rot="10800000" flipH="1">
            <a:off x="-173878" y="-686855"/>
            <a:ext cx="677400" cy="1828500"/>
          </a:xfrm>
          <a:prstGeom prst="roundRect">
            <a:avLst>
              <a:gd name="adj" fmla="val 50000"/>
            </a:avLst>
          </a:prstGeom>
          <a:solidFill>
            <a:srgbClr val="74CEC4">
              <a:alpha val="6000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94" name="Google Shape;94;p13"/>
          <p:cNvSpPr>
            <a:spLocks noGrp="1"/>
          </p:cNvSpPr>
          <p:nvPr/>
        </p:nvSpPr>
        <p:spPr>
          <a:xfrm flipH="1">
            <a:off x="-363114" y="781582"/>
            <a:ext cx="698700" cy="698700"/>
          </a:xfrm>
          <a:prstGeom prst="chord">
            <a:avLst>
              <a:gd name="adj1" fmla="val 5399387"/>
              <a:gd name="adj2" fmla="val 16200000"/>
            </a:avLst>
          </a:prstGeom>
          <a:solidFill>
            <a:schemeClr val="dk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95" name="Google Shape;95;p13"/>
          <p:cNvSpPr>
            <a:spLocks noGrp="1"/>
          </p:cNvSpPr>
          <p:nvPr/>
        </p:nvSpPr>
        <p:spPr>
          <a:xfrm flipH="1">
            <a:off x="8812484" y="4769225"/>
            <a:ext cx="659700" cy="659700"/>
          </a:xfrm>
          <a:prstGeom prst="ellipse">
            <a:avLst/>
          </a:prstGeom>
          <a:solidFill>
            <a:srgbClr val="F2557A">
              <a:alpha val="7625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Quote">
  <p:cSld name="BLANK_1_1">
    <p:bg>
      <p:bgPr>
        <a:solidFill>
          <a:schemeClr val="dk1"/>
        </a:solidFill>
        <a:effectLst/>
      </p:bgPr>
    </p:bg>
    <p:spTree>
      <p:nvGrpSpPr>
        <p:cNvPr id="1" name=""/>
        <p:cNvGrpSpPr/>
        <p:nvPr/>
      </p:nvGrpSpPr>
      <p:grpSpPr/>
      <p:sp>
        <p:nvSpPr>
          <p:cNvPr id="97" name="Google Shape;97;p14"/>
          <p:cNvSpPr>
            <a:spLocks noGrp="1"/>
          </p:cNvSpPr>
          <p:nvPr>
            <p:ph type="title"/>
          </p:nvPr>
        </p:nvSpPr>
        <p:spPr>
          <a:xfrm>
            <a:off x="2312325" y="3532875"/>
            <a:ext cx="5853600" cy="531900"/>
          </a:xfrm>
          <a:prstGeom prst="rect">
            <a:avLst/>
          </a:prstGeom>
        </p:spPr>
        <p:txBody>
          <a:bodyPr spcFirstLastPara="1" wrap="square" lIns="91425" tIns="91425" rIns="91425" bIns="91425" anchor="t">
            <a:noAutofit/>
          </a:bodyPr>
          <a:lstStyle>
            <a:lvl1pPr algn="r">
              <a:lnSpc>
                <a:spcPct val="115000"/>
              </a:lnSpc>
              <a:spcBef>
                <a:spcPts val="0"/>
              </a:spcBef>
              <a:spcAft>
                <a:spcPts val="0"/>
              </a:spcAft>
              <a:buSzPts val="3000"/>
              <a:buNone/>
              <a:defRPr sz="2000">
                <a:solidFill>
                  <a:schemeClr val="lt1"/>
                </a:solidFill>
              </a:defRPr>
            </a:lvl1pPr>
            <a:lvl2pPr algn="ctr">
              <a:spcBef>
                <a:spcPts val="0"/>
              </a:spcBef>
              <a:spcAft>
                <a:spcPts val="0"/>
              </a:spcAft>
              <a:buSzPts val="3000"/>
              <a:buNone/>
              <a:defRPr sz="3000"/>
            </a:lvl2pPr>
            <a:lvl3pPr algn="ctr">
              <a:spcBef>
                <a:spcPts val="0"/>
              </a:spcBef>
              <a:spcAft>
                <a:spcPts val="0"/>
              </a:spcAft>
              <a:buSzPts val="3000"/>
              <a:buNone/>
              <a:defRPr sz="3000"/>
            </a:lvl3pPr>
            <a:lvl4pPr algn="ctr">
              <a:spcBef>
                <a:spcPts val="0"/>
              </a:spcBef>
              <a:spcAft>
                <a:spcPts val="0"/>
              </a:spcAft>
              <a:buSzPts val="3000"/>
              <a:buNone/>
              <a:defRPr sz="3000"/>
            </a:lvl4pPr>
            <a:lvl5pPr algn="ctr">
              <a:spcBef>
                <a:spcPts val="0"/>
              </a:spcBef>
              <a:spcAft>
                <a:spcPts val="0"/>
              </a:spcAft>
              <a:buSzPts val="3000"/>
              <a:buNone/>
              <a:defRPr sz="3000"/>
            </a:lvl5pPr>
            <a:lvl6pPr algn="ctr">
              <a:spcBef>
                <a:spcPts val="0"/>
              </a:spcBef>
              <a:spcAft>
                <a:spcPts val="0"/>
              </a:spcAft>
              <a:buSzPts val="3000"/>
              <a:buNone/>
              <a:defRPr sz="3000"/>
            </a:lvl6pPr>
            <a:lvl7pPr algn="ctr">
              <a:spcBef>
                <a:spcPts val="0"/>
              </a:spcBef>
              <a:spcAft>
                <a:spcPts val="0"/>
              </a:spcAft>
              <a:buSzPts val="3000"/>
              <a:buNone/>
              <a:defRPr sz="3000"/>
            </a:lvl7pPr>
            <a:lvl8pPr algn="ctr">
              <a:spcBef>
                <a:spcPts val="0"/>
              </a:spcBef>
              <a:spcAft>
                <a:spcPts val="0"/>
              </a:spcAft>
              <a:buSzPts val="3000"/>
              <a:buNone/>
              <a:defRPr sz="3000"/>
            </a:lvl8pPr>
            <a:lvl9pPr algn="ctr">
              <a:spcBef>
                <a:spcPts val="0"/>
              </a:spcBef>
              <a:spcAft>
                <a:spcPts val="0"/>
              </a:spcAft>
              <a:buSzPts val="3000"/>
              <a:buNone/>
              <a:defRPr sz="3000"/>
            </a:lvl9pPr>
          </a:lstStyle>
          <a:p/>
        </p:txBody>
      </p:sp>
      <p:sp>
        <p:nvSpPr>
          <p:cNvPr id="98" name="Google Shape;98;p14"/>
          <p:cNvSpPr>
            <a:spLocks noGrp="1"/>
          </p:cNvSpPr>
          <p:nvPr>
            <p:ph type="subTitle" idx="1"/>
          </p:nvPr>
        </p:nvSpPr>
        <p:spPr>
          <a:xfrm>
            <a:off x="2312275" y="1078725"/>
            <a:ext cx="5853600" cy="2343600"/>
          </a:xfrm>
          <a:prstGeom prst="rect">
            <a:avLst/>
          </a:prstGeom>
        </p:spPr>
        <p:txBody>
          <a:bodyPr spcFirstLastPara="1" wrap="square" lIns="91425" tIns="91425" rIns="91425" bIns="91425" anchor="b">
            <a:noAutofit/>
          </a:bodyPr>
          <a:lstStyle>
            <a:lvl1pPr algn="r">
              <a:spcBef>
                <a:spcPts val="0"/>
              </a:spcBef>
              <a:spcAft>
                <a:spcPts val="0"/>
              </a:spcAft>
              <a:buSzPts val="3000"/>
              <a:buNone/>
              <a:defRPr sz="3000">
                <a:solidFill>
                  <a:schemeClr val="lt1"/>
                </a:solidFill>
              </a:defRPr>
            </a:lvl1pPr>
            <a:lvl2pPr algn="ctr">
              <a:lnSpc>
                <a:spcPct val="100000"/>
              </a:lnSpc>
              <a:spcBef>
                <a:spcPts val="0"/>
              </a:spcBef>
              <a:spcAft>
                <a:spcPts val="0"/>
              </a:spcAft>
              <a:buSzPts val="3000"/>
              <a:buNone/>
              <a:defRPr sz="3000"/>
            </a:lvl2pPr>
            <a:lvl3pPr algn="ctr">
              <a:lnSpc>
                <a:spcPct val="100000"/>
              </a:lnSpc>
              <a:spcBef>
                <a:spcPts val="0"/>
              </a:spcBef>
              <a:spcAft>
                <a:spcPts val="0"/>
              </a:spcAft>
              <a:buSzPts val="3000"/>
              <a:buNone/>
              <a:defRPr sz="3000"/>
            </a:lvl3pPr>
            <a:lvl4pPr algn="ctr">
              <a:lnSpc>
                <a:spcPct val="100000"/>
              </a:lnSpc>
              <a:spcBef>
                <a:spcPts val="0"/>
              </a:spcBef>
              <a:spcAft>
                <a:spcPts val="0"/>
              </a:spcAft>
              <a:buSzPts val="3000"/>
              <a:buNone/>
              <a:defRPr sz="3000"/>
            </a:lvl4pPr>
            <a:lvl5pPr algn="ctr">
              <a:lnSpc>
                <a:spcPct val="100000"/>
              </a:lnSpc>
              <a:spcBef>
                <a:spcPts val="0"/>
              </a:spcBef>
              <a:spcAft>
                <a:spcPts val="0"/>
              </a:spcAft>
              <a:buSzPts val="3000"/>
              <a:buNone/>
              <a:defRPr sz="3000"/>
            </a:lvl5pPr>
            <a:lvl6pPr algn="ctr">
              <a:lnSpc>
                <a:spcPct val="100000"/>
              </a:lnSpc>
              <a:spcBef>
                <a:spcPts val="0"/>
              </a:spcBef>
              <a:spcAft>
                <a:spcPts val="0"/>
              </a:spcAft>
              <a:buSzPts val="3000"/>
              <a:buNone/>
              <a:defRPr sz="3000"/>
            </a:lvl6pPr>
            <a:lvl7pPr algn="ctr">
              <a:lnSpc>
                <a:spcPct val="100000"/>
              </a:lnSpc>
              <a:spcBef>
                <a:spcPts val="0"/>
              </a:spcBef>
              <a:spcAft>
                <a:spcPts val="0"/>
              </a:spcAft>
              <a:buSzPts val="3000"/>
              <a:buNone/>
              <a:defRPr sz="3000"/>
            </a:lvl7pPr>
            <a:lvl8pPr algn="ctr">
              <a:lnSpc>
                <a:spcPct val="100000"/>
              </a:lnSpc>
              <a:spcBef>
                <a:spcPts val="0"/>
              </a:spcBef>
              <a:spcAft>
                <a:spcPts val="0"/>
              </a:spcAft>
              <a:buSzPts val="3000"/>
              <a:buNone/>
              <a:defRPr sz="3000"/>
            </a:lvl8pPr>
            <a:lvl9pPr algn="ctr">
              <a:lnSpc>
                <a:spcPct val="100000"/>
              </a:lnSpc>
              <a:spcBef>
                <a:spcPts val="0"/>
              </a:spcBef>
              <a:spcAft>
                <a:spcPts val="0"/>
              </a:spcAft>
              <a:buSzPts val="3000"/>
              <a:buNone/>
              <a:defRPr sz="3000"/>
            </a:lvl9pPr>
          </a:lstStyle>
          <a:p/>
        </p:txBody>
      </p:sp>
      <p:sp>
        <p:nvSpPr>
          <p:cNvPr id="100" name="Google Shape;100;p14"/>
          <p:cNvSpPr>
            <a:spLocks noGrp="1"/>
          </p:cNvSpPr>
          <p:nvPr/>
        </p:nvSpPr>
        <p:spPr>
          <a:xfrm rot="5400000" flipH="1">
            <a:off x="1474729" y="1719229"/>
            <a:ext cx="277200" cy="277200"/>
          </a:xfrm>
          <a:prstGeom prst="ellipse">
            <a:avLst/>
          </a:prstGeom>
          <a:solidFill>
            <a:schemeClr val="accent1"/>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01" name="Google Shape;101;p14"/>
          <p:cNvSpPr>
            <a:spLocks noGrp="1"/>
          </p:cNvSpPr>
          <p:nvPr/>
        </p:nvSpPr>
        <p:spPr>
          <a:xfrm rot="5400000" flipH="1">
            <a:off x="-1240246" y="-1710129"/>
            <a:ext cx="1260000" cy="5348400"/>
          </a:xfrm>
          <a:prstGeom prst="roundRect">
            <a:avLst>
              <a:gd name="adj" fmla="val 50000"/>
            </a:avLst>
          </a:prstGeom>
          <a:solidFill>
            <a:schemeClr val="lt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02" name="Google Shape;102;p14"/>
          <p:cNvSpPr>
            <a:spLocks noGrp="1"/>
          </p:cNvSpPr>
          <p:nvPr/>
        </p:nvSpPr>
        <p:spPr>
          <a:xfrm rot="5400000" flipH="1">
            <a:off x="-1240233" y="4129"/>
            <a:ext cx="1260000" cy="3707400"/>
          </a:xfrm>
          <a:prstGeom prst="roundRect">
            <a:avLst>
              <a:gd name="adj" fmla="val 50000"/>
            </a:avLst>
          </a:prstGeom>
          <a:solidFill>
            <a:srgbClr val="F6F6F6">
              <a:alpha val="20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text">
  <p:cSld name="CUSTOM_9">
    <p:spTree>
      <p:nvGrpSpPr>
        <p:cNvPr id="1" name=""/>
        <p:cNvGrpSpPr/>
        <p:nvPr/>
      </p:nvGrpSpPr>
      <p:grpSpPr/>
      <p:sp>
        <p:nvSpPr>
          <p:cNvPr id="104" name="Google Shape;104;p15"/>
          <p:cNvSpPr>
            <a:spLocks noGrp="1"/>
          </p:cNvSpPr>
          <p:nvPr>
            <p:ph type="title"/>
          </p:nvPr>
        </p:nvSpPr>
        <p:spPr>
          <a:xfrm>
            <a:off x="720000" y="1276938"/>
            <a:ext cx="3708000" cy="1473600"/>
          </a:xfrm>
          <a:prstGeom prst="rect">
            <a:avLst/>
          </a:prstGeom>
        </p:spPr>
        <p:txBody>
          <a:bodyPr spcFirstLastPara="1" wrap="square" lIns="91425" tIns="91425" rIns="91425" bIns="91425" anchor="b">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p:txBody>
      </p:sp>
      <p:sp>
        <p:nvSpPr>
          <p:cNvPr id="105" name="Google Shape;105;p15"/>
          <p:cNvSpPr>
            <a:spLocks noGrp="1"/>
          </p:cNvSpPr>
          <p:nvPr>
            <p:ph type="subTitle" idx="1"/>
          </p:nvPr>
        </p:nvSpPr>
        <p:spPr>
          <a:xfrm>
            <a:off x="720000" y="2750263"/>
            <a:ext cx="3708000" cy="1116300"/>
          </a:xfrm>
          <a:prstGeom prst="rect">
            <a:avLst/>
          </a:prstGeom>
        </p:spPr>
        <p:txBody>
          <a:bodyPr spcFirstLastPara="1" wrap="square" lIns="91425" tIns="91425" rIns="91425" bIns="91425" anchor="t">
            <a:noAutofit/>
          </a:bodyPr>
          <a:lstStyle>
            <a:lvl1pPr>
              <a:spcBef>
                <a:spcPts val="0"/>
              </a:spcBef>
              <a:spcAft>
                <a:spcPts val="0"/>
              </a:spcAft>
              <a:buSzPts val="1400"/>
              <a:buNone/>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p:txBody>
      </p:sp>
      <p:sp>
        <p:nvSpPr>
          <p:cNvPr id="106" name="Google Shape;106;p15"/>
          <p:cNvSpPr>
            <a:spLocks noGrp="1"/>
          </p:cNvSpPr>
          <p:nvPr>
            <p:ph type="pic" idx="2"/>
          </p:nvPr>
        </p:nvSpPr>
        <p:spPr>
          <a:xfrm>
            <a:off x="5273100" y="533863"/>
            <a:ext cx="2910000" cy="4075800"/>
          </a:xfrm>
          <a:prstGeom prst="roundRect">
            <a:avLst>
              <a:gd name="adj" fmla="val 16667"/>
            </a:avLst>
          </a:prstGeom>
          <a:noFill/>
          <a:ln>
            <a:noFill/>
          </a:ln>
        </p:spPr>
      </p:sp>
      <p:sp>
        <p:nvSpPr>
          <p:cNvPr id="108" name="Google Shape;108;p15"/>
          <p:cNvSpPr>
            <a:spLocks noGrp="1"/>
          </p:cNvSpPr>
          <p:nvPr/>
        </p:nvSpPr>
        <p:spPr>
          <a:xfrm rot="10800000" flipH="1">
            <a:off x="-1050200" y="3866575"/>
            <a:ext cx="1626600" cy="6297300"/>
          </a:xfrm>
          <a:prstGeom prst="roundRect">
            <a:avLst>
              <a:gd name="adj" fmla="val 50000"/>
            </a:avLst>
          </a:prstGeom>
          <a:solidFill>
            <a:schemeClr val="lt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09" name="Google Shape;109;p15"/>
          <p:cNvSpPr>
            <a:spLocks noGrp="1"/>
          </p:cNvSpPr>
          <p:nvPr/>
        </p:nvSpPr>
        <p:spPr>
          <a:xfrm rot="10800000" flipH="1">
            <a:off x="211725" y="4650500"/>
            <a:ext cx="669900" cy="669900"/>
          </a:xfrm>
          <a:prstGeom prst="ellipse">
            <a:avLst/>
          </a:prstGeom>
          <a:solidFill>
            <a:schemeClr val="accent1"/>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
        <p:cNvGrpSpPr/>
        <p:nvPr/>
      </p:nvGrpSpPr>
      <p:grpSpPr/>
      <p:sp>
        <p:nvSpPr>
          <p:cNvPr id="111" name="Google Shape;111;p16"/>
          <p:cNvSpPr>
            <a:spLocks noGrp="1"/>
          </p:cNvSpPr>
          <p:nvPr>
            <p:ph type="title"/>
          </p:nvPr>
        </p:nvSpPr>
        <p:spPr>
          <a:xfrm>
            <a:off x="720000" y="1686150"/>
            <a:ext cx="3053100" cy="657000"/>
          </a:xfrm>
          <a:prstGeom prst="rect">
            <a:avLst/>
          </a:prstGeom>
        </p:spPr>
        <p:txBody>
          <a:bodyPr spcFirstLastPara="1" wrap="square" lIns="91425" tIns="91425" rIns="91425" bIns="91425" anchor="b">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p:txBody>
      </p:sp>
      <p:sp>
        <p:nvSpPr>
          <p:cNvPr id="112" name="Google Shape;112;p16"/>
          <p:cNvSpPr>
            <a:spLocks noGrp="1"/>
          </p:cNvSpPr>
          <p:nvPr>
            <p:ph type="subTitle" idx="1"/>
          </p:nvPr>
        </p:nvSpPr>
        <p:spPr>
          <a:xfrm>
            <a:off x="720000" y="2292150"/>
            <a:ext cx="3053100" cy="1165200"/>
          </a:xfrm>
          <a:prstGeom prst="rect">
            <a:avLst/>
          </a:prstGeom>
        </p:spPr>
        <p:txBody>
          <a:bodyPr spcFirstLastPara="1" wrap="square" lIns="91425" tIns="91425" rIns="91425" bIns="91425" anchor="t">
            <a:noAutofit/>
          </a:bodyPr>
          <a:lstStyle>
            <a:lvl1pPr>
              <a:spcBef>
                <a:spcPts val="0"/>
              </a:spcBef>
              <a:spcAft>
                <a:spcPts val="0"/>
              </a:spcAft>
              <a:buSzPts val="1400"/>
              <a:buNone/>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p:txBody>
      </p:sp>
      <p:sp>
        <p:nvSpPr>
          <p:cNvPr id="114" name="Google Shape;114;p16"/>
          <p:cNvSpPr>
            <a:spLocks noGrp="1"/>
          </p:cNvSpPr>
          <p:nvPr/>
        </p:nvSpPr>
        <p:spPr>
          <a:xfrm flipH="1">
            <a:off x="-107150" y="-5035775"/>
            <a:ext cx="1026600" cy="6297300"/>
          </a:xfrm>
          <a:prstGeom prst="roundRect">
            <a:avLst>
              <a:gd name="adj" fmla="val 50000"/>
            </a:avLst>
          </a:prstGeom>
          <a:solidFill>
            <a:srgbClr val="74CEC4">
              <a:alpha val="6000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15" name="Google Shape;115;p16"/>
          <p:cNvSpPr>
            <a:spLocks noGrp="1"/>
          </p:cNvSpPr>
          <p:nvPr/>
        </p:nvSpPr>
        <p:spPr>
          <a:xfrm flipH="1">
            <a:off x="8165500" y="3881975"/>
            <a:ext cx="1026600" cy="6297300"/>
          </a:xfrm>
          <a:prstGeom prst="roundRect">
            <a:avLst>
              <a:gd name="adj" fmla="val 50000"/>
            </a:avLst>
          </a:prstGeom>
          <a:solidFill>
            <a:srgbClr val="F2557A">
              <a:alpha val="65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16" name="Google Shape;116;p16"/>
          <p:cNvSpPr>
            <a:spLocks noGrp="1"/>
          </p:cNvSpPr>
          <p:nvPr/>
        </p:nvSpPr>
        <p:spPr>
          <a:xfrm rot="10800000" flipH="1">
            <a:off x="8430770" y="3055949"/>
            <a:ext cx="874500" cy="2573100"/>
          </a:xfrm>
          <a:prstGeom prst="roundRect">
            <a:avLst>
              <a:gd name="adj" fmla="val 50000"/>
            </a:avLst>
          </a:prstGeom>
          <a:solidFill>
            <a:srgbClr val="F6F6F6">
              <a:alpha val="20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1" name=""/>
        <p:cNvGrpSpPr/>
        <p:nvPr/>
      </p:nvGrpSpPr>
      <p:grpSpPr/>
      <p:sp>
        <p:nvSpPr>
          <p:cNvPr id="118" name="Google Shape;118;p17"/>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p:txBody>
      </p:sp>
      <p:sp>
        <p:nvSpPr>
          <p:cNvPr id="119" name="Google Shape;119;p17"/>
          <p:cNvSpPr>
            <a:spLocks noGrp="1"/>
          </p:cNvSpPr>
          <p:nvPr>
            <p:ph type="body" idx="1"/>
          </p:nvPr>
        </p:nvSpPr>
        <p:spPr>
          <a:xfrm>
            <a:off x="720000" y="1215750"/>
            <a:ext cx="7704000" cy="1056900"/>
          </a:xfrm>
          <a:prstGeom prst="rect">
            <a:avLst/>
          </a:prstGeom>
        </p:spPr>
        <p:txBody>
          <a:bodyPr spcFirstLastPara="1" wrap="square" lIns="91425" tIns="91425" rIns="91425" bIns="91425" anchor="t">
            <a:noAutofit/>
          </a:bodyPr>
          <a:lstStyle>
            <a:lvl1pPr marL="457200" indent="-330200">
              <a:spcBef>
                <a:spcPts val="0"/>
              </a:spcBef>
              <a:spcAft>
                <a:spcPts val="0"/>
              </a:spcAft>
              <a:buSzPts val="1600"/>
              <a:buFont typeface="Albert Sans Light"/>
              <a:buChar char="●"/>
              <a:defRPr/>
            </a:lvl1pPr>
            <a:lvl2pPr marL="914400" indent="-304800">
              <a:spcBef>
                <a:spcPts val="0"/>
              </a:spcBef>
              <a:spcAft>
                <a:spcPts val="0"/>
              </a:spcAft>
              <a:buSzPts val="1200"/>
              <a:buFont typeface="Nunito Light"/>
              <a:buChar char="○"/>
              <a:defRPr/>
            </a:lvl2pPr>
            <a:lvl3pPr marL="1371600" indent="-304800">
              <a:lnSpc>
                <a:spcPct val="115000"/>
              </a:lnSpc>
              <a:spcBef>
                <a:spcPts val="0"/>
              </a:spcBef>
              <a:spcAft>
                <a:spcPts val="0"/>
              </a:spcAft>
              <a:buClr>
                <a:srgbClr val="FFC800"/>
              </a:buClr>
              <a:buSzPts val="1200"/>
              <a:buFont typeface="Nunito Light"/>
              <a:buChar char="■"/>
              <a:defRPr/>
            </a:lvl3pPr>
            <a:lvl4pPr marL="1828800" indent="-304800">
              <a:lnSpc>
                <a:spcPct val="115000"/>
              </a:lnSpc>
              <a:spcBef>
                <a:spcPts val="0"/>
              </a:spcBef>
              <a:spcAft>
                <a:spcPts val="0"/>
              </a:spcAft>
              <a:buClr>
                <a:srgbClr val="FFC800"/>
              </a:buClr>
              <a:buSzPts val="1200"/>
              <a:buFont typeface="Nunito Light"/>
              <a:buChar char="●"/>
              <a:defRPr/>
            </a:lvl4pPr>
            <a:lvl5pPr marL="2286000" indent="-304800">
              <a:lnSpc>
                <a:spcPct val="115000"/>
              </a:lnSpc>
              <a:spcBef>
                <a:spcPts val="0"/>
              </a:spcBef>
              <a:spcAft>
                <a:spcPts val="0"/>
              </a:spcAft>
              <a:buClr>
                <a:srgbClr val="434343"/>
              </a:buClr>
              <a:buSzPts val="1200"/>
              <a:buFont typeface="Nunito Light"/>
              <a:buChar char="○"/>
              <a:defRPr/>
            </a:lvl5pPr>
            <a:lvl6pPr marL="2743200" indent="-304800">
              <a:lnSpc>
                <a:spcPct val="115000"/>
              </a:lnSpc>
              <a:spcBef>
                <a:spcPts val="0"/>
              </a:spcBef>
              <a:spcAft>
                <a:spcPts val="0"/>
              </a:spcAft>
              <a:buClr>
                <a:srgbClr val="434343"/>
              </a:buClr>
              <a:buSzPts val="1200"/>
              <a:buFont typeface="Nunito Light"/>
              <a:buChar char="■"/>
              <a:defRPr/>
            </a:lvl6pPr>
            <a:lvl7pPr marL="3200400" indent="-304800">
              <a:lnSpc>
                <a:spcPct val="115000"/>
              </a:lnSpc>
              <a:spcBef>
                <a:spcPts val="0"/>
              </a:spcBef>
              <a:spcAft>
                <a:spcPts val="0"/>
              </a:spcAft>
              <a:buClr>
                <a:srgbClr val="434343"/>
              </a:buClr>
              <a:buSzPts val="1200"/>
              <a:buFont typeface="Nunito Light"/>
              <a:buChar char="●"/>
              <a:defRPr/>
            </a:lvl7pPr>
            <a:lvl8pPr marL="3657600" indent="-304800">
              <a:lnSpc>
                <a:spcPct val="115000"/>
              </a:lnSpc>
              <a:spcBef>
                <a:spcPts val="0"/>
              </a:spcBef>
              <a:spcAft>
                <a:spcPts val="0"/>
              </a:spcAft>
              <a:buClr>
                <a:srgbClr val="434343"/>
              </a:buClr>
              <a:buSzPts val="1200"/>
              <a:buFont typeface="Nunito Light"/>
              <a:buChar char="○"/>
              <a:defRPr/>
            </a:lvl8pPr>
            <a:lvl9pPr marL="4114800" indent="-304800">
              <a:lnSpc>
                <a:spcPct val="115000"/>
              </a:lnSpc>
              <a:spcBef>
                <a:spcPts val="0"/>
              </a:spcBef>
              <a:spcAft>
                <a:spcPts val="0"/>
              </a:spcAft>
              <a:buClr>
                <a:srgbClr val="434343"/>
              </a:buClr>
              <a:buSzPts val="1200"/>
              <a:buFont typeface="Nunito Light"/>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and text 3">
  <p:cSld name="CUSTOM_4_1_1">
    <p:spTree>
      <p:nvGrpSpPr>
        <p:cNvPr id="1" name=""/>
        <p:cNvGrpSpPr/>
        <p:nvPr/>
      </p:nvGrpSpPr>
      <p:grpSpPr/>
      <p:sp>
        <p:nvSpPr>
          <p:cNvPr id="121" name="Google Shape;121;p18"/>
          <p:cNvSpPr>
            <a:spLocks noGrp="1"/>
          </p:cNvSpPr>
          <p:nvPr>
            <p:ph type="title"/>
          </p:nvPr>
        </p:nvSpPr>
        <p:spPr>
          <a:xfrm>
            <a:off x="1746175" y="445025"/>
            <a:ext cx="66846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p:txBody>
      </p:sp>
      <p:sp>
        <p:nvSpPr>
          <p:cNvPr id="122" name="Google Shape;122;p18"/>
          <p:cNvSpPr>
            <a:spLocks noGrp="1"/>
          </p:cNvSpPr>
          <p:nvPr>
            <p:ph type="body" idx="1"/>
          </p:nvPr>
        </p:nvSpPr>
        <p:spPr>
          <a:xfrm>
            <a:off x="1746175" y="1215750"/>
            <a:ext cx="6684600" cy="3392700"/>
          </a:xfrm>
          <a:prstGeom prst="rect">
            <a:avLst/>
          </a:prstGeom>
        </p:spPr>
        <p:txBody>
          <a:bodyPr spcFirstLastPara="1" wrap="square" lIns="91425" tIns="91425" rIns="91425" bIns="91425" anchor="t">
            <a:noAutofit/>
          </a:bodyPr>
          <a:lstStyle>
            <a:lvl1pPr marL="457200" indent="-317500">
              <a:spcBef>
                <a:spcPts val="0"/>
              </a:spcBef>
              <a:spcAft>
                <a:spcPts val="0"/>
              </a:spcAft>
              <a:buSzPts val="1400"/>
              <a:buChar char="●"/>
              <a:defRPr/>
            </a:lvl1pPr>
            <a:lvl2pPr marL="914400" indent="-317500">
              <a:spcBef>
                <a:spcPts val="0"/>
              </a:spcBef>
              <a:spcAft>
                <a:spcPts val="0"/>
              </a:spcAft>
              <a:buSzPts val="1400"/>
              <a:buChar char="○"/>
              <a:defRPr/>
            </a:lvl2pPr>
            <a:lvl3pPr marL="1371600" indent="-317500">
              <a:lnSpc>
                <a:spcPct val="115000"/>
              </a:lnSpc>
              <a:spcBef>
                <a:spcPts val="0"/>
              </a:spcBef>
              <a:spcAft>
                <a:spcPts val="0"/>
              </a:spcAft>
              <a:buSzPts val="1400"/>
              <a:buChar char="■"/>
              <a:defRPr/>
            </a:lvl3pPr>
            <a:lvl4pPr marL="1828800" indent="-317500">
              <a:lnSpc>
                <a:spcPct val="115000"/>
              </a:lnSpc>
              <a:spcBef>
                <a:spcPts val="0"/>
              </a:spcBef>
              <a:spcAft>
                <a:spcPts val="0"/>
              </a:spcAft>
              <a:buSzPts val="1400"/>
              <a:buChar char="●"/>
              <a:defRPr/>
            </a:lvl4pPr>
            <a:lvl5pPr marL="2286000" indent="-317500">
              <a:lnSpc>
                <a:spcPct val="115000"/>
              </a:lnSpc>
              <a:spcBef>
                <a:spcPts val="0"/>
              </a:spcBef>
              <a:spcAft>
                <a:spcPts val="0"/>
              </a:spcAft>
              <a:buSzPts val="1400"/>
              <a:buChar char="○"/>
              <a:defRPr/>
            </a:lvl5pPr>
            <a:lvl6pPr marL="2743200" indent="-317500">
              <a:lnSpc>
                <a:spcPct val="115000"/>
              </a:lnSpc>
              <a:spcBef>
                <a:spcPts val="0"/>
              </a:spcBef>
              <a:spcAft>
                <a:spcPts val="0"/>
              </a:spcAft>
              <a:buSzPts val="1400"/>
              <a:buChar char="■"/>
              <a:defRPr/>
            </a:lvl6pPr>
            <a:lvl7pPr marL="3200400" indent="-317500">
              <a:lnSpc>
                <a:spcPct val="115000"/>
              </a:lnSpc>
              <a:spcBef>
                <a:spcPts val="0"/>
              </a:spcBef>
              <a:spcAft>
                <a:spcPts val="0"/>
              </a:spcAft>
              <a:buSzPts val="1400"/>
              <a:buChar char="●"/>
              <a:defRPr/>
            </a:lvl7pPr>
            <a:lvl8pPr marL="3657600" indent="-317500">
              <a:lnSpc>
                <a:spcPct val="115000"/>
              </a:lnSpc>
              <a:spcBef>
                <a:spcPts val="0"/>
              </a:spcBef>
              <a:spcAft>
                <a:spcPts val="0"/>
              </a:spcAft>
              <a:buSzPts val="1400"/>
              <a:buChar char="○"/>
              <a:defRPr/>
            </a:lvl8pPr>
            <a:lvl9pPr marL="4114800" indent="-317500">
              <a:lnSpc>
                <a:spcPct val="115000"/>
              </a:lnSpc>
              <a:spcBef>
                <a:spcPts val="0"/>
              </a:spcBef>
              <a:spcAft>
                <a:spcPts val="0"/>
              </a:spcAft>
              <a:buSzPts val="1400"/>
              <a:buChar char="■"/>
              <a:defRPr/>
            </a:lvl9pPr>
          </a:lstStyle>
          <a:p/>
        </p:txBody>
      </p:sp>
      <p:sp>
        <p:nvSpPr>
          <p:cNvPr id="124" name="Google Shape;124;p18"/>
          <p:cNvSpPr>
            <a:spLocks noGrp="1"/>
          </p:cNvSpPr>
          <p:nvPr/>
        </p:nvSpPr>
        <p:spPr>
          <a:xfrm flipH="1">
            <a:off x="-15212950" y="2160950"/>
            <a:ext cx="1626600" cy="6297300"/>
          </a:xfrm>
          <a:prstGeom prst="roundRect">
            <a:avLst>
              <a:gd name="adj" fmla="val 50000"/>
            </a:avLst>
          </a:prstGeom>
          <a:solidFill>
            <a:schemeClr val="lt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25" name="Google Shape;125;p18"/>
          <p:cNvSpPr>
            <a:spLocks noGrp="1"/>
          </p:cNvSpPr>
          <p:nvPr/>
        </p:nvSpPr>
        <p:spPr>
          <a:xfrm flipH="1">
            <a:off x="-14359750" y="3715250"/>
            <a:ext cx="1071600" cy="4365000"/>
          </a:xfrm>
          <a:prstGeom prst="roundRect">
            <a:avLst>
              <a:gd name="adj" fmla="val 50000"/>
            </a:avLst>
          </a:prstGeom>
          <a:solidFill>
            <a:srgbClr val="0584A4">
              <a:alpha val="40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26" name="Google Shape;126;p18"/>
          <p:cNvSpPr>
            <a:spLocks noGrp="1"/>
          </p:cNvSpPr>
          <p:nvPr/>
        </p:nvSpPr>
        <p:spPr>
          <a:xfrm flipH="1">
            <a:off x="-14686150" y="3002750"/>
            <a:ext cx="418800" cy="418800"/>
          </a:xfrm>
          <a:prstGeom prst="ellipse">
            <a:avLst/>
          </a:prstGeom>
          <a:solidFill>
            <a:srgbClr val="F2557A">
              <a:alpha val="65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only 1">
  <p:cSld name="CUSTOM_10">
    <p:spTree>
      <p:nvGrpSpPr>
        <p:cNvPr id="1" name=""/>
        <p:cNvGrpSpPr/>
        <p:nvPr/>
      </p:nvGrpSpPr>
      <p:grpSpPr/>
      <p:sp>
        <p:nvSpPr>
          <p:cNvPr id="128" name="Google Shape;128;p19"/>
          <p:cNvSpPr>
            <a:spLocks noGrp="1"/>
          </p:cNvSpPr>
          <p:nvPr>
            <p:ph type="title"/>
          </p:nvPr>
        </p:nvSpPr>
        <p:spPr>
          <a:xfrm>
            <a:off x="1721750" y="445025"/>
            <a:ext cx="5700300" cy="10980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p:txBody>
      </p:sp>
      <p:sp>
        <p:nvSpPr>
          <p:cNvPr id="130" name="Google Shape;130;p19"/>
          <p:cNvSpPr>
            <a:spLocks noGrp="1"/>
          </p:cNvSpPr>
          <p:nvPr/>
        </p:nvSpPr>
        <p:spPr>
          <a:xfrm rot="10800000" flipH="1">
            <a:off x="8519272" y="3954900"/>
            <a:ext cx="791400" cy="4128600"/>
          </a:xfrm>
          <a:prstGeom prst="roundRect">
            <a:avLst>
              <a:gd name="adj" fmla="val 50000"/>
            </a:avLst>
          </a:prstGeom>
          <a:solidFill>
            <a:schemeClr val="lt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31" name="Google Shape;131;p19"/>
          <p:cNvSpPr>
            <a:spLocks noGrp="1"/>
          </p:cNvSpPr>
          <p:nvPr/>
        </p:nvSpPr>
        <p:spPr>
          <a:xfrm rot="10800000" flipH="1">
            <a:off x="7958000" y="4588140"/>
            <a:ext cx="791400" cy="2862000"/>
          </a:xfrm>
          <a:prstGeom prst="roundRect">
            <a:avLst>
              <a:gd name="adj" fmla="val 50000"/>
            </a:avLst>
          </a:prstGeom>
          <a:solidFill>
            <a:srgbClr val="0584A4">
              <a:alpha val="40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33" name="Google Shape;133;p19"/>
          <p:cNvSpPr>
            <a:spLocks noGrp="1"/>
          </p:cNvSpPr>
          <p:nvPr/>
        </p:nvSpPr>
        <p:spPr>
          <a:xfrm rot="5400000" flipH="1">
            <a:off x="590392" y="-472171"/>
            <a:ext cx="277200" cy="277200"/>
          </a:xfrm>
          <a:prstGeom prst="ellipse">
            <a:avLst/>
          </a:prstGeom>
          <a:solidFill>
            <a:schemeClr val="dk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34" name="Google Shape;134;p19"/>
          <p:cNvSpPr>
            <a:spLocks noGrp="1"/>
          </p:cNvSpPr>
          <p:nvPr/>
        </p:nvSpPr>
        <p:spPr>
          <a:xfrm rot="5400000">
            <a:off x="31450" y="-770530"/>
            <a:ext cx="677400" cy="1828500"/>
          </a:xfrm>
          <a:prstGeom prst="roundRect">
            <a:avLst>
              <a:gd name="adj" fmla="val 50000"/>
            </a:avLst>
          </a:prstGeom>
          <a:solidFill>
            <a:srgbClr val="F2557A">
              <a:alpha val="65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only 2">
  <p:cSld name="CUSTOM_10_1">
    <p:spTree>
      <p:nvGrpSpPr>
        <p:cNvPr id="1" name=""/>
        <p:cNvGrpSpPr/>
        <p:nvPr/>
      </p:nvGrpSpPr>
      <p:grpSpPr/>
      <p:sp>
        <p:nvSpPr>
          <p:cNvPr id="136" name="Google Shape;136;p20"/>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vl2pPr>
            <a:lvl3pPr algn="ctr">
              <a:spcBef>
                <a:spcPts val="0"/>
              </a:spcBef>
              <a:spcAft>
                <a:spcPts val="0"/>
              </a:spcAft>
              <a:buSzPts val="3000"/>
              <a:buNone/>
              <a:defRPr/>
            </a:lvl3pPr>
            <a:lvl4pPr algn="ctr">
              <a:spcBef>
                <a:spcPts val="0"/>
              </a:spcBef>
              <a:spcAft>
                <a:spcPts val="0"/>
              </a:spcAft>
              <a:buSzPts val="3000"/>
              <a:buNone/>
              <a:defRPr/>
            </a:lvl4pPr>
            <a:lvl5pPr algn="ctr">
              <a:spcBef>
                <a:spcPts val="0"/>
              </a:spcBef>
              <a:spcAft>
                <a:spcPts val="0"/>
              </a:spcAft>
              <a:buSzPts val="3000"/>
              <a:buNone/>
              <a:defRPr/>
            </a:lvl5pPr>
            <a:lvl6pPr algn="ctr">
              <a:spcBef>
                <a:spcPts val="0"/>
              </a:spcBef>
              <a:spcAft>
                <a:spcPts val="0"/>
              </a:spcAft>
              <a:buSzPts val="3000"/>
              <a:buNone/>
              <a:defRPr/>
            </a:lvl6pPr>
            <a:lvl7pPr algn="ctr">
              <a:spcBef>
                <a:spcPts val="0"/>
              </a:spcBef>
              <a:spcAft>
                <a:spcPts val="0"/>
              </a:spcAft>
              <a:buSzPts val="3000"/>
              <a:buNone/>
              <a:defRPr/>
            </a:lvl7pPr>
            <a:lvl8pPr algn="ctr">
              <a:spcBef>
                <a:spcPts val="0"/>
              </a:spcBef>
              <a:spcAft>
                <a:spcPts val="0"/>
              </a:spcAft>
              <a:buSzPts val="3000"/>
              <a:buNone/>
              <a:defRPr/>
            </a:lvl8pPr>
            <a:lvl9pPr algn="ctr">
              <a:spcBef>
                <a:spcPts val="0"/>
              </a:spcBef>
              <a:spcAft>
                <a:spcPts val="0"/>
              </a:spcAft>
              <a:buSzPts val="3000"/>
              <a:buNone/>
              <a:defRPr/>
            </a:lvl9pPr>
          </a:lstStyle>
          <a:p/>
        </p:txBody>
      </p:sp>
      <p:sp>
        <p:nvSpPr>
          <p:cNvPr id="138" name="Google Shape;138;p20"/>
          <p:cNvSpPr>
            <a:spLocks noGrp="1"/>
          </p:cNvSpPr>
          <p:nvPr/>
        </p:nvSpPr>
        <p:spPr>
          <a:xfrm>
            <a:off x="-9112541" y="-678400"/>
            <a:ext cx="1648800" cy="1648800"/>
          </a:xfrm>
          <a:prstGeom prst="ellipse">
            <a:avLst/>
          </a:prstGeom>
          <a:solidFill>
            <a:schemeClr val="accent1"/>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39" name="Google Shape;139;p20"/>
          <p:cNvSpPr>
            <a:spLocks noGrp="1"/>
          </p:cNvSpPr>
          <p:nvPr/>
        </p:nvSpPr>
        <p:spPr>
          <a:xfrm rot="5400000">
            <a:off x="-773066" y="4612200"/>
            <a:ext cx="536100" cy="526500"/>
          </a:xfrm>
          <a:prstGeom prst="round1Rect">
            <a:avLst>
              <a:gd name="adj" fmla="val 50000"/>
            </a:avLst>
          </a:prstGeom>
          <a:solidFill>
            <a:schemeClr val="accent1"/>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40" name="Google Shape;140;p20"/>
          <p:cNvSpPr>
            <a:spLocks noGrp="1"/>
          </p:cNvSpPr>
          <p:nvPr/>
        </p:nvSpPr>
        <p:spPr>
          <a:xfrm>
            <a:off x="-971366" y="4469010"/>
            <a:ext cx="526500" cy="526500"/>
          </a:xfrm>
          <a:prstGeom prst="ellipse">
            <a:avLst/>
          </a:prstGeom>
          <a:solidFill>
            <a:srgbClr val="0584A4">
              <a:alpha val="40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41" name="Google Shape;141;p20"/>
          <p:cNvSpPr>
            <a:spLocks noGrp="1"/>
          </p:cNvSpPr>
          <p:nvPr/>
        </p:nvSpPr>
        <p:spPr>
          <a:xfrm flipH="1">
            <a:off x="-8619716" y="-3825506"/>
            <a:ext cx="1483500" cy="4365000"/>
          </a:xfrm>
          <a:prstGeom prst="roundRect">
            <a:avLst>
              <a:gd name="adj" fmla="val 50000"/>
            </a:avLst>
          </a:prstGeom>
          <a:solidFill>
            <a:srgbClr val="F6F6F6">
              <a:alpha val="6000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only 3">
  <p:cSld name="CUSTOM_10_1_1">
    <p:spTree>
      <p:nvGrpSpPr>
        <p:cNvPr id="1" name=""/>
        <p:cNvGrpSpPr/>
        <p:nvPr/>
      </p:nvGrpSpPr>
      <p:grpSpPr/>
      <p:sp>
        <p:nvSpPr>
          <p:cNvPr id="143" name="Google Shape;143;p21"/>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vl2pPr>
            <a:lvl3pPr algn="ctr">
              <a:spcBef>
                <a:spcPts val="0"/>
              </a:spcBef>
              <a:spcAft>
                <a:spcPts val="0"/>
              </a:spcAft>
              <a:buSzPts val="3000"/>
              <a:buNone/>
              <a:defRPr/>
            </a:lvl3pPr>
            <a:lvl4pPr algn="ctr">
              <a:spcBef>
                <a:spcPts val="0"/>
              </a:spcBef>
              <a:spcAft>
                <a:spcPts val="0"/>
              </a:spcAft>
              <a:buSzPts val="3000"/>
              <a:buNone/>
              <a:defRPr/>
            </a:lvl4pPr>
            <a:lvl5pPr algn="ctr">
              <a:spcBef>
                <a:spcPts val="0"/>
              </a:spcBef>
              <a:spcAft>
                <a:spcPts val="0"/>
              </a:spcAft>
              <a:buSzPts val="3000"/>
              <a:buNone/>
              <a:defRPr/>
            </a:lvl5pPr>
            <a:lvl6pPr algn="ctr">
              <a:spcBef>
                <a:spcPts val="0"/>
              </a:spcBef>
              <a:spcAft>
                <a:spcPts val="0"/>
              </a:spcAft>
              <a:buSzPts val="3000"/>
              <a:buNone/>
              <a:defRPr/>
            </a:lvl6pPr>
            <a:lvl7pPr algn="ctr">
              <a:spcBef>
                <a:spcPts val="0"/>
              </a:spcBef>
              <a:spcAft>
                <a:spcPts val="0"/>
              </a:spcAft>
              <a:buSzPts val="3000"/>
              <a:buNone/>
              <a:defRPr/>
            </a:lvl7pPr>
            <a:lvl8pPr algn="ctr">
              <a:spcBef>
                <a:spcPts val="0"/>
              </a:spcBef>
              <a:spcAft>
                <a:spcPts val="0"/>
              </a:spcAft>
              <a:buSzPts val="3000"/>
              <a:buNone/>
              <a:defRPr/>
            </a:lvl8pPr>
            <a:lvl9pPr algn="ctr">
              <a:spcBef>
                <a:spcPts val="0"/>
              </a:spcBef>
              <a:spcAft>
                <a:spcPts val="0"/>
              </a:spcAft>
              <a:buSzPts val="3000"/>
              <a:buNone/>
              <a:defRPr/>
            </a:lvl9pPr>
          </a:lstStyle>
          <a:p/>
        </p:txBody>
      </p:sp>
      <p:sp>
        <p:nvSpPr>
          <p:cNvPr id="145" name="Google Shape;145;p21"/>
          <p:cNvSpPr>
            <a:spLocks noGrp="1"/>
          </p:cNvSpPr>
          <p:nvPr/>
        </p:nvSpPr>
        <p:spPr>
          <a:xfrm rot="10800000" flipH="1">
            <a:off x="8519272" y="3954900"/>
            <a:ext cx="791400" cy="4128600"/>
          </a:xfrm>
          <a:prstGeom prst="roundRect">
            <a:avLst>
              <a:gd name="adj" fmla="val 50000"/>
            </a:avLst>
          </a:prstGeom>
          <a:solidFill>
            <a:schemeClr val="lt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46" name="Google Shape;146;p21"/>
          <p:cNvSpPr>
            <a:spLocks noGrp="1"/>
          </p:cNvSpPr>
          <p:nvPr/>
        </p:nvSpPr>
        <p:spPr>
          <a:xfrm rot="10800000" flipH="1">
            <a:off x="7958000" y="4588140"/>
            <a:ext cx="791400" cy="2862000"/>
          </a:xfrm>
          <a:prstGeom prst="roundRect">
            <a:avLst>
              <a:gd name="adj" fmla="val 50000"/>
            </a:avLst>
          </a:prstGeom>
          <a:solidFill>
            <a:srgbClr val="0584A4">
              <a:alpha val="40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48" name="Google Shape;148;p21"/>
          <p:cNvSpPr>
            <a:spLocks noGrp="1"/>
          </p:cNvSpPr>
          <p:nvPr/>
        </p:nvSpPr>
        <p:spPr>
          <a:xfrm rot="5400000" flipH="1">
            <a:off x="590392" y="-472171"/>
            <a:ext cx="277200" cy="277200"/>
          </a:xfrm>
          <a:prstGeom prst="ellipse">
            <a:avLst/>
          </a:prstGeom>
          <a:solidFill>
            <a:schemeClr val="dk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49" name="Google Shape;149;p21"/>
          <p:cNvSpPr>
            <a:spLocks noGrp="1"/>
          </p:cNvSpPr>
          <p:nvPr/>
        </p:nvSpPr>
        <p:spPr>
          <a:xfrm rot="5400000">
            <a:off x="31450" y="-770530"/>
            <a:ext cx="677400" cy="1828500"/>
          </a:xfrm>
          <a:prstGeom prst="roundRect">
            <a:avLst>
              <a:gd name="adj" fmla="val 50000"/>
            </a:avLst>
          </a:prstGeom>
          <a:solidFill>
            <a:srgbClr val="F2557A">
              <a:alpha val="65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
        <p:cNvGrpSpPr/>
        <p:nvPr/>
      </p:nvGrpSpPr>
      <p:grpSpPr/>
      <p:sp>
        <p:nvSpPr>
          <p:cNvPr id="151" name="Google Shape;151;p22"/>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p:txBody>
      </p:sp>
      <p:sp>
        <p:nvSpPr>
          <p:cNvPr id="152" name="Google Shape;152;p22"/>
          <p:cNvSpPr>
            <a:spLocks noGrp="1"/>
          </p:cNvSpPr>
          <p:nvPr>
            <p:ph type="subTitle" idx="1"/>
          </p:nvPr>
        </p:nvSpPr>
        <p:spPr>
          <a:xfrm>
            <a:off x="3099859" y="1710975"/>
            <a:ext cx="3619800" cy="572700"/>
          </a:xfrm>
          <a:prstGeom prst="rect">
            <a:avLst/>
          </a:prstGeom>
          <a:ln>
            <a:noFill/>
          </a:ln>
        </p:spPr>
        <p:txBody>
          <a:bodyPr spcFirstLastPara="1" wrap="square" lIns="91425" tIns="91425" rIns="91425" bIns="91425" anchor="t">
            <a:noAutofit/>
          </a:bodyPr>
          <a:lstStyle>
            <a:lvl1pPr>
              <a:lnSpc>
                <a:spcPct val="115000"/>
              </a:lnSpc>
              <a:spcBef>
                <a:spcPts val="0"/>
              </a:spcBef>
              <a:spcAft>
                <a:spcPts val="0"/>
              </a:spcAft>
              <a:buSzPts val="1400"/>
              <a:buNone/>
              <a:defRPr sz="1400"/>
            </a:lvl1pPr>
            <a:lvl2pPr algn="ctr">
              <a:lnSpc>
                <a:spcPct val="115000"/>
              </a:lnSpc>
              <a:spcBef>
                <a:spcPts val="0"/>
              </a:spcBef>
              <a:spcAft>
                <a:spcPts val="0"/>
              </a:spcAft>
              <a:buSzPts val="1400"/>
              <a:buNone/>
              <a:defRPr/>
            </a:lvl2pPr>
            <a:lvl3pPr algn="ctr">
              <a:lnSpc>
                <a:spcPct val="115000"/>
              </a:lnSpc>
              <a:spcBef>
                <a:spcPts val="0"/>
              </a:spcBef>
              <a:spcAft>
                <a:spcPts val="0"/>
              </a:spcAft>
              <a:buSzPts val="1400"/>
              <a:buNone/>
              <a:defRPr/>
            </a:lvl3pPr>
            <a:lvl4pPr algn="ctr">
              <a:lnSpc>
                <a:spcPct val="115000"/>
              </a:lnSpc>
              <a:spcBef>
                <a:spcPts val="0"/>
              </a:spcBef>
              <a:spcAft>
                <a:spcPts val="0"/>
              </a:spcAft>
              <a:buSzPts val="1400"/>
              <a:buNone/>
              <a:defRPr/>
            </a:lvl4pPr>
            <a:lvl5pPr algn="ctr">
              <a:lnSpc>
                <a:spcPct val="115000"/>
              </a:lnSpc>
              <a:spcBef>
                <a:spcPts val="0"/>
              </a:spcBef>
              <a:spcAft>
                <a:spcPts val="0"/>
              </a:spcAft>
              <a:buSzPts val="1400"/>
              <a:buNone/>
              <a:defRPr/>
            </a:lvl5pPr>
            <a:lvl6pPr algn="ctr">
              <a:lnSpc>
                <a:spcPct val="115000"/>
              </a:lnSpc>
              <a:spcBef>
                <a:spcPts val="0"/>
              </a:spcBef>
              <a:spcAft>
                <a:spcPts val="0"/>
              </a:spcAft>
              <a:buSzPts val="1400"/>
              <a:buNone/>
              <a:defRPr/>
            </a:lvl6pPr>
            <a:lvl7pPr algn="ctr">
              <a:lnSpc>
                <a:spcPct val="115000"/>
              </a:lnSpc>
              <a:spcBef>
                <a:spcPts val="0"/>
              </a:spcBef>
              <a:spcAft>
                <a:spcPts val="0"/>
              </a:spcAft>
              <a:buSzPts val="1400"/>
              <a:buNone/>
              <a:defRPr/>
            </a:lvl7pPr>
            <a:lvl8pPr algn="ctr">
              <a:lnSpc>
                <a:spcPct val="115000"/>
              </a:lnSpc>
              <a:spcBef>
                <a:spcPts val="0"/>
              </a:spcBef>
              <a:spcAft>
                <a:spcPts val="0"/>
              </a:spcAft>
              <a:buSzPts val="1400"/>
              <a:buNone/>
              <a:defRPr/>
            </a:lvl8pPr>
            <a:lvl9pPr algn="ctr">
              <a:lnSpc>
                <a:spcPct val="115000"/>
              </a:lnSpc>
              <a:spcBef>
                <a:spcPts val="0"/>
              </a:spcBef>
              <a:spcAft>
                <a:spcPts val="0"/>
              </a:spcAft>
              <a:buSzPts val="1400"/>
              <a:buNone/>
              <a:defRPr/>
            </a:lvl9pPr>
          </a:lstStyle>
          <a:p/>
        </p:txBody>
      </p:sp>
      <p:sp>
        <p:nvSpPr>
          <p:cNvPr id="153" name="Google Shape;153;p22"/>
          <p:cNvSpPr>
            <a:spLocks noGrp="1"/>
          </p:cNvSpPr>
          <p:nvPr>
            <p:ph type="subTitle" idx="2"/>
          </p:nvPr>
        </p:nvSpPr>
        <p:spPr>
          <a:xfrm>
            <a:off x="3099859" y="3946825"/>
            <a:ext cx="3619800" cy="572700"/>
          </a:xfrm>
          <a:prstGeom prst="rect">
            <a:avLst/>
          </a:prstGeom>
          <a:ln>
            <a:noFill/>
          </a:ln>
        </p:spPr>
        <p:txBody>
          <a:bodyPr spcFirstLastPara="1" wrap="square" lIns="91425" tIns="91425" rIns="91425" bIns="91425" anchor="t">
            <a:noAutofit/>
          </a:bodyPr>
          <a:lstStyle>
            <a:lvl1pPr>
              <a:lnSpc>
                <a:spcPct val="115000"/>
              </a:lnSpc>
              <a:spcBef>
                <a:spcPts val="0"/>
              </a:spcBef>
              <a:spcAft>
                <a:spcPts val="0"/>
              </a:spcAft>
              <a:buSzPts val="1400"/>
              <a:buNone/>
              <a:defRPr sz="1400"/>
            </a:lvl1pPr>
            <a:lvl2pPr algn="ctr">
              <a:lnSpc>
                <a:spcPct val="115000"/>
              </a:lnSpc>
              <a:spcBef>
                <a:spcPts val="0"/>
              </a:spcBef>
              <a:spcAft>
                <a:spcPts val="0"/>
              </a:spcAft>
              <a:buSzPts val="1400"/>
              <a:buNone/>
              <a:defRPr/>
            </a:lvl2pPr>
            <a:lvl3pPr algn="ctr">
              <a:lnSpc>
                <a:spcPct val="115000"/>
              </a:lnSpc>
              <a:spcBef>
                <a:spcPts val="0"/>
              </a:spcBef>
              <a:spcAft>
                <a:spcPts val="0"/>
              </a:spcAft>
              <a:buSzPts val="1400"/>
              <a:buNone/>
              <a:defRPr/>
            </a:lvl3pPr>
            <a:lvl4pPr algn="ctr">
              <a:lnSpc>
                <a:spcPct val="115000"/>
              </a:lnSpc>
              <a:spcBef>
                <a:spcPts val="0"/>
              </a:spcBef>
              <a:spcAft>
                <a:spcPts val="0"/>
              </a:spcAft>
              <a:buSzPts val="1400"/>
              <a:buNone/>
              <a:defRPr/>
            </a:lvl4pPr>
            <a:lvl5pPr algn="ctr">
              <a:lnSpc>
                <a:spcPct val="115000"/>
              </a:lnSpc>
              <a:spcBef>
                <a:spcPts val="0"/>
              </a:spcBef>
              <a:spcAft>
                <a:spcPts val="0"/>
              </a:spcAft>
              <a:buSzPts val="1400"/>
              <a:buNone/>
              <a:defRPr/>
            </a:lvl5pPr>
            <a:lvl6pPr algn="ctr">
              <a:lnSpc>
                <a:spcPct val="115000"/>
              </a:lnSpc>
              <a:spcBef>
                <a:spcPts val="0"/>
              </a:spcBef>
              <a:spcAft>
                <a:spcPts val="0"/>
              </a:spcAft>
              <a:buSzPts val="1400"/>
              <a:buNone/>
              <a:defRPr/>
            </a:lvl6pPr>
            <a:lvl7pPr algn="ctr">
              <a:lnSpc>
                <a:spcPct val="115000"/>
              </a:lnSpc>
              <a:spcBef>
                <a:spcPts val="0"/>
              </a:spcBef>
              <a:spcAft>
                <a:spcPts val="0"/>
              </a:spcAft>
              <a:buSzPts val="1400"/>
              <a:buNone/>
              <a:defRPr/>
            </a:lvl7pPr>
            <a:lvl8pPr algn="ctr">
              <a:lnSpc>
                <a:spcPct val="115000"/>
              </a:lnSpc>
              <a:spcBef>
                <a:spcPts val="0"/>
              </a:spcBef>
              <a:spcAft>
                <a:spcPts val="0"/>
              </a:spcAft>
              <a:buSzPts val="1400"/>
              <a:buNone/>
              <a:defRPr/>
            </a:lvl8pPr>
            <a:lvl9pPr algn="ctr">
              <a:lnSpc>
                <a:spcPct val="115000"/>
              </a:lnSpc>
              <a:spcBef>
                <a:spcPts val="0"/>
              </a:spcBef>
              <a:spcAft>
                <a:spcPts val="0"/>
              </a:spcAft>
              <a:buSzPts val="1400"/>
              <a:buNone/>
              <a:defRPr/>
            </a:lvl9pPr>
          </a:lstStyle>
          <a:p/>
        </p:txBody>
      </p:sp>
      <p:sp>
        <p:nvSpPr>
          <p:cNvPr id="154" name="Google Shape;154;p22"/>
          <p:cNvSpPr>
            <a:spLocks noGrp="1"/>
          </p:cNvSpPr>
          <p:nvPr>
            <p:ph type="subTitle" idx="3"/>
          </p:nvPr>
        </p:nvSpPr>
        <p:spPr>
          <a:xfrm>
            <a:off x="3099859" y="2828900"/>
            <a:ext cx="3619800" cy="572700"/>
          </a:xfrm>
          <a:prstGeom prst="rect">
            <a:avLst/>
          </a:prstGeom>
          <a:ln>
            <a:noFill/>
          </a:ln>
        </p:spPr>
        <p:txBody>
          <a:bodyPr spcFirstLastPara="1" wrap="square" lIns="91425" tIns="91425" rIns="91425" bIns="91425" anchor="t">
            <a:noAutofit/>
          </a:bodyPr>
          <a:lstStyle>
            <a:lvl1pPr>
              <a:lnSpc>
                <a:spcPct val="115000"/>
              </a:lnSpc>
              <a:spcBef>
                <a:spcPts val="0"/>
              </a:spcBef>
              <a:spcAft>
                <a:spcPts val="0"/>
              </a:spcAft>
              <a:buSzPts val="1400"/>
              <a:buNone/>
              <a:defRPr sz="1400"/>
            </a:lvl1pPr>
            <a:lvl2pPr algn="ctr">
              <a:lnSpc>
                <a:spcPct val="115000"/>
              </a:lnSpc>
              <a:spcBef>
                <a:spcPts val="0"/>
              </a:spcBef>
              <a:spcAft>
                <a:spcPts val="0"/>
              </a:spcAft>
              <a:buSzPts val="1400"/>
              <a:buNone/>
              <a:defRPr/>
            </a:lvl2pPr>
            <a:lvl3pPr algn="ctr">
              <a:lnSpc>
                <a:spcPct val="115000"/>
              </a:lnSpc>
              <a:spcBef>
                <a:spcPts val="0"/>
              </a:spcBef>
              <a:spcAft>
                <a:spcPts val="0"/>
              </a:spcAft>
              <a:buSzPts val="1400"/>
              <a:buNone/>
              <a:defRPr/>
            </a:lvl3pPr>
            <a:lvl4pPr algn="ctr">
              <a:lnSpc>
                <a:spcPct val="115000"/>
              </a:lnSpc>
              <a:spcBef>
                <a:spcPts val="0"/>
              </a:spcBef>
              <a:spcAft>
                <a:spcPts val="0"/>
              </a:spcAft>
              <a:buSzPts val="1400"/>
              <a:buNone/>
              <a:defRPr/>
            </a:lvl4pPr>
            <a:lvl5pPr algn="ctr">
              <a:lnSpc>
                <a:spcPct val="115000"/>
              </a:lnSpc>
              <a:spcBef>
                <a:spcPts val="0"/>
              </a:spcBef>
              <a:spcAft>
                <a:spcPts val="0"/>
              </a:spcAft>
              <a:buSzPts val="1400"/>
              <a:buNone/>
              <a:defRPr/>
            </a:lvl5pPr>
            <a:lvl6pPr algn="ctr">
              <a:lnSpc>
                <a:spcPct val="115000"/>
              </a:lnSpc>
              <a:spcBef>
                <a:spcPts val="0"/>
              </a:spcBef>
              <a:spcAft>
                <a:spcPts val="0"/>
              </a:spcAft>
              <a:buSzPts val="1400"/>
              <a:buNone/>
              <a:defRPr/>
            </a:lvl6pPr>
            <a:lvl7pPr algn="ctr">
              <a:lnSpc>
                <a:spcPct val="115000"/>
              </a:lnSpc>
              <a:spcBef>
                <a:spcPts val="0"/>
              </a:spcBef>
              <a:spcAft>
                <a:spcPts val="0"/>
              </a:spcAft>
              <a:buSzPts val="1400"/>
              <a:buNone/>
              <a:defRPr/>
            </a:lvl7pPr>
            <a:lvl8pPr algn="ctr">
              <a:lnSpc>
                <a:spcPct val="115000"/>
              </a:lnSpc>
              <a:spcBef>
                <a:spcPts val="0"/>
              </a:spcBef>
              <a:spcAft>
                <a:spcPts val="0"/>
              </a:spcAft>
              <a:buSzPts val="1400"/>
              <a:buNone/>
              <a:defRPr/>
            </a:lvl8pPr>
            <a:lvl9pPr algn="ctr">
              <a:lnSpc>
                <a:spcPct val="115000"/>
              </a:lnSpc>
              <a:spcBef>
                <a:spcPts val="0"/>
              </a:spcBef>
              <a:spcAft>
                <a:spcPts val="0"/>
              </a:spcAft>
              <a:buSzPts val="1400"/>
              <a:buNone/>
              <a:defRPr/>
            </a:lvl9pPr>
          </a:lstStyle>
          <a:p/>
        </p:txBody>
      </p:sp>
      <p:sp>
        <p:nvSpPr>
          <p:cNvPr id="155" name="Google Shape;155;p22"/>
          <p:cNvSpPr>
            <a:spLocks noGrp="1"/>
          </p:cNvSpPr>
          <p:nvPr>
            <p:ph type="subTitle" idx="4"/>
          </p:nvPr>
        </p:nvSpPr>
        <p:spPr>
          <a:xfrm>
            <a:off x="3099859" y="1324575"/>
            <a:ext cx="3619800" cy="523500"/>
          </a:xfrm>
          <a:prstGeom prst="rect">
            <a:avLst/>
          </a:prstGeom>
          <a:ln>
            <a:noFill/>
          </a:ln>
        </p:spPr>
        <p:txBody>
          <a:bodyPr spcFirstLastPara="1" wrap="square" lIns="91425" tIns="91425" rIns="91425" bIns="91425" anchor="b">
            <a:noAutofit/>
          </a:bodyPr>
          <a:lstStyle>
            <a:lvl1pPr>
              <a:lnSpc>
                <a:spcPct val="115000"/>
              </a:lnSpc>
              <a:spcBef>
                <a:spcPts val="0"/>
              </a:spcBef>
              <a:spcAft>
                <a:spcPts val="0"/>
              </a:spcAft>
              <a:buSzPts val="2600"/>
              <a:buFont typeface="DM Sans"/>
              <a:buNone/>
              <a:defRPr sz="2000" b="1">
                <a:latin typeface="Poppins"/>
                <a:ea typeface="Poppins"/>
                <a:cs typeface="Poppins"/>
              </a:defRPr>
            </a:lvl1pPr>
            <a:lvl2pPr algn="ctr">
              <a:lnSpc>
                <a:spcPct val="115000"/>
              </a:lnSpc>
              <a:spcBef>
                <a:spcPts val="0"/>
              </a:spcBef>
              <a:spcAft>
                <a:spcPts val="0"/>
              </a:spcAft>
              <a:buSzPts val="2600"/>
              <a:buFont typeface="DM Sans"/>
              <a:buNone/>
              <a:defRPr sz="2600" b="1">
                <a:latin typeface="DM Sans"/>
                <a:ea typeface="DM Sans"/>
                <a:cs typeface="DM Sans"/>
              </a:defRPr>
            </a:lvl2pPr>
            <a:lvl3pPr algn="ctr">
              <a:lnSpc>
                <a:spcPct val="115000"/>
              </a:lnSpc>
              <a:spcBef>
                <a:spcPts val="0"/>
              </a:spcBef>
              <a:spcAft>
                <a:spcPts val="0"/>
              </a:spcAft>
              <a:buSzPts val="2600"/>
              <a:buFont typeface="DM Sans"/>
              <a:buNone/>
              <a:defRPr sz="2600" b="1">
                <a:latin typeface="DM Sans"/>
                <a:ea typeface="DM Sans"/>
                <a:cs typeface="DM Sans"/>
              </a:defRPr>
            </a:lvl3pPr>
            <a:lvl4pPr algn="ctr">
              <a:lnSpc>
                <a:spcPct val="115000"/>
              </a:lnSpc>
              <a:spcBef>
                <a:spcPts val="0"/>
              </a:spcBef>
              <a:spcAft>
                <a:spcPts val="0"/>
              </a:spcAft>
              <a:buSzPts val="2600"/>
              <a:buFont typeface="DM Sans"/>
              <a:buNone/>
              <a:defRPr sz="2600" b="1">
                <a:latin typeface="DM Sans"/>
                <a:ea typeface="DM Sans"/>
                <a:cs typeface="DM Sans"/>
              </a:defRPr>
            </a:lvl4pPr>
            <a:lvl5pPr algn="ctr">
              <a:lnSpc>
                <a:spcPct val="115000"/>
              </a:lnSpc>
              <a:spcBef>
                <a:spcPts val="0"/>
              </a:spcBef>
              <a:spcAft>
                <a:spcPts val="0"/>
              </a:spcAft>
              <a:buSzPts val="2600"/>
              <a:buFont typeface="DM Sans"/>
              <a:buNone/>
              <a:defRPr sz="2600" b="1">
                <a:latin typeface="DM Sans"/>
                <a:ea typeface="DM Sans"/>
                <a:cs typeface="DM Sans"/>
              </a:defRPr>
            </a:lvl5pPr>
            <a:lvl6pPr algn="ctr">
              <a:lnSpc>
                <a:spcPct val="115000"/>
              </a:lnSpc>
              <a:spcBef>
                <a:spcPts val="0"/>
              </a:spcBef>
              <a:spcAft>
                <a:spcPts val="0"/>
              </a:spcAft>
              <a:buSzPts val="2600"/>
              <a:buFont typeface="DM Sans"/>
              <a:buNone/>
              <a:defRPr sz="2600" b="1">
                <a:latin typeface="DM Sans"/>
                <a:ea typeface="DM Sans"/>
                <a:cs typeface="DM Sans"/>
              </a:defRPr>
            </a:lvl6pPr>
            <a:lvl7pPr algn="ctr">
              <a:lnSpc>
                <a:spcPct val="115000"/>
              </a:lnSpc>
              <a:spcBef>
                <a:spcPts val="0"/>
              </a:spcBef>
              <a:spcAft>
                <a:spcPts val="0"/>
              </a:spcAft>
              <a:buSzPts val="2600"/>
              <a:buFont typeface="DM Sans"/>
              <a:buNone/>
              <a:defRPr sz="2600" b="1">
                <a:latin typeface="DM Sans"/>
                <a:ea typeface="DM Sans"/>
                <a:cs typeface="DM Sans"/>
              </a:defRPr>
            </a:lvl7pPr>
            <a:lvl8pPr algn="ctr">
              <a:lnSpc>
                <a:spcPct val="115000"/>
              </a:lnSpc>
              <a:spcBef>
                <a:spcPts val="0"/>
              </a:spcBef>
              <a:spcAft>
                <a:spcPts val="0"/>
              </a:spcAft>
              <a:buSzPts val="2600"/>
              <a:buFont typeface="DM Sans"/>
              <a:buNone/>
              <a:defRPr sz="2600" b="1">
                <a:latin typeface="DM Sans"/>
                <a:ea typeface="DM Sans"/>
                <a:cs typeface="DM Sans"/>
              </a:defRPr>
            </a:lvl8pPr>
            <a:lvl9pPr algn="ctr">
              <a:lnSpc>
                <a:spcPct val="115000"/>
              </a:lnSpc>
              <a:spcBef>
                <a:spcPts val="0"/>
              </a:spcBef>
              <a:spcAft>
                <a:spcPts val="0"/>
              </a:spcAft>
              <a:buSzPts val="2600"/>
              <a:buFont typeface="DM Sans"/>
              <a:buNone/>
              <a:defRPr sz="2600" b="1">
                <a:latin typeface="DM Sans"/>
                <a:ea typeface="DM Sans"/>
                <a:cs typeface="DM Sans"/>
              </a:defRPr>
            </a:lvl9pPr>
          </a:lstStyle>
          <a:p/>
        </p:txBody>
      </p:sp>
      <p:sp>
        <p:nvSpPr>
          <p:cNvPr id="156" name="Google Shape;156;p22"/>
          <p:cNvSpPr>
            <a:spLocks noGrp="1"/>
          </p:cNvSpPr>
          <p:nvPr>
            <p:ph type="subTitle" idx="5"/>
          </p:nvPr>
        </p:nvSpPr>
        <p:spPr>
          <a:xfrm>
            <a:off x="3099859" y="3560425"/>
            <a:ext cx="3619800" cy="523500"/>
          </a:xfrm>
          <a:prstGeom prst="rect">
            <a:avLst/>
          </a:prstGeom>
          <a:ln>
            <a:noFill/>
          </a:ln>
        </p:spPr>
        <p:txBody>
          <a:bodyPr spcFirstLastPara="1" wrap="square" lIns="91425" tIns="91425" rIns="91425" bIns="91425" anchor="b">
            <a:noAutofit/>
          </a:bodyPr>
          <a:lstStyle>
            <a:lvl1pPr>
              <a:lnSpc>
                <a:spcPct val="115000"/>
              </a:lnSpc>
              <a:spcBef>
                <a:spcPts val="0"/>
              </a:spcBef>
              <a:spcAft>
                <a:spcPts val="0"/>
              </a:spcAft>
              <a:buSzPts val="2600"/>
              <a:buFont typeface="DM Sans"/>
              <a:buNone/>
              <a:defRPr sz="2000" b="1">
                <a:latin typeface="Poppins"/>
                <a:ea typeface="Poppins"/>
                <a:cs typeface="Poppins"/>
              </a:defRPr>
            </a:lvl1pPr>
            <a:lvl2pPr algn="ctr">
              <a:lnSpc>
                <a:spcPct val="115000"/>
              </a:lnSpc>
              <a:spcBef>
                <a:spcPts val="0"/>
              </a:spcBef>
              <a:spcAft>
                <a:spcPts val="0"/>
              </a:spcAft>
              <a:buSzPts val="2600"/>
              <a:buFont typeface="DM Sans"/>
              <a:buNone/>
              <a:defRPr sz="2600" b="1">
                <a:latin typeface="DM Sans"/>
                <a:ea typeface="DM Sans"/>
                <a:cs typeface="DM Sans"/>
              </a:defRPr>
            </a:lvl2pPr>
            <a:lvl3pPr algn="ctr">
              <a:lnSpc>
                <a:spcPct val="115000"/>
              </a:lnSpc>
              <a:spcBef>
                <a:spcPts val="0"/>
              </a:spcBef>
              <a:spcAft>
                <a:spcPts val="0"/>
              </a:spcAft>
              <a:buSzPts val="2600"/>
              <a:buFont typeface="DM Sans"/>
              <a:buNone/>
              <a:defRPr sz="2600" b="1">
                <a:latin typeface="DM Sans"/>
                <a:ea typeface="DM Sans"/>
                <a:cs typeface="DM Sans"/>
              </a:defRPr>
            </a:lvl3pPr>
            <a:lvl4pPr algn="ctr">
              <a:lnSpc>
                <a:spcPct val="115000"/>
              </a:lnSpc>
              <a:spcBef>
                <a:spcPts val="0"/>
              </a:spcBef>
              <a:spcAft>
                <a:spcPts val="0"/>
              </a:spcAft>
              <a:buSzPts val="2600"/>
              <a:buFont typeface="DM Sans"/>
              <a:buNone/>
              <a:defRPr sz="2600" b="1">
                <a:latin typeface="DM Sans"/>
                <a:ea typeface="DM Sans"/>
                <a:cs typeface="DM Sans"/>
              </a:defRPr>
            </a:lvl4pPr>
            <a:lvl5pPr algn="ctr">
              <a:lnSpc>
                <a:spcPct val="115000"/>
              </a:lnSpc>
              <a:spcBef>
                <a:spcPts val="0"/>
              </a:spcBef>
              <a:spcAft>
                <a:spcPts val="0"/>
              </a:spcAft>
              <a:buSzPts val="2600"/>
              <a:buFont typeface="DM Sans"/>
              <a:buNone/>
              <a:defRPr sz="2600" b="1">
                <a:latin typeface="DM Sans"/>
                <a:ea typeface="DM Sans"/>
                <a:cs typeface="DM Sans"/>
              </a:defRPr>
            </a:lvl5pPr>
            <a:lvl6pPr algn="ctr">
              <a:lnSpc>
                <a:spcPct val="115000"/>
              </a:lnSpc>
              <a:spcBef>
                <a:spcPts val="0"/>
              </a:spcBef>
              <a:spcAft>
                <a:spcPts val="0"/>
              </a:spcAft>
              <a:buSzPts val="2600"/>
              <a:buFont typeface="DM Sans"/>
              <a:buNone/>
              <a:defRPr sz="2600" b="1">
                <a:latin typeface="DM Sans"/>
                <a:ea typeface="DM Sans"/>
                <a:cs typeface="DM Sans"/>
              </a:defRPr>
            </a:lvl6pPr>
            <a:lvl7pPr algn="ctr">
              <a:lnSpc>
                <a:spcPct val="115000"/>
              </a:lnSpc>
              <a:spcBef>
                <a:spcPts val="0"/>
              </a:spcBef>
              <a:spcAft>
                <a:spcPts val="0"/>
              </a:spcAft>
              <a:buSzPts val="2600"/>
              <a:buFont typeface="DM Sans"/>
              <a:buNone/>
              <a:defRPr sz="2600" b="1">
                <a:latin typeface="DM Sans"/>
                <a:ea typeface="DM Sans"/>
                <a:cs typeface="DM Sans"/>
              </a:defRPr>
            </a:lvl7pPr>
            <a:lvl8pPr algn="ctr">
              <a:lnSpc>
                <a:spcPct val="115000"/>
              </a:lnSpc>
              <a:spcBef>
                <a:spcPts val="0"/>
              </a:spcBef>
              <a:spcAft>
                <a:spcPts val="0"/>
              </a:spcAft>
              <a:buSzPts val="2600"/>
              <a:buFont typeface="DM Sans"/>
              <a:buNone/>
              <a:defRPr sz="2600" b="1">
                <a:latin typeface="DM Sans"/>
                <a:ea typeface="DM Sans"/>
                <a:cs typeface="DM Sans"/>
              </a:defRPr>
            </a:lvl8pPr>
            <a:lvl9pPr algn="ctr">
              <a:lnSpc>
                <a:spcPct val="115000"/>
              </a:lnSpc>
              <a:spcBef>
                <a:spcPts val="0"/>
              </a:spcBef>
              <a:spcAft>
                <a:spcPts val="0"/>
              </a:spcAft>
              <a:buSzPts val="2600"/>
              <a:buFont typeface="DM Sans"/>
              <a:buNone/>
              <a:defRPr sz="2600" b="1">
                <a:latin typeface="DM Sans"/>
                <a:ea typeface="DM Sans"/>
                <a:cs typeface="DM Sans"/>
              </a:defRPr>
            </a:lvl9pPr>
          </a:lstStyle>
          <a:p/>
        </p:txBody>
      </p:sp>
      <p:sp>
        <p:nvSpPr>
          <p:cNvPr id="157" name="Google Shape;157;p22"/>
          <p:cNvSpPr>
            <a:spLocks noGrp="1"/>
          </p:cNvSpPr>
          <p:nvPr>
            <p:ph type="subTitle" idx="6"/>
          </p:nvPr>
        </p:nvSpPr>
        <p:spPr>
          <a:xfrm>
            <a:off x="3099859" y="2442500"/>
            <a:ext cx="3619800" cy="523500"/>
          </a:xfrm>
          <a:prstGeom prst="rect">
            <a:avLst/>
          </a:prstGeom>
          <a:ln>
            <a:noFill/>
          </a:ln>
        </p:spPr>
        <p:txBody>
          <a:bodyPr spcFirstLastPara="1" wrap="square" lIns="91425" tIns="91425" rIns="91425" bIns="91425" anchor="b">
            <a:noAutofit/>
          </a:bodyPr>
          <a:lstStyle>
            <a:lvl1pPr>
              <a:lnSpc>
                <a:spcPct val="115000"/>
              </a:lnSpc>
              <a:spcBef>
                <a:spcPts val="0"/>
              </a:spcBef>
              <a:spcAft>
                <a:spcPts val="0"/>
              </a:spcAft>
              <a:buSzPts val="2600"/>
              <a:buFont typeface="DM Sans"/>
              <a:buNone/>
              <a:defRPr sz="2000" b="1">
                <a:latin typeface="Poppins"/>
                <a:ea typeface="Poppins"/>
                <a:cs typeface="Poppins"/>
              </a:defRPr>
            </a:lvl1pPr>
            <a:lvl2pPr algn="ctr">
              <a:lnSpc>
                <a:spcPct val="115000"/>
              </a:lnSpc>
              <a:spcBef>
                <a:spcPts val="0"/>
              </a:spcBef>
              <a:spcAft>
                <a:spcPts val="0"/>
              </a:spcAft>
              <a:buSzPts val="2600"/>
              <a:buFont typeface="DM Sans"/>
              <a:buNone/>
              <a:defRPr sz="2600" b="1">
                <a:latin typeface="DM Sans"/>
                <a:ea typeface="DM Sans"/>
                <a:cs typeface="DM Sans"/>
              </a:defRPr>
            </a:lvl2pPr>
            <a:lvl3pPr algn="ctr">
              <a:lnSpc>
                <a:spcPct val="115000"/>
              </a:lnSpc>
              <a:spcBef>
                <a:spcPts val="0"/>
              </a:spcBef>
              <a:spcAft>
                <a:spcPts val="0"/>
              </a:spcAft>
              <a:buSzPts val="2600"/>
              <a:buFont typeface="DM Sans"/>
              <a:buNone/>
              <a:defRPr sz="2600" b="1">
                <a:latin typeface="DM Sans"/>
                <a:ea typeface="DM Sans"/>
                <a:cs typeface="DM Sans"/>
              </a:defRPr>
            </a:lvl3pPr>
            <a:lvl4pPr algn="ctr">
              <a:lnSpc>
                <a:spcPct val="115000"/>
              </a:lnSpc>
              <a:spcBef>
                <a:spcPts val="0"/>
              </a:spcBef>
              <a:spcAft>
                <a:spcPts val="0"/>
              </a:spcAft>
              <a:buSzPts val="2600"/>
              <a:buFont typeface="DM Sans"/>
              <a:buNone/>
              <a:defRPr sz="2600" b="1">
                <a:latin typeface="DM Sans"/>
                <a:ea typeface="DM Sans"/>
                <a:cs typeface="DM Sans"/>
              </a:defRPr>
            </a:lvl4pPr>
            <a:lvl5pPr algn="ctr">
              <a:lnSpc>
                <a:spcPct val="115000"/>
              </a:lnSpc>
              <a:spcBef>
                <a:spcPts val="0"/>
              </a:spcBef>
              <a:spcAft>
                <a:spcPts val="0"/>
              </a:spcAft>
              <a:buSzPts val="2600"/>
              <a:buFont typeface="DM Sans"/>
              <a:buNone/>
              <a:defRPr sz="2600" b="1">
                <a:latin typeface="DM Sans"/>
                <a:ea typeface="DM Sans"/>
                <a:cs typeface="DM Sans"/>
              </a:defRPr>
            </a:lvl5pPr>
            <a:lvl6pPr algn="ctr">
              <a:lnSpc>
                <a:spcPct val="115000"/>
              </a:lnSpc>
              <a:spcBef>
                <a:spcPts val="0"/>
              </a:spcBef>
              <a:spcAft>
                <a:spcPts val="0"/>
              </a:spcAft>
              <a:buSzPts val="2600"/>
              <a:buFont typeface="DM Sans"/>
              <a:buNone/>
              <a:defRPr sz="2600" b="1">
                <a:latin typeface="DM Sans"/>
                <a:ea typeface="DM Sans"/>
                <a:cs typeface="DM Sans"/>
              </a:defRPr>
            </a:lvl6pPr>
            <a:lvl7pPr algn="ctr">
              <a:lnSpc>
                <a:spcPct val="115000"/>
              </a:lnSpc>
              <a:spcBef>
                <a:spcPts val="0"/>
              </a:spcBef>
              <a:spcAft>
                <a:spcPts val="0"/>
              </a:spcAft>
              <a:buSzPts val="2600"/>
              <a:buFont typeface="DM Sans"/>
              <a:buNone/>
              <a:defRPr sz="2600" b="1">
                <a:latin typeface="DM Sans"/>
                <a:ea typeface="DM Sans"/>
                <a:cs typeface="DM Sans"/>
              </a:defRPr>
            </a:lvl7pPr>
            <a:lvl8pPr algn="ctr">
              <a:lnSpc>
                <a:spcPct val="115000"/>
              </a:lnSpc>
              <a:spcBef>
                <a:spcPts val="0"/>
              </a:spcBef>
              <a:spcAft>
                <a:spcPts val="0"/>
              </a:spcAft>
              <a:buSzPts val="2600"/>
              <a:buFont typeface="DM Sans"/>
              <a:buNone/>
              <a:defRPr sz="2600" b="1">
                <a:latin typeface="DM Sans"/>
                <a:ea typeface="DM Sans"/>
                <a:cs typeface="DM Sans"/>
              </a:defRPr>
            </a:lvl8pPr>
            <a:lvl9pPr algn="ctr">
              <a:lnSpc>
                <a:spcPct val="115000"/>
              </a:lnSpc>
              <a:spcBef>
                <a:spcPts val="0"/>
              </a:spcBef>
              <a:spcAft>
                <a:spcPts val="0"/>
              </a:spcAft>
              <a:buSzPts val="2600"/>
              <a:buFont typeface="DM Sans"/>
              <a:buNone/>
              <a:defRPr sz="2600" b="1">
                <a:latin typeface="DM Sans"/>
                <a:ea typeface="DM Sans"/>
                <a:cs typeface="DM Sans"/>
              </a:defRPr>
            </a:lvl9pPr>
          </a:lstStyle>
          <a:p/>
        </p:txBody>
      </p:sp>
      <p:sp>
        <p:nvSpPr>
          <p:cNvPr id="159" name="Google Shape;159;p22"/>
          <p:cNvSpPr>
            <a:spLocks noGrp="1"/>
          </p:cNvSpPr>
          <p:nvPr/>
        </p:nvSpPr>
        <p:spPr>
          <a:xfrm rot="10800000" flipH="1">
            <a:off x="8492050" y="136650"/>
            <a:ext cx="526500" cy="526500"/>
          </a:xfrm>
          <a:prstGeom prst="ellipse">
            <a:avLst/>
          </a:prstGeom>
          <a:solidFill>
            <a:schemeClr val="accent1"/>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61" name="Google Shape;161;p22"/>
          <p:cNvSpPr>
            <a:spLocks noGrp="1"/>
          </p:cNvSpPr>
          <p:nvPr/>
        </p:nvSpPr>
        <p:spPr>
          <a:xfrm rot="10800000" flipH="1">
            <a:off x="-393450" y="2571752"/>
            <a:ext cx="793500" cy="793500"/>
          </a:xfrm>
          <a:prstGeom prst="ellipse">
            <a:avLst/>
          </a:prstGeom>
          <a:solidFill>
            <a:srgbClr val="74CEC4">
              <a:alpha val="6000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62" name="Google Shape;162;p22"/>
          <p:cNvSpPr>
            <a:spLocks noGrp="1"/>
          </p:cNvSpPr>
          <p:nvPr/>
        </p:nvSpPr>
        <p:spPr>
          <a:xfrm rot="10800000">
            <a:off x="49500" y="3560428"/>
            <a:ext cx="1019400" cy="4365000"/>
          </a:xfrm>
          <a:prstGeom prst="roundRect">
            <a:avLst>
              <a:gd name="adj" fmla="val 50000"/>
            </a:avLst>
          </a:prstGeom>
          <a:solidFill>
            <a:schemeClr val="dk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and three columns 1">
  <p:cSld name="CUSTOM_6_1">
    <p:spTree>
      <p:nvGrpSpPr>
        <p:cNvPr id="1" name=""/>
        <p:cNvGrpSpPr/>
        <p:nvPr/>
      </p:nvGrpSpPr>
      <p:grpSpPr/>
      <p:sp>
        <p:nvSpPr>
          <p:cNvPr id="164" name="Google Shape;164;p23"/>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p:txBody>
      </p:sp>
      <p:sp>
        <p:nvSpPr>
          <p:cNvPr id="165" name="Google Shape;165;p23"/>
          <p:cNvSpPr>
            <a:spLocks noGrp="1"/>
          </p:cNvSpPr>
          <p:nvPr>
            <p:ph type="subTitle" idx="1"/>
          </p:nvPr>
        </p:nvSpPr>
        <p:spPr>
          <a:xfrm>
            <a:off x="716625" y="2255698"/>
            <a:ext cx="2439000" cy="1870200"/>
          </a:xfrm>
          <a:prstGeom prst="rect">
            <a:avLst/>
          </a:prstGeom>
          <a:ln>
            <a:noFill/>
          </a:ln>
        </p:spPr>
        <p:txBody>
          <a:bodyPr spcFirstLastPara="1" wrap="square" lIns="91425" tIns="91425" rIns="91425" bIns="91425" anchor="t">
            <a:noAutofit/>
          </a:bodyPr>
          <a:lstStyle>
            <a:lvl1pPr algn="ctr">
              <a:lnSpc>
                <a:spcPct val="115000"/>
              </a:lnSpc>
              <a:spcBef>
                <a:spcPts val="0"/>
              </a:spcBef>
              <a:spcAft>
                <a:spcPts val="0"/>
              </a:spcAft>
              <a:buSzPts val="1400"/>
              <a:buNone/>
              <a:defRPr sz="1400"/>
            </a:lvl1pPr>
            <a:lvl2pPr>
              <a:lnSpc>
                <a:spcPct val="115000"/>
              </a:lnSpc>
              <a:spcBef>
                <a:spcPts val="0"/>
              </a:spcBef>
              <a:spcAft>
                <a:spcPts val="0"/>
              </a:spcAft>
              <a:buSzPts val="1400"/>
              <a:buNone/>
              <a:defRPr/>
            </a:lvl2pPr>
            <a:lvl3pPr>
              <a:lnSpc>
                <a:spcPct val="115000"/>
              </a:lnSpc>
              <a:spcBef>
                <a:spcPts val="0"/>
              </a:spcBef>
              <a:spcAft>
                <a:spcPts val="0"/>
              </a:spcAft>
              <a:buSzPts val="1400"/>
              <a:buNone/>
              <a:defRPr/>
            </a:lvl3pPr>
            <a:lvl4pPr>
              <a:lnSpc>
                <a:spcPct val="115000"/>
              </a:lnSpc>
              <a:spcBef>
                <a:spcPts val="0"/>
              </a:spcBef>
              <a:spcAft>
                <a:spcPts val="0"/>
              </a:spcAft>
              <a:buSzPts val="1400"/>
              <a:buNone/>
              <a:defRPr/>
            </a:lvl4pPr>
            <a:lvl5pPr>
              <a:lnSpc>
                <a:spcPct val="115000"/>
              </a:lnSpc>
              <a:spcBef>
                <a:spcPts val="0"/>
              </a:spcBef>
              <a:spcAft>
                <a:spcPts val="0"/>
              </a:spcAft>
              <a:buSzPts val="1400"/>
              <a:buNone/>
              <a:defRPr/>
            </a:lvl5pPr>
            <a:lvl6pPr>
              <a:lnSpc>
                <a:spcPct val="115000"/>
              </a:lnSpc>
              <a:spcBef>
                <a:spcPts val="0"/>
              </a:spcBef>
              <a:spcAft>
                <a:spcPts val="0"/>
              </a:spcAft>
              <a:buSzPts val="1400"/>
              <a:buNone/>
              <a:defRPr/>
            </a:lvl6pPr>
            <a:lvl7pPr>
              <a:lnSpc>
                <a:spcPct val="115000"/>
              </a:lnSpc>
              <a:spcBef>
                <a:spcPts val="0"/>
              </a:spcBef>
              <a:spcAft>
                <a:spcPts val="0"/>
              </a:spcAft>
              <a:buSzPts val="1400"/>
              <a:buNone/>
              <a:defRPr/>
            </a:lvl7pPr>
            <a:lvl8pPr>
              <a:lnSpc>
                <a:spcPct val="115000"/>
              </a:lnSpc>
              <a:spcBef>
                <a:spcPts val="0"/>
              </a:spcBef>
              <a:spcAft>
                <a:spcPts val="0"/>
              </a:spcAft>
              <a:buSzPts val="1400"/>
              <a:buNone/>
              <a:defRPr/>
            </a:lvl8pPr>
            <a:lvl9pPr>
              <a:lnSpc>
                <a:spcPct val="115000"/>
              </a:lnSpc>
              <a:spcBef>
                <a:spcPts val="0"/>
              </a:spcBef>
              <a:spcAft>
                <a:spcPts val="0"/>
              </a:spcAft>
              <a:buSzPts val="1400"/>
              <a:buNone/>
              <a:defRPr/>
            </a:lvl9pPr>
          </a:lstStyle>
          <a:p/>
        </p:txBody>
      </p:sp>
      <p:sp>
        <p:nvSpPr>
          <p:cNvPr id="166" name="Google Shape;166;p23"/>
          <p:cNvSpPr>
            <a:spLocks noGrp="1"/>
          </p:cNvSpPr>
          <p:nvPr>
            <p:ph type="subTitle" idx="2"/>
          </p:nvPr>
        </p:nvSpPr>
        <p:spPr>
          <a:xfrm>
            <a:off x="3352500" y="2255698"/>
            <a:ext cx="2439000" cy="1870200"/>
          </a:xfrm>
          <a:prstGeom prst="rect">
            <a:avLst/>
          </a:prstGeom>
          <a:ln>
            <a:noFill/>
          </a:ln>
        </p:spPr>
        <p:txBody>
          <a:bodyPr spcFirstLastPara="1" wrap="square" lIns="91425" tIns="91425" rIns="91425" bIns="91425" anchor="t">
            <a:noAutofit/>
          </a:bodyPr>
          <a:lstStyle>
            <a:lvl1pPr algn="ctr">
              <a:lnSpc>
                <a:spcPct val="115000"/>
              </a:lnSpc>
              <a:spcBef>
                <a:spcPts val="0"/>
              </a:spcBef>
              <a:spcAft>
                <a:spcPts val="0"/>
              </a:spcAft>
              <a:buSzPts val="1400"/>
              <a:buNone/>
              <a:defRPr sz="1400"/>
            </a:lvl1pPr>
            <a:lvl2pPr>
              <a:lnSpc>
                <a:spcPct val="115000"/>
              </a:lnSpc>
              <a:spcBef>
                <a:spcPts val="0"/>
              </a:spcBef>
              <a:spcAft>
                <a:spcPts val="0"/>
              </a:spcAft>
              <a:buSzPts val="1400"/>
              <a:buNone/>
              <a:defRPr/>
            </a:lvl2pPr>
            <a:lvl3pPr>
              <a:lnSpc>
                <a:spcPct val="115000"/>
              </a:lnSpc>
              <a:spcBef>
                <a:spcPts val="0"/>
              </a:spcBef>
              <a:spcAft>
                <a:spcPts val="0"/>
              </a:spcAft>
              <a:buSzPts val="1400"/>
              <a:buNone/>
              <a:defRPr/>
            </a:lvl3pPr>
            <a:lvl4pPr>
              <a:lnSpc>
                <a:spcPct val="115000"/>
              </a:lnSpc>
              <a:spcBef>
                <a:spcPts val="0"/>
              </a:spcBef>
              <a:spcAft>
                <a:spcPts val="0"/>
              </a:spcAft>
              <a:buSzPts val="1400"/>
              <a:buNone/>
              <a:defRPr/>
            </a:lvl4pPr>
            <a:lvl5pPr>
              <a:lnSpc>
                <a:spcPct val="115000"/>
              </a:lnSpc>
              <a:spcBef>
                <a:spcPts val="0"/>
              </a:spcBef>
              <a:spcAft>
                <a:spcPts val="0"/>
              </a:spcAft>
              <a:buSzPts val="1400"/>
              <a:buNone/>
              <a:defRPr/>
            </a:lvl5pPr>
            <a:lvl6pPr>
              <a:lnSpc>
                <a:spcPct val="115000"/>
              </a:lnSpc>
              <a:spcBef>
                <a:spcPts val="0"/>
              </a:spcBef>
              <a:spcAft>
                <a:spcPts val="0"/>
              </a:spcAft>
              <a:buSzPts val="1400"/>
              <a:buNone/>
              <a:defRPr/>
            </a:lvl6pPr>
            <a:lvl7pPr>
              <a:lnSpc>
                <a:spcPct val="115000"/>
              </a:lnSpc>
              <a:spcBef>
                <a:spcPts val="0"/>
              </a:spcBef>
              <a:spcAft>
                <a:spcPts val="0"/>
              </a:spcAft>
              <a:buSzPts val="1400"/>
              <a:buNone/>
              <a:defRPr/>
            </a:lvl7pPr>
            <a:lvl8pPr>
              <a:lnSpc>
                <a:spcPct val="115000"/>
              </a:lnSpc>
              <a:spcBef>
                <a:spcPts val="0"/>
              </a:spcBef>
              <a:spcAft>
                <a:spcPts val="0"/>
              </a:spcAft>
              <a:buSzPts val="1400"/>
              <a:buNone/>
              <a:defRPr/>
            </a:lvl8pPr>
            <a:lvl9pPr>
              <a:lnSpc>
                <a:spcPct val="115000"/>
              </a:lnSpc>
              <a:spcBef>
                <a:spcPts val="0"/>
              </a:spcBef>
              <a:spcAft>
                <a:spcPts val="0"/>
              </a:spcAft>
              <a:buSzPts val="1400"/>
              <a:buNone/>
              <a:defRPr/>
            </a:lvl9pPr>
          </a:lstStyle>
          <a:p/>
        </p:txBody>
      </p:sp>
      <p:sp>
        <p:nvSpPr>
          <p:cNvPr id="167" name="Google Shape;167;p23"/>
          <p:cNvSpPr>
            <a:spLocks noGrp="1"/>
          </p:cNvSpPr>
          <p:nvPr>
            <p:ph type="subTitle" idx="3"/>
          </p:nvPr>
        </p:nvSpPr>
        <p:spPr>
          <a:xfrm>
            <a:off x="5988375" y="2255698"/>
            <a:ext cx="2439000" cy="1870200"/>
          </a:xfrm>
          <a:prstGeom prst="rect">
            <a:avLst/>
          </a:prstGeom>
          <a:ln>
            <a:noFill/>
          </a:ln>
        </p:spPr>
        <p:txBody>
          <a:bodyPr spcFirstLastPara="1" wrap="square" lIns="91425" tIns="91425" rIns="91425" bIns="91425" anchor="t">
            <a:noAutofit/>
          </a:bodyPr>
          <a:lstStyle>
            <a:lvl1pPr algn="ctr">
              <a:lnSpc>
                <a:spcPct val="115000"/>
              </a:lnSpc>
              <a:spcBef>
                <a:spcPts val="0"/>
              </a:spcBef>
              <a:spcAft>
                <a:spcPts val="0"/>
              </a:spcAft>
              <a:buSzPts val="1400"/>
              <a:buNone/>
              <a:defRPr sz="1400"/>
            </a:lvl1pPr>
            <a:lvl2pPr>
              <a:lnSpc>
                <a:spcPct val="115000"/>
              </a:lnSpc>
              <a:spcBef>
                <a:spcPts val="0"/>
              </a:spcBef>
              <a:spcAft>
                <a:spcPts val="0"/>
              </a:spcAft>
              <a:buSzPts val="1400"/>
              <a:buNone/>
              <a:defRPr/>
            </a:lvl2pPr>
            <a:lvl3pPr>
              <a:lnSpc>
                <a:spcPct val="115000"/>
              </a:lnSpc>
              <a:spcBef>
                <a:spcPts val="0"/>
              </a:spcBef>
              <a:spcAft>
                <a:spcPts val="0"/>
              </a:spcAft>
              <a:buSzPts val="1400"/>
              <a:buNone/>
              <a:defRPr/>
            </a:lvl3pPr>
            <a:lvl4pPr>
              <a:lnSpc>
                <a:spcPct val="115000"/>
              </a:lnSpc>
              <a:spcBef>
                <a:spcPts val="0"/>
              </a:spcBef>
              <a:spcAft>
                <a:spcPts val="0"/>
              </a:spcAft>
              <a:buSzPts val="1400"/>
              <a:buNone/>
              <a:defRPr/>
            </a:lvl4pPr>
            <a:lvl5pPr>
              <a:lnSpc>
                <a:spcPct val="115000"/>
              </a:lnSpc>
              <a:spcBef>
                <a:spcPts val="0"/>
              </a:spcBef>
              <a:spcAft>
                <a:spcPts val="0"/>
              </a:spcAft>
              <a:buSzPts val="1400"/>
              <a:buNone/>
              <a:defRPr/>
            </a:lvl5pPr>
            <a:lvl6pPr>
              <a:lnSpc>
                <a:spcPct val="115000"/>
              </a:lnSpc>
              <a:spcBef>
                <a:spcPts val="0"/>
              </a:spcBef>
              <a:spcAft>
                <a:spcPts val="0"/>
              </a:spcAft>
              <a:buSzPts val="1400"/>
              <a:buNone/>
              <a:defRPr/>
            </a:lvl6pPr>
            <a:lvl7pPr>
              <a:lnSpc>
                <a:spcPct val="115000"/>
              </a:lnSpc>
              <a:spcBef>
                <a:spcPts val="0"/>
              </a:spcBef>
              <a:spcAft>
                <a:spcPts val="0"/>
              </a:spcAft>
              <a:buSzPts val="1400"/>
              <a:buNone/>
              <a:defRPr/>
            </a:lvl7pPr>
            <a:lvl8pPr>
              <a:lnSpc>
                <a:spcPct val="115000"/>
              </a:lnSpc>
              <a:spcBef>
                <a:spcPts val="0"/>
              </a:spcBef>
              <a:spcAft>
                <a:spcPts val="0"/>
              </a:spcAft>
              <a:buSzPts val="1400"/>
              <a:buNone/>
              <a:defRPr/>
            </a:lvl8pPr>
            <a:lvl9pPr>
              <a:lnSpc>
                <a:spcPct val="115000"/>
              </a:lnSpc>
              <a:spcBef>
                <a:spcPts val="0"/>
              </a:spcBef>
              <a:spcAft>
                <a:spcPts val="0"/>
              </a:spcAft>
              <a:buSzPts val="1400"/>
              <a:buNone/>
              <a:defRPr/>
            </a:lvl9pPr>
          </a:lstStyle>
          <a:p/>
        </p:txBody>
      </p:sp>
      <p:sp>
        <p:nvSpPr>
          <p:cNvPr id="168" name="Google Shape;168;p23"/>
          <p:cNvSpPr>
            <a:spLocks noGrp="1"/>
          </p:cNvSpPr>
          <p:nvPr>
            <p:ph type="subTitle" idx="4"/>
          </p:nvPr>
        </p:nvSpPr>
        <p:spPr>
          <a:xfrm>
            <a:off x="716625" y="1480225"/>
            <a:ext cx="2439000" cy="860400"/>
          </a:xfrm>
          <a:prstGeom prst="rect">
            <a:avLst/>
          </a:prstGeom>
          <a:ln>
            <a:noFill/>
          </a:ln>
        </p:spPr>
        <p:txBody>
          <a:bodyPr spcFirstLastPara="1" wrap="square" lIns="91425" tIns="91425" rIns="91425" bIns="91425" anchor="b">
            <a:noAutofit/>
          </a:bodyPr>
          <a:lstStyle>
            <a:lvl1pPr algn="ctr">
              <a:lnSpc>
                <a:spcPct val="115000"/>
              </a:lnSpc>
              <a:spcBef>
                <a:spcPts val="0"/>
              </a:spcBef>
              <a:spcAft>
                <a:spcPts val="0"/>
              </a:spcAft>
              <a:buSzPts val="2400"/>
              <a:buFont typeface="DM Sans"/>
              <a:buNone/>
              <a:defRPr sz="2000" b="1">
                <a:latin typeface="Poppins"/>
                <a:ea typeface="Poppins"/>
                <a:cs typeface="Poppins"/>
              </a:defRPr>
            </a:lvl1pPr>
            <a:lvl2pPr>
              <a:lnSpc>
                <a:spcPct val="115000"/>
              </a:lnSpc>
              <a:spcBef>
                <a:spcPts val="0"/>
              </a:spcBef>
              <a:spcAft>
                <a:spcPts val="0"/>
              </a:spcAft>
              <a:buSzPts val="2400"/>
              <a:buFont typeface="DM Sans"/>
              <a:buNone/>
              <a:defRPr sz="2400" b="1">
                <a:latin typeface="DM Sans"/>
                <a:ea typeface="DM Sans"/>
                <a:cs typeface="DM Sans"/>
              </a:defRPr>
            </a:lvl2pPr>
            <a:lvl3pPr>
              <a:lnSpc>
                <a:spcPct val="115000"/>
              </a:lnSpc>
              <a:spcBef>
                <a:spcPts val="0"/>
              </a:spcBef>
              <a:spcAft>
                <a:spcPts val="0"/>
              </a:spcAft>
              <a:buSzPts val="2400"/>
              <a:buFont typeface="DM Sans"/>
              <a:buNone/>
              <a:defRPr sz="2400" b="1">
                <a:latin typeface="DM Sans"/>
                <a:ea typeface="DM Sans"/>
                <a:cs typeface="DM Sans"/>
              </a:defRPr>
            </a:lvl3pPr>
            <a:lvl4pPr>
              <a:lnSpc>
                <a:spcPct val="115000"/>
              </a:lnSpc>
              <a:spcBef>
                <a:spcPts val="0"/>
              </a:spcBef>
              <a:spcAft>
                <a:spcPts val="0"/>
              </a:spcAft>
              <a:buSzPts val="2400"/>
              <a:buFont typeface="DM Sans"/>
              <a:buNone/>
              <a:defRPr sz="2400" b="1">
                <a:latin typeface="DM Sans"/>
                <a:ea typeface="DM Sans"/>
                <a:cs typeface="DM Sans"/>
              </a:defRPr>
            </a:lvl4pPr>
            <a:lvl5pPr>
              <a:lnSpc>
                <a:spcPct val="115000"/>
              </a:lnSpc>
              <a:spcBef>
                <a:spcPts val="0"/>
              </a:spcBef>
              <a:spcAft>
                <a:spcPts val="0"/>
              </a:spcAft>
              <a:buSzPts val="2400"/>
              <a:buFont typeface="DM Sans"/>
              <a:buNone/>
              <a:defRPr sz="2400" b="1">
                <a:latin typeface="DM Sans"/>
                <a:ea typeface="DM Sans"/>
                <a:cs typeface="DM Sans"/>
              </a:defRPr>
            </a:lvl5pPr>
            <a:lvl6pPr>
              <a:lnSpc>
                <a:spcPct val="115000"/>
              </a:lnSpc>
              <a:spcBef>
                <a:spcPts val="0"/>
              </a:spcBef>
              <a:spcAft>
                <a:spcPts val="0"/>
              </a:spcAft>
              <a:buSzPts val="2400"/>
              <a:buFont typeface="DM Sans"/>
              <a:buNone/>
              <a:defRPr sz="2400" b="1">
                <a:latin typeface="DM Sans"/>
                <a:ea typeface="DM Sans"/>
                <a:cs typeface="DM Sans"/>
              </a:defRPr>
            </a:lvl6pPr>
            <a:lvl7pPr>
              <a:lnSpc>
                <a:spcPct val="115000"/>
              </a:lnSpc>
              <a:spcBef>
                <a:spcPts val="0"/>
              </a:spcBef>
              <a:spcAft>
                <a:spcPts val="0"/>
              </a:spcAft>
              <a:buSzPts val="2400"/>
              <a:buFont typeface="DM Sans"/>
              <a:buNone/>
              <a:defRPr sz="2400" b="1">
                <a:latin typeface="DM Sans"/>
                <a:ea typeface="DM Sans"/>
                <a:cs typeface="DM Sans"/>
              </a:defRPr>
            </a:lvl7pPr>
            <a:lvl8pPr>
              <a:lnSpc>
                <a:spcPct val="115000"/>
              </a:lnSpc>
              <a:spcBef>
                <a:spcPts val="0"/>
              </a:spcBef>
              <a:spcAft>
                <a:spcPts val="0"/>
              </a:spcAft>
              <a:buSzPts val="2400"/>
              <a:buFont typeface="DM Sans"/>
              <a:buNone/>
              <a:defRPr sz="2400" b="1">
                <a:latin typeface="DM Sans"/>
                <a:ea typeface="DM Sans"/>
                <a:cs typeface="DM Sans"/>
              </a:defRPr>
            </a:lvl8pPr>
            <a:lvl9pPr>
              <a:lnSpc>
                <a:spcPct val="115000"/>
              </a:lnSpc>
              <a:spcBef>
                <a:spcPts val="0"/>
              </a:spcBef>
              <a:spcAft>
                <a:spcPts val="0"/>
              </a:spcAft>
              <a:buSzPts val="2400"/>
              <a:buFont typeface="DM Sans"/>
              <a:buNone/>
              <a:defRPr sz="2400" b="1">
                <a:latin typeface="DM Sans"/>
                <a:ea typeface="DM Sans"/>
                <a:cs typeface="DM Sans"/>
              </a:defRPr>
            </a:lvl9pPr>
          </a:lstStyle>
          <a:p/>
        </p:txBody>
      </p:sp>
      <p:sp>
        <p:nvSpPr>
          <p:cNvPr id="169" name="Google Shape;169;p23"/>
          <p:cNvSpPr>
            <a:spLocks noGrp="1"/>
          </p:cNvSpPr>
          <p:nvPr>
            <p:ph type="subTitle" idx="5"/>
          </p:nvPr>
        </p:nvSpPr>
        <p:spPr>
          <a:xfrm>
            <a:off x="3352500" y="1480225"/>
            <a:ext cx="2439000" cy="860400"/>
          </a:xfrm>
          <a:prstGeom prst="rect">
            <a:avLst/>
          </a:prstGeom>
          <a:ln>
            <a:noFill/>
          </a:ln>
        </p:spPr>
        <p:txBody>
          <a:bodyPr spcFirstLastPara="1" wrap="square" lIns="91425" tIns="91425" rIns="91425" bIns="91425" anchor="b">
            <a:noAutofit/>
          </a:bodyPr>
          <a:lstStyle>
            <a:lvl1pPr algn="ctr">
              <a:lnSpc>
                <a:spcPct val="115000"/>
              </a:lnSpc>
              <a:spcBef>
                <a:spcPts val="0"/>
              </a:spcBef>
              <a:spcAft>
                <a:spcPts val="0"/>
              </a:spcAft>
              <a:buSzPts val="2400"/>
              <a:buFont typeface="DM Sans"/>
              <a:buNone/>
              <a:defRPr sz="2000" b="1">
                <a:latin typeface="Poppins"/>
                <a:ea typeface="Poppins"/>
                <a:cs typeface="Poppins"/>
              </a:defRPr>
            </a:lvl1pPr>
            <a:lvl2pPr>
              <a:lnSpc>
                <a:spcPct val="115000"/>
              </a:lnSpc>
              <a:spcBef>
                <a:spcPts val="0"/>
              </a:spcBef>
              <a:spcAft>
                <a:spcPts val="0"/>
              </a:spcAft>
              <a:buSzPts val="2400"/>
              <a:buFont typeface="DM Sans"/>
              <a:buNone/>
              <a:defRPr sz="2400" b="1">
                <a:latin typeface="DM Sans"/>
                <a:ea typeface="DM Sans"/>
                <a:cs typeface="DM Sans"/>
              </a:defRPr>
            </a:lvl2pPr>
            <a:lvl3pPr>
              <a:lnSpc>
                <a:spcPct val="115000"/>
              </a:lnSpc>
              <a:spcBef>
                <a:spcPts val="0"/>
              </a:spcBef>
              <a:spcAft>
                <a:spcPts val="0"/>
              </a:spcAft>
              <a:buSzPts val="2400"/>
              <a:buFont typeface="DM Sans"/>
              <a:buNone/>
              <a:defRPr sz="2400" b="1">
                <a:latin typeface="DM Sans"/>
                <a:ea typeface="DM Sans"/>
                <a:cs typeface="DM Sans"/>
              </a:defRPr>
            </a:lvl3pPr>
            <a:lvl4pPr>
              <a:lnSpc>
                <a:spcPct val="115000"/>
              </a:lnSpc>
              <a:spcBef>
                <a:spcPts val="0"/>
              </a:spcBef>
              <a:spcAft>
                <a:spcPts val="0"/>
              </a:spcAft>
              <a:buSzPts val="2400"/>
              <a:buFont typeface="DM Sans"/>
              <a:buNone/>
              <a:defRPr sz="2400" b="1">
                <a:latin typeface="DM Sans"/>
                <a:ea typeface="DM Sans"/>
                <a:cs typeface="DM Sans"/>
              </a:defRPr>
            </a:lvl4pPr>
            <a:lvl5pPr>
              <a:lnSpc>
                <a:spcPct val="115000"/>
              </a:lnSpc>
              <a:spcBef>
                <a:spcPts val="0"/>
              </a:spcBef>
              <a:spcAft>
                <a:spcPts val="0"/>
              </a:spcAft>
              <a:buSzPts val="2400"/>
              <a:buFont typeface="DM Sans"/>
              <a:buNone/>
              <a:defRPr sz="2400" b="1">
                <a:latin typeface="DM Sans"/>
                <a:ea typeface="DM Sans"/>
                <a:cs typeface="DM Sans"/>
              </a:defRPr>
            </a:lvl5pPr>
            <a:lvl6pPr>
              <a:lnSpc>
                <a:spcPct val="115000"/>
              </a:lnSpc>
              <a:spcBef>
                <a:spcPts val="0"/>
              </a:spcBef>
              <a:spcAft>
                <a:spcPts val="0"/>
              </a:spcAft>
              <a:buSzPts val="2400"/>
              <a:buFont typeface="DM Sans"/>
              <a:buNone/>
              <a:defRPr sz="2400" b="1">
                <a:latin typeface="DM Sans"/>
                <a:ea typeface="DM Sans"/>
                <a:cs typeface="DM Sans"/>
              </a:defRPr>
            </a:lvl6pPr>
            <a:lvl7pPr>
              <a:lnSpc>
                <a:spcPct val="115000"/>
              </a:lnSpc>
              <a:spcBef>
                <a:spcPts val="0"/>
              </a:spcBef>
              <a:spcAft>
                <a:spcPts val="0"/>
              </a:spcAft>
              <a:buSzPts val="2400"/>
              <a:buFont typeface="DM Sans"/>
              <a:buNone/>
              <a:defRPr sz="2400" b="1">
                <a:latin typeface="DM Sans"/>
                <a:ea typeface="DM Sans"/>
                <a:cs typeface="DM Sans"/>
              </a:defRPr>
            </a:lvl7pPr>
            <a:lvl8pPr>
              <a:lnSpc>
                <a:spcPct val="115000"/>
              </a:lnSpc>
              <a:spcBef>
                <a:spcPts val="0"/>
              </a:spcBef>
              <a:spcAft>
                <a:spcPts val="0"/>
              </a:spcAft>
              <a:buSzPts val="2400"/>
              <a:buFont typeface="DM Sans"/>
              <a:buNone/>
              <a:defRPr sz="2400" b="1">
                <a:latin typeface="DM Sans"/>
                <a:ea typeface="DM Sans"/>
                <a:cs typeface="DM Sans"/>
              </a:defRPr>
            </a:lvl8pPr>
            <a:lvl9pPr>
              <a:lnSpc>
                <a:spcPct val="115000"/>
              </a:lnSpc>
              <a:spcBef>
                <a:spcPts val="0"/>
              </a:spcBef>
              <a:spcAft>
                <a:spcPts val="0"/>
              </a:spcAft>
              <a:buSzPts val="2400"/>
              <a:buFont typeface="DM Sans"/>
              <a:buNone/>
              <a:defRPr sz="2400" b="1">
                <a:latin typeface="DM Sans"/>
                <a:ea typeface="DM Sans"/>
                <a:cs typeface="DM Sans"/>
              </a:defRPr>
            </a:lvl9pPr>
          </a:lstStyle>
          <a:p/>
        </p:txBody>
      </p:sp>
      <p:sp>
        <p:nvSpPr>
          <p:cNvPr id="170" name="Google Shape;170;p23"/>
          <p:cNvSpPr>
            <a:spLocks noGrp="1"/>
          </p:cNvSpPr>
          <p:nvPr>
            <p:ph type="subTitle" idx="6"/>
          </p:nvPr>
        </p:nvSpPr>
        <p:spPr>
          <a:xfrm>
            <a:off x="5988375" y="1480225"/>
            <a:ext cx="2439000" cy="860400"/>
          </a:xfrm>
          <a:prstGeom prst="rect">
            <a:avLst/>
          </a:prstGeom>
          <a:ln>
            <a:noFill/>
          </a:ln>
        </p:spPr>
        <p:txBody>
          <a:bodyPr spcFirstLastPara="1" wrap="square" lIns="91425" tIns="91425" rIns="91425" bIns="91425" anchor="b">
            <a:noAutofit/>
          </a:bodyPr>
          <a:lstStyle>
            <a:lvl1pPr algn="ctr">
              <a:lnSpc>
                <a:spcPct val="115000"/>
              </a:lnSpc>
              <a:spcBef>
                <a:spcPts val="0"/>
              </a:spcBef>
              <a:spcAft>
                <a:spcPts val="0"/>
              </a:spcAft>
              <a:buSzPts val="2400"/>
              <a:buFont typeface="DM Sans"/>
              <a:buNone/>
              <a:defRPr sz="2000" b="1">
                <a:latin typeface="Poppins"/>
                <a:ea typeface="Poppins"/>
                <a:cs typeface="Poppins"/>
              </a:defRPr>
            </a:lvl1pPr>
            <a:lvl2pPr>
              <a:lnSpc>
                <a:spcPct val="115000"/>
              </a:lnSpc>
              <a:spcBef>
                <a:spcPts val="0"/>
              </a:spcBef>
              <a:spcAft>
                <a:spcPts val="0"/>
              </a:spcAft>
              <a:buSzPts val="2400"/>
              <a:buFont typeface="DM Sans"/>
              <a:buNone/>
              <a:defRPr sz="2400" b="1">
                <a:latin typeface="DM Sans"/>
                <a:ea typeface="DM Sans"/>
                <a:cs typeface="DM Sans"/>
              </a:defRPr>
            </a:lvl2pPr>
            <a:lvl3pPr>
              <a:lnSpc>
                <a:spcPct val="115000"/>
              </a:lnSpc>
              <a:spcBef>
                <a:spcPts val="0"/>
              </a:spcBef>
              <a:spcAft>
                <a:spcPts val="0"/>
              </a:spcAft>
              <a:buSzPts val="2400"/>
              <a:buFont typeface="DM Sans"/>
              <a:buNone/>
              <a:defRPr sz="2400" b="1">
                <a:latin typeface="DM Sans"/>
                <a:ea typeface="DM Sans"/>
                <a:cs typeface="DM Sans"/>
              </a:defRPr>
            </a:lvl3pPr>
            <a:lvl4pPr>
              <a:lnSpc>
                <a:spcPct val="115000"/>
              </a:lnSpc>
              <a:spcBef>
                <a:spcPts val="0"/>
              </a:spcBef>
              <a:spcAft>
                <a:spcPts val="0"/>
              </a:spcAft>
              <a:buSzPts val="2400"/>
              <a:buFont typeface="DM Sans"/>
              <a:buNone/>
              <a:defRPr sz="2400" b="1">
                <a:latin typeface="DM Sans"/>
                <a:ea typeface="DM Sans"/>
                <a:cs typeface="DM Sans"/>
              </a:defRPr>
            </a:lvl4pPr>
            <a:lvl5pPr>
              <a:lnSpc>
                <a:spcPct val="115000"/>
              </a:lnSpc>
              <a:spcBef>
                <a:spcPts val="0"/>
              </a:spcBef>
              <a:spcAft>
                <a:spcPts val="0"/>
              </a:spcAft>
              <a:buSzPts val="2400"/>
              <a:buFont typeface="DM Sans"/>
              <a:buNone/>
              <a:defRPr sz="2400" b="1">
                <a:latin typeface="DM Sans"/>
                <a:ea typeface="DM Sans"/>
                <a:cs typeface="DM Sans"/>
              </a:defRPr>
            </a:lvl5pPr>
            <a:lvl6pPr>
              <a:lnSpc>
                <a:spcPct val="115000"/>
              </a:lnSpc>
              <a:spcBef>
                <a:spcPts val="0"/>
              </a:spcBef>
              <a:spcAft>
                <a:spcPts val="0"/>
              </a:spcAft>
              <a:buSzPts val="2400"/>
              <a:buFont typeface="DM Sans"/>
              <a:buNone/>
              <a:defRPr sz="2400" b="1">
                <a:latin typeface="DM Sans"/>
                <a:ea typeface="DM Sans"/>
                <a:cs typeface="DM Sans"/>
              </a:defRPr>
            </a:lvl6pPr>
            <a:lvl7pPr>
              <a:lnSpc>
                <a:spcPct val="115000"/>
              </a:lnSpc>
              <a:spcBef>
                <a:spcPts val="0"/>
              </a:spcBef>
              <a:spcAft>
                <a:spcPts val="0"/>
              </a:spcAft>
              <a:buSzPts val="2400"/>
              <a:buFont typeface="DM Sans"/>
              <a:buNone/>
              <a:defRPr sz="2400" b="1">
                <a:latin typeface="DM Sans"/>
                <a:ea typeface="DM Sans"/>
                <a:cs typeface="DM Sans"/>
              </a:defRPr>
            </a:lvl7pPr>
            <a:lvl8pPr>
              <a:lnSpc>
                <a:spcPct val="115000"/>
              </a:lnSpc>
              <a:spcBef>
                <a:spcPts val="0"/>
              </a:spcBef>
              <a:spcAft>
                <a:spcPts val="0"/>
              </a:spcAft>
              <a:buSzPts val="2400"/>
              <a:buFont typeface="DM Sans"/>
              <a:buNone/>
              <a:defRPr sz="2400" b="1">
                <a:latin typeface="DM Sans"/>
                <a:ea typeface="DM Sans"/>
                <a:cs typeface="DM Sans"/>
              </a:defRPr>
            </a:lvl8pPr>
            <a:lvl9pPr>
              <a:lnSpc>
                <a:spcPct val="115000"/>
              </a:lnSpc>
              <a:spcBef>
                <a:spcPts val="0"/>
              </a:spcBef>
              <a:spcAft>
                <a:spcPts val="0"/>
              </a:spcAft>
              <a:buSzPts val="2400"/>
              <a:buFont typeface="DM Sans"/>
              <a:buNone/>
              <a:defRPr sz="2400" b="1">
                <a:latin typeface="DM Sans"/>
                <a:ea typeface="DM Sans"/>
                <a:cs typeface="DM Sans"/>
              </a:defRPr>
            </a:lvl9pPr>
          </a:lstStyle>
          <a:p/>
        </p:txBody>
      </p:sp>
      <p:sp>
        <p:nvSpPr>
          <p:cNvPr id="172" name="Google Shape;172;p23"/>
          <p:cNvSpPr>
            <a:spLocks noGrp="1"/>
          </p:cNvSpPr>
          <p:nvPr/>
        </p:nvSpPr>
        <p:spPr>
          <a:xfrm>
            <a:off x="-928775" y="-93025"/>
            <a:ext cx="1648800" cy="1648800"/>
          </a:xfrm>
          <a:prstGeom prst="ellipse">
            <a:avLst/>
          </a:prstGeom>
          <a:solidFill>
            <a:srgbClr val="74CEC4">
              <a:alpha val="6000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74" name="Google Shape;174;p23"/>
          <p:cNvSpPr>
            <a:spLocks noGrp="1"/>
          </p:cNvSpPr>
          <p:nvPr/>
        </p:nvSpPr>
        <p:spPr>
          <a:xfrm>
            <a:off x="8609250" y="4173728"/>
            <a:ext cx="339600" cy="339600"/>
          </a:xfrm>
          <a:prstGeom prst="ellipse">
            <a:avLst/>
          </a:prstGeom>
          <a:solidFill>
            <a:srgbClr val="F2557A">
              <a:alpha val="7625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75" name="Google Shape;175;p23"/>
          <p:cNvSpPr>
            <a:spLocks noGrp="1"/>
          </p:cNvSpPr>
          <p:nvPr/>
        </p:nvSpPr>
        <p:spPr>
          <a:xfrm>
            <a:off x="8424000" y="4608572"/>
            <a:ext cx="710100" cy="2089500"/>
          </a:xfrm>
          <a:prstGeom prst="roundRect">
            <a:avLst>
              <a:gd name="adj" fmla="val 50000"/>
            </a:avLst>
          </a:prstGeom>
          <a:solidFill>
            <a:schemeClr val="accent1"/>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and three columns 2">
  <p:cSld name="CUSTOM_6_1_1">
    <p:spTree>
      <p:nvGrpSpPr>
        <p:cNvPr id="1" name=""/>
        <p:cNvGrpSpPr/>
        <p:nvPr/>
      </p:nvGrpSpPr>
      <p:grpSpPr/>
      <p:sp>
        <p:nvSpPr>
          <p:cNvPr id="177" name="Google Shape;177;p24"/>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p:txBody>
      </p:sp>
      <p:sp>
        <p:nvSpPr>
          <p:cNvPr id="178" name="Google Shape;178;p24"/>
          <p:cNvSpPr>
            <a:spLocks noGrp="1"/>
          </p:cNvSpPr>
          <p:nvPr>
            <p:ph type="subTitle" idx="1"/>
          </p:nvPr>
        </p:nvSpPr>
        <p:spPr>
          <a:xfrm>
            <a:off x="720000" y="1781139"/>
            <a:ext cx="3851700" cy="1203900"/>
          </a:xfrm>
          <a:prstGeom prst="rect">
            <a:avLst/>
          </a:prstGeom>
        </p:spPr>
        <p:txBody>
          <a:bodyPr spcFirstLastPara="1" wrap="square" lIns="91425" tIns="91425" rIns="91425" bIns="91425" anchor="t">
            <a:noAutofit/>
          </a:bodyPr>
          <a:lstStyle>
            <a:lvl1pPr algn="ctr">
              <a:lnSpc>
                <a:spcPct val="115000"/>
              </a:lnSpc>
              <a:spcBef>
                <a:spcPts val="0"/>
              </a:spcBef>
              <a:spcAft>
                <a:spcPts val="0"/>
              </a:spcAft>
              <a:buSzPts val="1400"/>
              <a:buNone/>
              <a:defRPr sz="1400"/>
            </a:lvl1pPr>
            <a:lvl2pPr>
              <a:lnSpc>
                <a:spcPct val="115000"/>
              </a:lnSpc>
              <a:spcBef>
                <a:spcPts val="0"/>
              </a:spcBef>
              <a:spcAft>
                <a:spcPts val="0"/>
              </a:spcAft>
              <a:buSzPts val="1400"/>
              <a:buNone/>
              <a:defRPr/>
            </a:lvl2pPr>
            <a:lvl3pPr>
              <a:lnSpc>
                <a:spcPct val="115000"/>
              </a:lnSpc>
              <a:spcBef>
                <a:spcPts val="0"/>
              </a:spcBef>
              <a:spcAft>
                <a:spcPts val="0"/>
              </a:spcAft>
              <a:buSzPts val="1400"/>
              <a:buNone/>
              <a:defRPr/>
            </a:lvl3pPr>
            <a:lvl4pPr>
              <a:lnSpc>
                <a:spcPct val="115000"/>
              </a:lnSpc>
              <a:spcBef>
                <a:spcPts val="0"/>
              </a:spcBef>
              <a:spcAft>
                <a:spcPts val="0"/>
              </a:spcAft>
              <a:buSzPts val="1400"/>
              <a:buNone/>
              <a:defRPr/>
            </a:lvl4pPr>
            <a:lvl5pPr>
              <a:lnSpc>
                <a:spcPct val="115000"/>
              </a:lnSpc>
              <a:spcBef>
                <a:spcPts val="0"/>
              </a:spcBef>
              <a:spcAft>
                <a:spcPts val="0"/>
              </a:spcAft>
              <a:buSzPts val="1400"/>
              <a:buNone/>
              <a:defRPr/>
            </a:lvl5pPr>
            <a:lvl6pPr>
              <a:lnSpc>
                <a:spcPct val="115000"/>
              </a:lnSpc>
              <a:spcBef>
                <a:spcPts val="0"/>
              </a:spcBef>
              <a:spcAft>
                <a:spcPts val="0"/>
              </a:spcAft>
              <a:buSzPts val="1400"/>
              <a:buNone/>
              <a:defRPr/>
            </a:lvl6pPr>
            <a:lvl7pPr>
              <a:lnSpc>
                <a:spcPct val="115000"/>
              </a:lnSpc>
              <a:spcBef>
                <a:spcPts val="0"/>
              </a:spcBef>
              <a:spcAft>
                <a:spcPts val="0"/>
              </a:spcAft>
              <a:buSzPts val="1400"/>
              <a:buNone/>
              <a:defRPr/>
            </a:lvl7pPr>
            <a:lvl8pPr>
              <a:lnSpc>
                <a:spcPct val="115000"/>
              </a:lnSpc>
              <a:spcBef>
                <a:spcPts val="0"/>
              </a:spcBef>
              <a:spcAft>
                <a:spcPts val="0"/>
              </a:spcAft>
              <a:buSzPts val="1400"/>
              <a:buNone/>
              <a:defRPr/>
            </a:lvl8pPr>
            <a:lvl9pPr>
              <a:lnSpc>
                <a:spcPct val="115000"/>
              </a:lnSpc>
              <a:spcBef>
                <a:spcPts val="0"/>
              </a:spcBef>
              <a:spcAft>
                <a:spcPts val="0"/>
              </a:spcAft>
              <a:buSzPts val="1400"/>
              <a:buNone/>
              <a:defRPr/>
            </a:lvl9pPr>
          </a:lstStyle>
          <a:p/>
        </p:txBody>
      </p:sp>
      <p:sp>
        <p:nvSpPr>
          <p:cNvPr id="179" name="Google Shape;179;p24"/>
          <p:cNvSpPr>
            <a:spLocks noGrp="1"/>
          </p:cNvSpPr>
          <p:nvPr>
            <p:ph type="subTitle" idx="2"/>
          </p:nvPr>
        </p:nvSpPr>
        <p:spPr>
          <a:xfrm>
            <a:off x="4571802" y="1778800"/>
            <a:ext cx="3851700" cy="1203900"/>
          </a:xfrm>
          <a:prstGeom prst="rect">
            <a:avLst/>
          </a:prstGeom>
        </p:spPr>
        <p:txBody>
          <a:bodyPr spcFirstLastPara="1" wrap="square" lIns="91425" tIns="91425" rIns="91425" bIns="91425" anchor="t">
            <a:noAutofit/>
          </a:bodyPr>
          <a:lstStyle>
            <a:lvl1pPr algn="ctr">
              <a:lnSpc>
                <a:spcPct val="115000"/>
              </a:lnSpc>
              <a:spcBef>
                <a:spcPts val="0"/>
              </a:spcBef>
              <a:spcAft>
                <a:spcPts val="0"/>
              </a:spcAft>
              <a:buSzPts val="1400"/>
              <a:buNone/>
              <a:defRPr sz="1400"/>
            </a:lvl1pPr>
            <a:lvl2pPr>
              <a:lnSpc>
                <a:spcPct val="115000"/>
              </a:lnSpc>
              <a:spcBef>
                <a:spcPts val="0"/>
              </a:spcBef>
              <a:spcAft>
                <a:spcPts val="0"/>
              </a:spcAft>
              <a:buSzPts val="1400"/>
              <a:buNone/>
              <a:defRPr/>
            </a:lvl2pPr>
            <a:lvl3pPr>
              <a:lnSpc>
                <a:spcPct val="115000"/>
              </a:lnSpc>
              <a:spcBef>
                <a:spcPts val="0"/>
              </a:spcBef>
              <a:spcAft>
                <a:spcPts val="0"/>
              </a:spcAft>
              <a:buSzPts val="1400"/>
              <a:buNone/>
              <a:defRPr/>
            </a:lvl3pPr>
            <a:lvl4pPr>
              <a:lnSpc>
                <a:spcPct val="115000"/>
              </a:lnSpc>
              <a:spcBef>
                <a:spcPts val="0"/>
              </a:spcBef>
              <a:spcAft>
                <a:spcPts val="0"/>
              </a:spcAft>
              <a:buSzPts val="1400"/>
              <a:buNone/>
              <a:defRPr/>
            </a:lvl4pPr>
            <a:lvl5pPr>
              <a:lnSpc>
                <a:spcPct val="115000"/>
              </a:lnSpc>
              <a:spcBef>
                <a:spcPts val="0"/>
              </a:spcBef>
              <a:spcAft>
                <a:spcPts val="0"/>
              </a:spcAft>
              <a:buSzPts val="1400"/>
              <a:buNone/>
              <a:defRPr/>
            </a:lvl5pPr>
            <a:lvl6pPr>
              <a:lnSpc>
                <a:spcPct val="115000"/>
              </a:lnSpc>
              <a:spcBef>
                <a:spcPts val="0"/>
              </a:spcBef>
              <a:spcAft>
                <a:spcPts val="0"/>
              </a:spcAft>
              <a:buSzPts val="1400"/>
              <a:buNone/>
              <a:defRPr/>
            </a:lvl6pPr>
            <a:lvl7pPr>
              <a:lnSpc>
                <a:spcPct val="115000"/>
              </a:lnSpc>
              <a:spcBef>
                <a:spcPts val="0"/>
              </a:spcBef>
              <a:spcAft>
                <a:spcPts val="0"/>
              </a:spcAft>
              <a:buSzPts val="1400"/>
              <a:buNone/>
              <a:defRPr/>
            </a:lvl7pPr>
            <a:lvl8pPr>
              <a:lnSpc>
                <a:spcPct val="115000"/>
              </a:lnSpc>
              <a:spcBef>
                <a:spcPts val="0"/>
              </a:spcBef>
              <a:spcAft>
                <a:spcPts val="0"/>
              </a:spcAft>
              <a:buSzPts val="1400"/>
              <a:buNone/>
              <a:defRPr/>
            </a:lvl8pPr>
            <a:lvl9pPr>
              <a:lnSpc>
                <a:spcPct val="115000"/>
              </a:lnSpc>
              <a:spcBef>
                <a:spcPts val="0"/>
              </a:spcBef>
              <a:spcAft>
                <a:spcPts val="0"/>
              </a:spcAft>
              <a:buSzPts val="1400"/>
              <a:buNone/>
              <a:defRPr/>
            </a:lvl9pPr>
          </a:lstStyle>
          <a:p/>
        </p:txBody>
      </p:sp>
      <p:sp>
        <p:nvSpPr>
          <p:cNvPr id="180" name="Google Shape;180;p24"/>
          <p:cNvSpPr>
            <a:spLocks noGrp="1"/>
          </p:cNvSpPr>
          <p:nvPr>
            <p:ph type="subTitle" idx="3"/>
          </p:nvPr>
        </p:nvSpPr>
        <p:spPr>
          <a:xfrm>
            <a:off x="720000" y="3635325"/>
            <a:ext cx="7704000" cy="665100"/>
          </a:xfrm>
          <a:prstGeom prst="rect">
            <a:avLst/>
          </a:prstGeom>
        </p:spPr>
        <p:txBody>
          <a:bodyPr spcFirstLastPara="1" wrap="square" lIns="91425" tIns="91425" rIns="91425" bIns="91425" anchor="t">
            <a:noAutofit/>
          </a:bodyPr>
          <a:lstStyle>
            <a:lvl1pPr algn="ctr">
              <a:lnSpc>
                <a:spcPct val="115000"/>
              </a:lnSpc>
              <a:spcBef>
                <a:spcPts val="0"/>
              </a:spcBef>
              <a:spcAft>
                <a:spcPts val="0"/>
              </a:spcAft>
              <a:buSzPts val="1400"/>
              <a:buNone/>
              <a:defRPr sz="1400"/>
            </a:lvl1pPr>
            <a:lvl2pPr>
              <a:lnSpc>
                <a:spcPct val="115000"/>
              </a:lnSpc>
              <a:spcBef>
                <a:spcPts val="0"/>
              </a:spcBef>
              <a:spcAft>
                <a:spcPts val="0"/>
              </a:spcAft>
              <a:buSzPts val="1400"/>
              <a:buNone/>
              <a:defRPr/>
            </a:lvl2pPr>
            <a:lvl3pPr>
              <a:lnSpc>
                <a:spcPct val="115000"/>
              </a:lnSpc>
              <a:spcBef>
                <a:spcPts val="0"/>
              </a:spcBef>
              <a:spcAft>
                <a:spcPts val="0"/>
              </a:spcAft>
              <a:buSzPts val="1400"/>
              <a:buNone/>
              <a:defRPr/>
            </a:lvl3pPr>
            <a:lvl4pPr>
              <a:lnSpc>
                <a:spcPct val="115000"/>
              </a:lnSpc>
              <a:spcBef>
                <a:spcPts val="0"/>
              </a:spcBef>
              <a:spcAft>
                <a:spcPts val="0"/>
              </a:spcAft>
              <a:buSzPts val="1400"/>
              <a:buNone/>
              <a:defRPr/>
            </a:lvl4pPr>
            <a:lvl5pPr>
              <a:lnSpc>
                <a:spcPct val="115000"/>
              </a:lnSpc>
              <a:spcBef>
                <a:spcPts val="0"/>
              </a:spcBef>
              <a:spcAft>
                <a:spcPts val="0"/>
              </a:spcAft>
              <a:buSzPts val="1400"/>
              <a:buNone/>
              <a:defRPr/>
            </a:lvl5pPr>
            <a:lvl6pPr>
              <a:lnSpc>
                <a:spcPct val="115000"/>
              </a:lnSpc>
              <a:spcBef>
                <a:spcPts val="0"/>
              </a:spcBef>
              <a:spcAft>
                <a:spcPts val="0"/>
              </a:spcAft>
              <a:buSzPts val="1400"/>
              <a:buNone/>
              <a:defRPr/>
            </a:lvl6pPr>
            <a:lvl7pPr>
              <a:lnSpc>
                <a:spcPct val="115000"/>
              </a:lnSpc>
              <a:spcBef>
                <a:spcPts val="0"/>
              </a:spcBef>
              <a:spcAft>
                <a:spcPts val="0"/>
              </a:spcAft>
              <a:buSzPts val="1400"/>
              <a:buNone/>
              <a:defRPr/>
            </a:lvl7pPr>
            <a:lvl8pPr>
              <a:lnSpc>
                <a:spcPct val="115000"/>
              </a:lnSpc>
              <a:spcBef>
                <a:spcPts val="0"/>
              </a:spcBef>
              <a:spcAft>
                <a:spcPts val="0"/>
              </a:spcAft>
              <a:buSzPts val="1400"/>
              <a:buNone/>
              <a:defRPr/>
            </a:lvl8pPr>
            <a:lvl9pPr>
              <a:lnSpc>
                <a:spcPct val="115000"/>
              </a:lnSpc>
              <a:spcBef>
                <a:spcPts val="0"/>
              </a:spcBef>
              <a:spcAft>
                <a:spcPts val="0"/>
              </a:spcAft>
              <a:buSzPts val="1400"/>
              <a:buNone/>
              <a:defRPr/>
            </a:lvl9pPr>
          </a:lstStyle>
          <a:p/>
        </p:txBody>
      </p:sp>
      <p:sp>
        <p:nvSpPr>
          <p:cNvPr id="181" name="Google Shape;181;p24"/>
          <p:cNvSpPr>
            <a:spLocks noGrp="1"/>
          </p:cNvSpPr>
          <p:nvPr>
            <p:ph type="subTitle" idx="4"/>
          </p:nvPr>
        </p:nvSpPr>
        <p:spPr>
          <a:xfrm>
            <a:off x="720000" y="1467825"/>
            <a:ext cx="3851700" cy="427500"/>
          </a:xfrm>
          <a:prstGeom prst="rect">
            <a:avLst/>
          </a:prstGeom>
        </p:spPr>
        <p:txBody>
          <a:bodyPr spcFirstLastPara="1" wrap="square" lIns="91425" tIns="91425" rIns="91425" bIns="91425" anchor="b">
            <a:noAutofit/>
          </a:bodyPr>
          <a:lstStyle>
            <a:lvl1pPr algn="ctr">
              <a:lnSpc>
                <a:spcPct val="115000"/>
              </a:lnSpc>
              <a:spcBef>
                <a:spcPts val="0"/>
              </a:spcBef>
              <a:spcAft>
                <a:spcPts val="0"/>
              </a:spcAft>
              <a:buSzPts val="2600"/>
              <a:buFont typeface="DM Sans"/>
              <a:buNone/>
              <a:defRPr sz="2000" b="1">
                <a:latin typeface="Poppins"/>
                <a:ea typeface="Poppins"/>
                <a:cs typeface="Poppins"/>
              </a:defRPr>
            </a:lvl1pPr>
            <a:lvl2pPr>
              <a:lnSpc>
                <a:spcPct val="115000"/>
              </a:lnSpc>
              <a:spcBef>
                <a:spcPts val="0"/>
              </a:spcBef>
              <a:spcAft>
                <a:spcPts val="0"/>
              </a:spcAft>
              <a:buSzPts val="2600"/>
              <a:buFont typeface="DM Sans"/>
              <a:buNone/>
              <a:defRPr sz="2600" b="1">
                <a:latin typeface="DM Sans"/>
                <a:ea typeface="DM Sans"/>
                <a:cs typeface="DM Sans"/>
              </a:defRPr>
            </a:lvl2pPr>
            <a:lvl3pPr>
              <a:lnSpc>
                <a:spcPct val="115000"/>
              </a:lnSpc>
              <a:spcBef>
                <a:spcPts val="0"/>
              </a:spcBef>
              <a:spcAft>
                <a:spcPts val="0"/>
              </a:spcAft>
              <a:buSzPts val="2600"/>
              <a:buFont typeface="DM Sans"/>
              <a:buNone/>
              <a:defRPr sz="2600" b="1">
                <a:latin typeface="DM Sans"/>
                <a:ea typeface="DM Sans"/>
                <a:cs typeface="DM Sans"/>
              </a:defRPr>
            </a:lvl3pPr>
            <a:lvl4pPr>
              <a:lnSpc>
                <a:spcPct val="115000"/>
              </a:lnSpc>
              <a:spcBef>
                <a:spcPts val="0"/>
              </a:spcBef>
              <a:spcAft>
                <a:spcPts val="0"/>
              </a:spcAft>
              <a:buSzPts val="2600"/>
              <a:buFont typeface="DM Sans"/>
              <a:buNone/>
              <a:defRPr sz="2600" b="1">
                <a:latin typeface="DM Sans"/>
                <a:ea typeface="DM Sans"/>
                <a:cs typeface="DM Sans"/>
              </a:defRPr>
            </a:lvl4pPr>
            <a:lvl5pPr>
              <a:lnSpc>
                <a:spcPct val="115000"/>
              </a:lnSpc>
              <a:spcBef>
                <a:spcPts val="0"/>
              </a:spcBef>
              <a:spcAft>
                <a:spcPts val="0"/>
              </a:spcAft>
              <a:buSzPts val="2600"/>
              <a:buFont typeface="DM Sans"/>
              <a:buNone/>
              <a:defRPr sz="2600" b="1">
                <a:latin typeface="DM Sans"/>
                <a:ea typeface="DM Sans"/>
                <a:cs typeface="DM Sans"/>
              </a:defRPr>
            </a:lvl5pPr>
            <a:lvl6pPr>
              <a:lnSpc>
                <a:spcPct val="115000"/>
              </a:lnSpc>
              <a:spcBef>
                <a:spcPts val="0"/>
              </a:spcBef>
              <a:spcAft>
                <a:spcPts val="0"/>
              </a:spcAft>
              <a:buSzPts val="2600"/>
              <a:buFont typeface="DM Sans"/>
              <a:buNone/>
              <a:defRPr sz="2600" b="1">
                <a:latin typeface="DM Sans"/>
                <a:ea typeface="DM Sans"/>
                <a:cs typeface="DM Sans"/>
              </a:defRPr>
            </a:lvl6pPr>
            <a:lvl7pPr>
              <a:lnSpc>
                <a:spcPct val="115000"/>
              </a:lnSpc>
              <a:spcBef>
                <a:spcPts val="0"/>
              </a:spcBef>
              <a:spcAft>
                <a:spcPts val="0"/>
              </a:spcAft>
              <a:buSzPts val="2600"/>
              <a:buFont typeface="DM Sans"/>
              <a:buNone/>
              <a:defRPr sz="2600" b="1">
                <a:latin typeface="DM Sans"/>
                <a:ea typeface="DM Sans"/>
                <a:cs typeface="DM Sans"/>
              </a:defRPr>
            </a:lvl7pPr>
            <a:lvl8pPr>
              <a:lnSpc>
                <a:spcPct val="115000"/>
              </a:lnSpc>
              <a:spcBef>
                <a:spcPts val="0"/>
              </a:spcBef>
              <a:spcAft>
                <a:spcPts val="0"/>
              </a:spcAft>
              <a:buSzPts val="2600"/>
              <a:buFont typeface="DM Sans"/>
              <a:buNone/>
              <a:defRPr sz="2600" b="1">
                <a:latin typeface="DM Sans"/>
                <a:ea typeface="DM Sans"/>
                <a:cs typeface="DM Sans"/>
              </a:defRPr>
            </a:lvl8pPr>
            <a:lvl9pPr>
              <a:lnSpc>
                <a:spcPct val="115000"/>
              </a:lnSpc>
              <a:spcBef>
                <a:spcPts val="0"/>
              </a:spcBef>
              <a:spcAft>
                <a:spcPts val="0"/>
              </a:spcAft>
              <a:buSzPts val="2600"/>
              <a:buFont typeface="DM Sans"/>
              <a:buNone/>
              <a:defRPr sz="2600" b="1">
                <a:latin typeface="DM Sans"/>
                <a:ea typeface="DM Sans"/>
                <a:cs typeface="DM Sans"/>
              </a:defRPr>
            </a:lvl9pPr>
          </a:lstStyle>
          <a:p/>
        </p:txBody>
      </p:sp>
      <p:sp>
        <p:nvSpPr>
          <p:cNvPr id="182" name="Google Shape;182;p24"/>
          <p:cNvSpPr>
            <a:spLocks noGrp="1"/>
          </p:cNvSpPr>
          <p:nvPr>
            <p:ph type="subTitle" idx="5"/>
          </p:nvPr>
        </p:nvSpPr>
        <p:spPr>
          <a:xfrm>
            <a:off x="4571800" y="1467825"/>
            <a:ext cx="3851700" cy="427500"/>
          </a:xfrm>
          <a:prstGeom prst="rect">
            <a:avLst/>
          </a:prstGeom>
        </p:spPr>
        <p:txBody>
          <a:bodyPr spcFirstLastPara="1" wrap="square" lIns="91425" tIns="91425" rIns="91425" bIns="91425" anchor="b">
            <a:noAutofit/>
          </a:bodyPr>
          <a:lstStyle>
            <a:lvl1pPr algn="ctr">
              <a:lnSpc>
                <a:spcPct val="115000"/>
              </a:lnSpc>
              <a:spcBef>
                <a:spcPts val="0"/>
              </a:spcBef>
              <a:spcAft>
                <a:spcPts val="0"/>
              </a:spcAft>
              <a:buSzPts val="2600"/>
              <a:buFont typeface="DM Sans"/>
              <a:buNone/>
              <a:defRPr sz="2000" b="1">
                <a:latin typeface="Poppins"/>
                <a:ea typeface="Poppins"/>
                <a:cs typeface="Poppins"/>
              </a:defRPr>
            </a:lvl1pPr>
            <a:lvl2pPr>
              <a:lnSpc>
                <a:spcPct val="115000"/>
              </a:lnSpc>
              <a:spcBef>
                <a:spcPts val="0"/>
              </a:spcBef>
              <a:spcAft>
                <a:spcPts val="0"/>
              </a:spcAft>
              <a:buSzPts val="2600"/>
              <a:buFont typeface="DM Sans"/>
              <a:buNone/>
              <a:defRPr sz="2600" b="1">
                <a:latin typeface="DM Sans"/>
                <a:ea typeface="DM Sans"/>
                <a:cs typeface="DM Sans"/>
              </a:defRPr>
            </a:lvl2pPr>
            <a:lvl3pPr>
              <a:lnSpc>
                <a:spcPct val="115000"/>
              </a:lnSpc>
              <a:spcBef>
                <a:spcPts val="0"/>
              </a:spcBef>
              <a:spcAft>
                <a:spcPts val="0"/>
              </a:spcAft>
              <a:buSzPts val="2600"/>
              <a:buFont typeface="DM Sans"/>
              <a:buNone/>
              <a:defRPr sz="2600" b="1">
                <a:latin typeface="DM Sans"/>
                <a:ea typeface="DM Sans"/>
                <a:cs typeface="DM Sans"/>
              </a:defRPr>
            </a:lvl3pPr>
            <a:lvl4pPr>
              <a:lnSpc>
                <a:spcPct val="115000"/>
              </a:lnSpc>
              <a:spcBef>
                <a:spcPts val="0"/>
              </a:spcBef>
              <a:spcAft>
                <a:spcPts val="0"/>
              </a:spcAft>
              <a:buSzPts val="2600"/>
              <a:buFont typeface="DM Sans"/>
              <a:buNone/>
              <a:defRPr sz="2600" b="1">
                <a:latin typeface="DM Sans"/>
                <a:ea typeface="DM Sans"/>
                <a:cs typeface="DM Sans"/>
              </a:defRPr>
            </a:lvl4pPr>
            <a:lvl5pPr>
              <a:lnSpc>
                <a:spcPct val="115000"/>
              </a:lnSpc>
              <a:spcBef>
                <a:spcPts val="0"/>
              </a:spcBef>
              <a:spcAft>
                <a:spcPts val="0"/>
              </a:spcAft>
              <a:buSzPts val="2600"/>
              <a:buFont typeface="DM Sans"/>
              <a:buNone/>
              <a:defRPr sz="2600" b="1">
                <a:latin typeface="DM Sans"/>
                <a:ea typeface="DM Sans"/>
                <a:cs typeface="DM Sans"/>
              </a:defRPr>
            </a:lvl5pPr>
            <a:lvl6pPr>
              <a:lnSpc>
                <a:spcPct val="115000"/>
              </a:lnSpc>
              <a:spcBef>
                <a:spcPts val="0"/>
              </a:spcBef>
              <a:spcAft>
                <a:spcPts val="0"/>
              </a:spcAft>
              <a:buSzPts val="2600"/>
              <a:buFont typeface="DM Sans"/>
              <a:buNone/>
              <a:defRPr sz="2600" b="1">
                <a:latin typeface="DM Sans"/>
                <a:ea typeface="DM Sans"/>
                <a:cs typeface="DM Sans"/>
              </a:defRPr>
            </a:lvl6pPr>
            <a:lvl7pPr>
              <a:lnSpc>
                <a:spcPct val="115000"/>
              </a:lnSpc>
              <a:spcBef>
                <a:spcPts val="0"/>
              </a:spcBef>
              <a:spcAft>
                <a:spcPts val="0"/>
              </a:spcAft>
              <a:buSzPts val="2600"/>
              <a:buFont typeface="DM Sans"/>
              <a:buNone/>
              <a:defRPr sz="2600" b="1">
                <a:latin typeface="DM Sans"/>
                <a:ea typeface="DM Sans"/>
                <a:cs typeface="DM Sans"/>
              </a:defRPr>
            </a:lvl7pPr>
            <a:lvl8pPr>
              <a:lnSpc>
                <a:spcPct val="115000"/>
              </a:lnSpc>
              <a:spcBef>
                <a:spcPts val="0"/>
              </a:spcBef>
              <a:spcAft>
                <a:spcPts val="0"/>
              </a:spcAft>
              <a:buSzPts val="2600"/>
              <a:buFont typeface="DM Sans"/>
              <a:buNone/>
              <a:defRPr sz="2600" b="1">
                <a:latin typeface="DM Sans"/>
                <a:ea typeface="DM Sans"/>
                <a:cs typeface="DM Sans"/>
              </a:defRPr>
            </a:lvl8pPr>
            <a:lvl9pPr>
              <a:lnSpc>
                <a:spcPct val="115000"/>
              </a:lnSpc>
              <a:spcBef>
                <a:spcPts val="0"/>
              </a:spcBef>
              <a:spcAft>
                <a:spcPts val="0"/>
              </a:spcAft>
              <a:buSzPts val="2600"/>
              <a:buFont typeface="DM Sans"/>
              <a:buNone/>
              <a:defRPr sz="2600" b="1">
                <a:latin typeface="DM Sans"/>
                <a:ea typeface="DM Sans"/>
                <a:cs typeface="DM Sans"/>
              </a:defRPr>
            </a:lvl9pPr>
          </a:lstStyle>
          <a:p/>
        </p:txBody>
      </p:sp>
      <p:sp>
        <p:nvSpPr>
          <p:cNvPr id="183" name="Google Shape;183;p24"/>
          <p:cNvSpPr>
            <a:spLocks noGrp="1"/>
          </p:cNvSpPr>
          <p:nvPr>
            <p:ph type="subTitle" idx="6"/>
          </p:nvPr>
        </p:nvSpPr>
        <p:spPr>
          <a:xfrm>
            <a:off x="720000" y="3325377"/>
            <a:ext cx="7704000" cy="427500"/>
          </a:xfrm>
          <a:prstGeom prst="rect">
            <a:avLst/>
          </a:prstGeom>
        </p:spPr>
        <p:txBody>
          <a:bodyPr spcFirstLastPara="1" wrap="square" lIns="91425" tIns="91425" rIns="91425" bIns="91425" anchor="b">
            <a:noAutofit/>
          </a:bodyPr>
          <a:lstStyle>
            <a:lvl1pPr algn="ctr">
              <a:lnSpc>
                <a:spcPct val="115000"/>
              </a:lnSpc>
              <a:spcBef>
                <a:spcPts val="0"/>
              </a:spcBef>
              <a:spcAft>
                <a:spcPts val="0"/>
              </a:spcAft>
              <a:buSzPts val="2600"/>
              <a:buFont typeface="DM Sans"/>
              <a:buNone/>
              <a:defRPr sz="2000" b="1">
                <a:latin typeface="Poppins"/>
                <a:ea typeface="Poppins"/>
                <a:cs typeface="Poppins"/>
              </a:defRPr>
            </a:lvl1pPr>
            <a:lvl2pPr>
              <a:lnSpc>
                <a:spcPct val="115000"/>
              </a:lnSpc>
              <a:spcBef>
                <a:spcPts val="0"/>
              </a:spcBef>
              <a:spcAft>
                <a:spcPts val="0"/>
              </a:spcAft>
              <a:buSzPts val="2600"/>
              <a:buFont typeface="DM Sans"/>
              <a:buNone/>
              <a:defRPr sz="2600" b="1">
                <a:latin typeface="DM Sans"/>
                <a:ea typeface="DM Sans"/>
                <a:cs typeface="DM Sans"/>
              </a:defRPr>
            </a:lvl2pPr>
            <a:lvl3pPr>
              <a:lnSpc>
                <a:spcPct val="115000"/>
              </a:lnSpc>
              <a:spcBef>
                <a:spcPts val="0"/>
              </a:spcBef>
              <a:spcAft>
                <a:spcPts val="0"/>
              </a:spcAft>
              <a:buSzPts val="2600"/>
              <a:buFont typeface="DM Sans"/>
              <a:buNone/>
              <a:defRPr sz="2600" b="1">
                <a:latin typeface="DM Sans"/>
                <a:ea typeface="DM Sans"/>
                <a:cs typeface="DM Sans"/>
              </a:defRPr>
            </a:lvl3pPr>
            <a:lvl4pPr>
              <a:lnSpc>
                <a:spcPct val="115000"/>
              </a:lnSpc>
              <a:spcBef>
                <a:spcPts val="0"/>
              </a:spcBef>
              <a:spcAft>
                <a:spcPts val="0"/>
              </a:spcAft>
              <a:buSzPts val="2600"/>
              <a:buFont typeface="DM Sans"/>
              <a:buNone/>
              <a:defRPr sz="2600" b="1">
                <a:latin typeface="DM Sans"/>
                <a:ea typeface="DM Sans"/>
                <a:cs typeface="DM Sans"/>
              </a:defRPr>
            </a:lvl4pPr>
            <a:lvl5pPr>
              <a:lnSpc>
                <a:spcPct val="115000"/>
              </a:lnSpc>
              <a:spcBef>
                <a:spcPts val="0"/>
              </a:spcBef>
              <a:spcAft>
                <a:spcPts val="0"/>
              </a:spcAft>
              <a:buSzPts val="2600"/>
              <a:buFont typeface="DM Sans"/>
              <a:buNone/>
              <a:defRPr sz="2600" b="1">
                <a:latin typeface="DM Sans"/>
                <a:ea typeface="DM Sans"/>
                <a:cs typeface="DM Sans"/>
              </a:defRPr>
            </a:lvl5pPr>
            <a:lvl6pPr>
              <a:lnSpc>
                <a:spcPct val="115000"/>
              </a:lnSpc>
              <a:spcBef>
                <a:spcPts val="0"/>
              </a:spcBef>
              <a:spcAft>
                <a:spcPts val="0"/>
              </a:spcAft>
              <a:buSzPts val="2600"/>
              <a:buFont typeface="DM Sans"/>
              <a:buNone/>
              <a:defRPr sz="2600" b="1">
                <a:latin typeface="DM Sans"/>
                <a:ea typeface="DM Sans"/>
                <a:cs typeface="DM Sans"/>
              </a:defRPr>
            </a:lvl6pPr>
            <a:lvl7pPr>
              <a:lnSpc>
                <a:spcPct val="115000"/>
              </a:lnSpc>
              <a:spcBef>
                <a:spcPts val="0"/>
              </a:spcBef>
              <a:spcAft>
                <a:spcPts val="0"/>
              </a:spcAft>
              <a:buSzPts val="2600"/>
              <a:buFont typeface="DM Sans"/>
              <a:buNone/>
              <a:defRPr sz="2600" b="1">
                <a:latin typeface="DM Sans"/>
                <a:ea typeface="DM Sans"/>
                <a:cs typeface="DM Sans"/>
              </a:defRPr>
            </a:lvl7pPr>
            <a:lvl8pPr>
              <a:lnSpc>
                <a:spcPct val="115000"/>
              </a:lnSpc>
              <a:spcBef>
                <a:spcPts val="0"/>
              </a:spcBef>
              <a:spcAft>
                <a:spcPts val="0"/>
              </a:spcAft>
              <a:buSzPts val="2600"/>
              <a:buFont typeface="DM Sans"/>
              <a:buNone/>
              <a:defRPr sz="2600" b="1">
                <a:latin typeface="DM Sans"/>
                <a:ea typeface="DM Sans"/>
                <a:cs typeface="DM Sans"/>
              </a:defRPr>
            </a:lvl8pPr>
            <a:lvl9pPr>
              <a:lnSpc>
                <a:spcPct val="115000"/>
              </a:lnSpc>
              <a:spcBef>
                <a:spcPts val="0"/>
              </a:spcBef>
              <a:spcAft>
                <a:spcPts val="0"/>
              </a:spcAft>
              <a:buSzPts val="2600"/>
              <a:buFont typeface="DM Sans"/>
              <a:buNone/>
              <a:defRPr sz="2600" b="1">
                <a:latin typeface="DM Sans"/>
                <a:ea typeface="DM Sans"/>
                <a:cs typeface="DM Sans"/>
              </a:defRPr>
            </a:lvl9pPr>
          </a:lstStyle>
          <a:p/>
        </p:txBody>
      </p:sp>
      <p:sp>
        <p:nvSpPr>
          <p:cNvPr id="185" name="Google Shape;185;p24"/>
          <p:cNvSpPr>
            <a:spLocks noGrp="1"/>
          </p:cNvSpPr>
          <p:nvPr/>
        </p:nvSpPr>
        <p:spPr>
          <a:xfrm flipH="1">
            <a:off x="8312375" y="-678400"/>
            <a:ext cx="1648800" cy="1648800"/>
          </a:xfrm>
          <a:prstGeom prst="ellipse">
            <a:avLst/>
          </a:prstGeom>
          <a:solidFill>
            <a:srgbClr val="74CEC4">
              <a:alpha val="6000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86" name="Google Shape;186;p24"/>
          <p:cNvSpPr>
            <a:spLocks noGrp="1"/>
          </p:cNvSpPr>
          <p:nvPr/>
        </p:nvSpPr>
        <p:spPr>
          <a:xfrm rot="5400000" flipH="1">
            <a:off x="-27100" y="4612200"/>
            <a:ext cx="536100" cy="526500"/>
          </a:xfrm>
          <a:prstGeom prst="round1Rect">
            <a:avLst>
              <a:gd name="adj" fmla="val 50000"/>
            </a:avLst>
          </a:prstGeom>
          <a:solidFill>
            <a:schemeClr val="accent1"/>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87" name="Google Shape;187;p24"/>
          <p:cNvSpPr>
            <a:spLocks noGrp="1"/>
          </p:cNvSpPr>
          <p:nvPr/>
        </p:nvSpPr>
        <p:spPr>
          <a:xfrm flipH="1">
            <a:off x="171200" y="4469010"/>
            <a:ext cx="526500" cy="526500"/>
          </a:xfrm>
          <a:prstGeom prst="ellipse">
            <a:avLst/>
          </a:prstGeom>
          <a:solidFill>
            <a:srgbClr val="0584A4">
              <a:alpha val="40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188" name="Google Shape;188;p24"/>
          <p:cNvSpPr>
            <a:spLocks noGrp="1"/>
          </p:cNvSpPr>
          <p:nvPr/>
        </p:nvSpPr>
        <p:spPr>
          <a:xfrm>
            <a:off x="7819550" y="-3825506"/>
            <a:ext cx="1483500" cy="4365000"/>
          </a:xfrm>
          <a:prstGeom prst="roundRect">
            <a:avLst>
              <a:gd name="adj" fmla="val 50000"/>
            </a:avLst>
          </a:prstGeom>
          <a:solidFill>
            <a:srgbClr val="0584A4">
              <a:alpha val="40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
        <p:cNvGrpSpPr/>
        <p:nvPr/>
      </p:nvGrpSpPr>
      <p:grpSpPr/>
      <p:sp>
        <p:nvSpPr>
          <p:cNvPr id="190" name="Google Shape;190;p25"/>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p:txBody>
      </p:sp>
      <p:sp>
        <p:nvSpPr>
          <p:cNvPr id="191" name="Google Shape;191;p25"/>
          <p:cNvSpPr>
            <a:spLocks noGrp="1"/>
          </p:cNvSpPr>
          <p:nvPr>
            <p:ph type="subTitle" idx="1"/>
          </p:nvPr>
        </p:nvSpPr>
        <p:spPr>
          <a:xfrm>
            <a:off x="1747638" y="1647925"/>
            <a:ext cx="2626800" cy="911100"/>
          </a:xfrm>
          <a:prstGeom prst="rect">
            <a:avLst/>
          </a:prstGeom>
          <a:ln>
            <a:noFill/>
          </a:ln>
        </p:spPr>
        <p:txBody>
          <a:bodyPr spcFirstLastPara="1" wrap="square" lIns="91425" tIns="91425" rIns="91425" bIns="91425" anchor="t">
            <a:noAutofit/>
          </a:bodyPr>
          <a:lstStyle>
            <a:lvl1pPr>
              <a:lnSpc>
                <a:spcPct val="115000"/>
              </a:lnSpc>
              <a:spcBef>
                <a:spcPts val="0"/>
              </a:spcBef>
              <a:spcAft>
                <a:spcPts val="0"/>
              </a:spcAft>
              <a:buSzPts val="1400"/>
              <a:buNone/>
              <a:defRPr sz="1400"/>
            </a:lvl1pPr>
            <a:lvl2pPr algn="ctr">
              <a:lnSpc>
                <a:spcPct val="115000"/>
              </a:lnSpc>
              <a:spcBef>
                <a:spcPts val="0"/>
              </a:spcBef>
              <a:spcAft>
                <a:spcPts val="0"/>
              </a:spcAft>
              <a:buSzPts val="1400"/>
              <a:buNone/>
              <a:defRPr/>
            </a:lvl2pPr>
            <a:lvl3pPr algn="ctr">
              <a:lnSpc>
                <a:spcPct val="115000"/>
              </a:lnSpc>
              <a:spcBef>
                <a:spcPts val="0"/>
              </a:spcBef>
              <a:spcAft>
                <a:spcPts val="0"/>
              </a:spcAft>
              <a:buSzPts val="1400"/>
              <a:buNone/>
              <a:defRPr/>
            </a:lvl3pPr>
            <a:lvl4pPr algn="ctr">
              <a:lnSpc>
                <a:spcPct val="115000"/>
              </a:lnSpc>
              <a:spcBef>
                <a:spcPts val="0"/>
              </a:spcBef>
              <a:spcAft>
                <a:spcPts val="0"/>
              </a:spcAft>
              <a:buSzPts val="1400"/>
              <a:buNone/>
              <a:defRPr/>
            </a:lvl4pPr>
            <a:lvl5pPr algn="ctr">
              <a:lnSpc>
                <a:spcPct val="115000"/>
              </a:lnSpc>
              <a:spcBef>
                <a:spcPts val="0"/>
              </a:spcBef>
              <a:spcAft>
                <a:spcPts val="0"/>
              </a:spcAft>
              <a:buSzPts val="1400"/>
              <a:buNone/>
              <a:defRPr/>
            </a:lvl5pPr>
            <a:lvl6pPr algn="ctr">
              <a:lnSpc>
                <a:spcPct val="115000"/>
              </a:lnSpc>
              <a:spcBef>
                <a:spcPts val="0"/>
              </a:spcBef>
              <a:spcAft>
                <a:spcPts val="0"/>
              </a:spcAft>
              <a:buSzPts val="1400"/>
              <a:buNone/>
              <a:defRPr/>
            </a:lvl6pPr>
            <a:lvl7pPr algn="ctr">
              <a:lnSpc>
                <a:spcPct val="115000"/>
              </a:lnSpc>
              <a:spcBef>
                <a:spcPts val="0"/>
              </a:spcBef>
              <a:spcAft>
                <a:spcPts val="0"/>
              </a:spcAft>
              <a:buSzPts val="1400"/>
              <a:buNone/>
              <a:defRPr/>
            </a:lvl7pPr>
            <a:lvl8pPr algn="ctr">
              <a:lnSpc>
                <a:spcPct val="115000"/>
              </a:lnSpc>
              <a:spcBef>
                <a:spcPts val="0"/>
              </a:spcBef>
              <a:spcAft>
                <a:spcPts val="0"/>
              </a:spcAft>
              <a:buSzPts val="1400"/>
              <a:buNone/>
              <a:defRPr/>
            </a:lvl8pPr>
            <a:lvl9pPr algn="ctr">
              <a:lnSpc>
                <a:spcPct val="115000"/>
              </a:lnSpc>
              <a:spcBef>
                <a:spcPts val="0"/>
              </a:spcBef>
              <a:spcAft>
                <a:spcPts val="0"/>
              </a:spcAft>
              <a:buSzPts val="1400"/>
              <a:buNone/>
              <a:defRPr/>
            </a:lvl9pPr>
          </a:lstStyle>
          <a:p/>
        </p:txBody>
      </p:sp>
      <p:sp>
        <p:nvSpPr>
          <p:cNvPr id="192" name="Google Shape;192;p25"/>
          <p:cNvSpPr>
            <a:spLocks noGrp="1"/>
          </p:cNvSpPr>
          <p:nvPr>
            <p:ph type="subTitle" idx="2"/>
          </p:nvPr>
        </p:nvSpPr>
        <p:spPr>
          <a:xfrm>
            <a:off x="5186088" y="1647925"/>
            <a:ext cx="2626800" cy="911100"/>
          </a:xfrm>
          <a:prstGeom prst="rect">
            <a:avLst/>
          </a:prstGeom>
          <a:ln>
            <a:noFill/>
          </a:ln>
        </p:spPr>
        <p:txBody>
          <a:bodyPr spcFirstLastPara="1" wrap="square" lIns="91425" tIns="91425" rIns="91425" bIns="91425" anchor="t">
            <a:noAutofit/>
          </a:bodyPr>
          <a:lstStyle>
            <a:lvl1pPr>
              <a:lnSpc>
                <a:spcPct val="115000"/>
              </a:lnSpc>
              <a:spcBef>
                <a:spcPts val="0"/>
              </a:spcBef>
              <a:spcAft>
                <a:spcPts val="0"/>
              </a:spcAft>
              <a:buSzPts val="1400"/>
              <a:buNone/>
              <a:defRPr sz="1400"/>
            </a:lvl1pPr>
            <a:lvl2pPr algn="ctr">
              <a:lnSpc>
                <a:spcPct val="115000"/>
              </a:lnSpc>
              <a:spcBef>
                <a:spcPts val="0"/>
              </a:spcBef>
              <a:spcAft>
                <a:spcPts val="0"/>
              </a:spcAft>
              <a:buSzPts val="1400"/>
              <a:buNone/>
              <a:defRPr/>
            </a:lvl2pPr>
            <a:lvl3pPr algn="ctr">
              <a:lnSpc>
                <a:spcPct val="115000"/>
              </a:lnSpc>
              <a:spcBef>
                <a:spcPts val="0"/>
              </a:spcBef>
              <a:spcAft>
                <a:spcPts val="0"/>
              </a:spcAft>
              <a:buSzPts val="1400"/>
              <a:buNone/>
              <a:defRPr/>
            </a:lvl3pPr>
            <a:lvl4pPr algn="ctr">
              <a:lnSpc>
                <a:spcPct val="115000"/>
              </a:lnSpc>
              <a:spcBef>
                <a:spcPts val="0"/>
              </a:spcBef>
              <a:spcAft>
                <a:spcPts val="0"/>
              </a:spcAft>
              <a:buSzPts val="1400"/>
              <a:buNone/>
              <a:defRPr/>
            </a:lvl4pPr>
            <a:lvl5pPr algn="ctr">
              <a:lnSpc>
                <a:spcPct val="115000"/>
              </a:lnSpc>
              <a:spcBef>
                <a:spcPts val="0"/>
              </a:spcBef>
              <a:spcAft>
                <a:spcPts val="0"/>
              </a:spcAft>
              <a:buSzPts val="1400"/>
              <a:buNone/>
              <a:defRPr/>
            </a:lvl5pPr>
            <a:lvl6pPr algn="ctr">
              <a:lnSpc>
                <a:spcPct val="115000"/>
              </a:lnSpc>
              <a:spcBef>
                <a:spcPts val="0"/>
              </a:spcBef>
              <a:spcAft>
                <a:spcPts val="0"/>
              </a:spcAft>
              <a:buSzPts val="1400"/>
              <a:buNone/>
              <a:defRPr/>
            </a:lvl6pPr>
            <a:lvl7pPr algn="ctr">
              <a:lnSpc>
                <a:spcPct val="115000"/>
              </a:lnSpc>
              <a:spcBef>
                <a:spcPts val="0"/>
              </a:spcBef>
              <a:spcAft>
                <a:spcPts val="0"/>
              </a:spcAft>
              <a:buSzPts val="1400"/>
              <a:buNone/>
              <a:defRPr/>
            </a:lvl7pPr>
            <a:lvl8pPr algn="ctr">
              <a:lnSpc>
                <a:spcPct val="115000"/>
              </a:lnSpc>
              <a:spcBef>
                <a:spcPts val="0"/>
              </a:spcBef>
              <a:spcAft>
                <a:spcPts val="0"/>
              </a:spcAft>
              <a:buSzPts val="1400"/>
              <a:buNone/>
              <a:defRPr/>
            </a:lvl8pPr>
            <a:lvl9pPr algn="ctr">
              <a:lnSpc>
                <a:spcPct val="115000"/>
              </a:lnSpc>
              <a:spcBef>
                <a:spcPts val="0"/>
              </a:spcBef>
              <a:spcAft>
                <a:spcPts val="0"/>
              </a:spcAft>
              <a:buSzPts val="1400"/>
              <a:buNone/>
              <a:defRPr/>
            </a:lvl9pPr>
          </a:lstStyle>
          <a:p/>
        </p:txBody>
      </p:sp>
      <p:sp>
        <p:nvSpPr>
          <p:cNvPr id="193" name="Google Shape;193;p25"/>
          <p:cNvSpPr>
            <a:spLocks noGrp="1"/>
          </p:cNvSpPr>
          <p:nvPr>
            <p:ph type="subTitle" idx="3"/>
          </p:nvPr>
        </p:nvSpPr>
        <p:spPr>
          <a:xfrm>
            <a:off x="1747638" y="3231925"/>
            <a:ext cx="2626800" cy="911100"/>
          </a:xfrm>
          <a:prstGeom prst="rect">
            <a:avLst/>
          </a:prstGeom>
          <a:ln>
            <a:noFill/>
          </a:ln>
        </p:spPr>
        <p:txBody>
          <a:bodyPr spcFirstLastPara="1" wrap="square" lIns="91425" tIns="91425" rIns="91425" bIns="91425" anchor="t">
            <a:noAutofit/>
          </a:bodyPr>
          <a:lstStyle>
            <a:lvl1pPr>
              <a:lnSpc>
                <a:spcPct val="115000"/>
              </a:lnSpc>
              <a:spcBef>
                <a:spcPts val="0"/>
              </a:spcBef>
              <a:spcAft>
                <a:spcPts val="0"/>
              </a:spcAft>
              <a:buSzPts val="1400"/>
              <a:buNone/>
              <a:defRPr sz="1400"/>
            </a:lvl1pPr>
            <a:lvl2pPr algn="ctr">
              <a:lnSpc>
                <a:spcPct val="115000"/>
              </a:lnSpc>
              <a:spcBef>
                <a:spcPts val="0"/>
              </a:spcBef>
              <a:spcAft>
                <a:spcPts val="0"/>
              </a:spcAft>
              <a:buSzPts val="1400"/>
              <a:buNone/>
              <a:defRPr/>
            </a:lvl2pPr>
            <a:lvl3pPr algn="ctr">
              <a:lnSpc>
                <a:spcPct val="115000"/>
              </a:lnSpc>
              <a:spcBef>
                <a:spcPts val="0"/>
              </a:spcBef>
              <a:spcAft>
                <a:spcPts val="0"/>
              </a:spcAft>
              <a:buSzPts val="1400"/>
              <a:buNone/>
              <a:defRPr/>
            </a:lvl3pPr>
            <a:lvl4pPr algn="ctr">
              <a:lnSpc>
                <a:spcPct val="115000"/>
              </a:lnSpc>
              <a:spcBef>
                <a:spcPts val="0"/>
              </a:spcBef>
              <a:spcAft>
                <a:spcPts val="0"/>
              </a:spcAft>
              <a:buSzPts val="1400"/>
              <a:buNone/>
              <a:defRPr/>
            </a:lvl4pPr>
            <a:lvl5pPr algn="ctr">
              <a:lnSpc>
                <a:spcPct val="115000"/>
              </a:lnSpc>
              <a:spcBef>
                <a:spcPts val="0"/>
              </a:spcBef>
              <a:spcAft>
                <a:spcPts val="0"/>
              </a:spcAft>
              <a:buSzPts val="1400"/>
              <a:buNone/>
              <a:defRPr/>
            </a:lvl5pPr>
            <a:lvl6pPr algn="ctr">
              <a:lnSpc>
                <a:spcPct val="115000"/>
              </a:lnSpc>
              <a:spcBef>
                <a:spcPts val="0"/>
              </a:spcBef>
              <a:spcAft>
                <a:spcPts val="0"/>
              </a:spcAft>
              <a:buSzPts val="1400"/>
              <a:buNone/>
              <a:defRPr/>
            </a:lvl6pPr>
            <a:lvl7pPr algn="ctr">
              <a:lnSpc>
                <a:spcPct val="115000"/>
              </a:lnSpc>
              <a:spcBef>
                <a:spcPts val="0"/>
              </a:spcBef>
              <a:spcAft>
                <a:spcPts val="0"/>
              </a:spcAft>
              <a:buSzPts val="1400"/>
              <a:buNone/>
              <a:defRPr/>
            </a:lvl7pPr>
            <a:lvl8pPr algn="ctr">
              <a:lnSpc>
                <a:spcPct val="115000"/>
              </a:lnSpc>
              <a:spcBef>
                <a:spcPts val="0"/>
              </a:spcBef>
              <a:spcAft>
                <a:spcPts val="0"/>
              </a:spcAft>
              <a:buSzPts val="1400"/>
              <a:buNone/>
              <a:defRPr/>
            </a:lvl8pPr>
            <a:lvl9pPr algn="ctr">
              <a:lnSpc>
                <a:spcPct val="115000"/>
              </a:lnSpc>
              <a:spcBef>
                <a:spcPts val="0"/>
              </a:spcBef>
              <a:spcAft>
                <a:spcPts val="0"/>
              </a:spcAft>
              <a:buSzPts val="1400"/>
              <a:buNone/>
              <a:defRPr/>
            </a:lvl9pPr>
          </a:lstStyle>
          <a:p/>
        </p:txBody>
      </p:sp>
      <p:sp>
        <p:nvSpPr>
          <p:cNvPr id="194" name="Google Shape;194;p25"/>
          <p:cNvSpPr>
            <a:spLocks noGrp="1"/>
          </p:cNvSpPr>
          <p:nvPr>
            <p:ph type="subTitle" idx="4"/>
          </p:nvPr>
        </p:nvSpPr>
        <p:spPr>
          <a:xfrm>
            <a:off x="5186088" y="3231925"/>
            <a:ext cx="2626800" cy="911100"/>
          </a:xfrm>
          <a:prstGeom prst="rect">
            <a:avLst/>
          </a:prstGeom>
          <a:ln>
            <a:noFill/>
          </a:ln>
        </p:spPr>
        <p:txBody>
          <a:bodyPr spcFirstLastPara="1" wrap="square" lIns="91425" tIns="91425" rIns="91425" bIns="91425" anchor="t">
            <a:noAutofit/>
          </a:bodyPr>
          <a:lstStyle>
            <a:lvl1pPr>
              <a:lnSpc>
                <a:spcPct val="115000"/>
              </a:lnSpc>
              <a:spcBef>
                <a:spcPts val="0"/>
              </a:spcBef>
              <a:spcAft>
                <a:spcPts val="0"/>
              </a:spcAft>
              <a:buSzPts val="1400"/>
              <a:buNone/>
              <a:defRPr sz="1400"/>
            </a:lvl1pPr>
            <a:lvl2pPr algn="ctr">
              <a:lnSpc>
                <a:spcPct val="115000"/>
              </a:lnSpc>
              <a:spcBef>
                <a:spcPts val="0"/>
              </a:spcBef>
              <a:spcAft>
                <a:spcPts val="0"/>
              </a:spcAft>
              <a:buSzPts val="1400"/>
              <a:buNone/>
              <a:defRPr/>
            </a:lvl2pPr>
            <a:lvl3pPr algn="ctr">
              <a:lnSpc>
                <a:spcPct val="115000"/>
              </a:lnSpc>
              <a:spcBef>
                <a:spcPts val="0"/>
              </a:spcBef>
              <a:spcAft>
                <a:spcPts val="0"/>
              </a:spcAft>
              <a:buSzPts val="1400"/>
              <a:buNone/>
              <a:defRPr/>
            </a:lvl3pPr>
            <a:lvl4pPr algn="ctr">
              <a:lnSpc>
                <a:spcPct val="115000"/>
              </a:lnSpc>
              <a:spcBef>
                <a:spcPts val="0"/>
              </a:spcBef>
              <a:spcAft>
                <a:spcPts val="0"/>
              </a:spcAft>
              <a:buSzPts val="1400"/>
              <a:buNone/>
              <a:defRPr/>
            </a:lvl4pPr>
            <a:lvl5pPr algn="ctr">
              <a:lnSpc>
                <a:spcPct val="115000"/>
              </a:lnSpc>
              <a:spcBef>
                <a:spcPts val="0"/>
              </a:spcBef>
              <a:spcAft>
                <a:spcPts val="0"/>
              </a:spcAft>
              <a:buSzPts val="1400"/>
              <a:buNone/>
              <a:defRPr/>
            </a:lvl5pPr>
            <a:lvl6pPr algn="ctr">
              <a:lnSpc>
                <a:spcPct val="115000"/>
              </a:lnSpc>
              <a:spcBef>
                <a:spcPts val="0"/>
              </a:spcBef>
              <a:spcAft>
                <a:spcPts val="0"/>
              </a:spcAft>
              <a:buSzPts val="1400"/>
              <a:buNone/>
              <a:defRPr/>
            </a:lvl6pPr>
            <a:lvl7pPr algn="ctr">
              <a:lnSpc>
                <a:spcPct val="115000"/>
              </a:lnSpc>
              <a:spcBef>
                <a:spcPts val="0"/>
              </a:spcBef>
              <a:spcAft>
                <a:spcPts val="0"/>
              </a:spcAft>
              <a:buSzPts val="1400"/>
              <a:buNone/>
              <a:defRPr/>
            </a:lvl7pPr>
            <a:lvl8pPr algn="ctr">
              <a:lnSpc>
                <a:spcPct val="115000"/>
              </a:lnSpc>
              <a:spcBef>
                <a:spcPts val="0"/>
              </a:spcBef>
              <a:spcAft>
                <a:spcPts val="0"/>
              </a:spcAft>
              <a:buSzPts val="1400"/>
              <a:buNone/>
              <a:defRPr/>
            </a:lvl8pPr>
            <a:lvl9pPr algn="ctr">
              <a:lnSpc>
                <a:spcPct val="115000"/>
              </a:lnSpc>
              <a:spcBef>
                <a:spcPts val="0"/>
              </a:spcBef>
              <a:spcAft>
                <a:spcPts val="0"/>
              </a:spcAft>
              <a:buSzPts val="1400"/>
              <a:buNone/>
              <a:defRPr/>
            </a:lvl9pPr>
          </a:lstStyle>
          <a:p/>
        </p:txBody>
      </p:sp>
      <p:sp>
        <p:nvSpPr>
          <p:cNvPr id="195" name="Google Shape;195;p25"/>
          <p:cNvSpPr>
            <a:spLocks noGrp="1"/>
          </p:cNvSpPr>
          <p:nvPr>
            <p:ph type="subTitle" idx="5"/>
          </p:nvPr>
        </p:nvSpPr>
        <p:spPr>
          <a:xfrm>
            <a:off x="1747650" y="1215625"/>
            <a:ext cx="2626800" cy="482400"/>
          </a:xfrm>
          <a:prstGeom prst="rect">
            <a:avLst/>
          </a:prstGeom>
          <a:ln>
            <a:noFill/>
          </a:ln>
        </p:spPr>
        <p:txBody>
          <a:bodyPr spcFirstLastPara="1" wrap="square" lIns="91425" tIns="91425" rIns="91425" bIns="91425" anchor="b">
            <a:noAutofit/>
          </a:bodyPr>
          <a:lstStyle>
            <a:lvl1pPr>
              <a:lnSpc>
                <a:spcPct val="115000"/>
              </a:lnSpc>
              <a:spcBef>
                <a:spcPts val="0"/>
              </a:spcBef>
              <a:spcAft>
                <a:spcPts val="0"/>
              </a:spcAft>
              <a:buSzPts val="2400"/>
              <a:buFont typeface="DM Sans"/>
              <a:buNone/>
              <a:defRPr sz="2000" b="1">
                <a:latin typeface="Poppins"/>
                <a:ea typeface="Poppins"/>
                <a:cs typeface="Poppins"/>
              </a:defRPr>
            </a:lvl1pPr>
            <a:lvl2pPr algn="ctr">
              <a:lnSpc>
                <a:spcPct val="115000"/>
              </a:lnSpc>
              <a:spcBef>
                <a:spcPts val="0"/>
              </a:spcBef>
              <a:spcAft>
                <a:spcPts val="0"/>
              </a:spcAft>
              <a:buSzPts val="2400"/>
              <a:buFont typeface="DM Sans"/>
              <a:buNone/>
              <a:defRPr sz="2400" b="1">
                <a:latin typeface="DM Sans"/>
                <a:ea typeface="DM Sans"/>
                <a:cs typeface="DM Sans"/>
              </a:defRPr>
            </a:lvl2pPr>
            <a:lvl3pPr algn="ctr">
              <a:lnSpc>
                <a:spcPct val="115000"/>
              </a:lnSpc>
              <a:spcBef>
                <a:spcPts val="0"/>
              </a:spcBef>
              <a:spcAft>
                <a:spcPts val="0"/>
              </a:spcAft>
              <a:buSzPts val="2400"/>
              <a:buFont typeface="DM Sans"/>
              <a:buNone/>
              <a:defRPr sz="2400" b="1">
                <a:latin typeface="DM Sans"/>
                <a:ea typeface="DM Sans"/>
                <a:cs typeface="DM Sans"/>
              </a:defRPr>
            </a:lvl3pPr>
            <a:lvl4pPr algn="ctr">
              <a:lnSpc>
                <a:spcPct val="115000"/>
              </a:lnSpc>
              <a:spcBef>
                <a:spcPts val="0"/>
              </a:spcBef>
              <a:spcAft>
                <a:spcPts val="0"/>
              </a:spcAft>
              <a:buSzPts val="2400"/>
              <a:buFont typeface="DM Sans"/>
              <a:buNone/>
              <a:defRPr sz="2400" b="1">
                <a:latin typeface="DM Sans"/>
                <a:ea typeface="DM Sans"/>
                <a:cs typeface="DM Sans"/>
              </a:defRPr>
            </a:lvl4pPr>
            <a:lvl5pPr algn="ctr">
              <a:lnSpc>
                <a:spcPct val="115000"/>
              </a:lnSpc>
              <a:spcBef>
                <a:spcPts val="0"/>
              </a:spcBef>
              <a:spcAft>
                <a:spcPts val="0"/>
              </a:spcAft>
              <a:buSzPts val="2400"/>
              <a:buFont typeface="DM Sans"/>
              <a:buNone/>
              <a:defRPr sz="2400" b="1">
                <a:latin typeface="DM Sans"/>
                <a:ea typeface="DM Sans"/>
                <a:cs typeface="DM Sans"/>
              </a:defRPr>
            </a:lvl5pPr>
            <a:lvl6pPr algn="ctr">
              <a:lnSpc>
                <a:spcPct val="115000"/>
              </a:lnSpc>
              <a:spcBef>
                <a:spcPts val="0"/>
              </a:spcBef>
              <a:spcAft>
                <a:spcPts val="0"/>
              </a:spcAft>
              <a:buSzPts val="2400"/>
              <a:buFont typeface="DM Sans"/>
              <a:buNone/>
              <a:defRPr sz="2400" b="1">
                <a:latin typeface="DM Sans"/>
                <a:ea typeface="DM Sans"/>
                <a:cs typeface="DM Sans"/>
              </a:defRPr>
            </a:lvl6pPr>
            <a:lvl7pPr algn="ctr">
              <a:lnSpc>
                <a:spcPct val="115000"/>
              </a:lnSpc>
              <a:spcBef>
                <a:spcPts val="0"/>
              </a:spcBef>
              <a:spcAft>
                <a:spcPts val="0"/>
              </a:spcAft>
              <a:buSzPts val="2400"/>
              <a:buFont typeface="DM Sans"/>
              <a:buNone/>
              <a:defRPr sz="2400" b="1">
                <a:latin typeface="DM Sans"/>
                <a:ea typeface="DM Sans"/>
                <a:cs typeface="DM Sans"/>
              </a:defRPr>
            </a:lvl7pPr>
            <a:lvl8pPr algn="ctr">
              <a:lnSpc>
                <a:spcPct val="115000"/>
              </a:lnSpc>
              <a:spcBef>
                <a:spcPts val="0"/>
              </a:spcBef>
              <a:spcAft>
                <a:spcPts val="0"/>
              </a:spcAft>
              <a:buSzPts val="2400"/>
              <a:buFont typeface="DM Sans"/>
              <a:buNone/>
              <a:defRPr sz="2400" b="1">
                <a:latin typeface="DM Sans"/>
                <a:ea typeface="DM Sans"/>
                <a:cs typeface="DM Sans"/>
              </a:defRPr>
            </a:lvl8pPr>
            <a:lvl9pPr algn="ctr">
              <a:lnSpc>
                <a:spcPct val="115000"/>
              </a:lnSpc>
              <a:spcBef>
                <a:spcPts val="0"/>
              </a:spcBef>
              <a:spcAft>
                <a:spcPts val="0"/>
              </a:spcAft>
              <a:buSzPts val="2400"/>
              <a:buFont typeface="DM Sans"/>
              <a:buNone/>
              <a:defRPr sz="2400" b="1">
                <a:latin typeface="DM Sans"/>
                <a:ea typeface="DM Sans"/>
                <a:cs typeface="DM Sans"/>
              </a:defRPr>
            </a:lvl9pPr>
          </a:lstStyle>
          <a:p/>
        </p:txBody>
      </p:sp>
      <p:sp>
        <p:nvSpPr>
          <p:cNvPr id="196" name="Google Shape;196;p25"/>
          <p:cNvSpPr>
            <a:spLocks noGrp="1"/>
          </p:cNvSpPr>
          <p:nvPr>
            <p:ph type="subTitle" idx="6"/>
          </p:nvPr>
        </p:nvSpPr>
        <p:spPr>
          <a:xfrm>
            <a:off x="5186100" y="1215625"/>
            <a:ext cx="2626800" cy="482400"/>
          </a:xfrm>
          <a:prstGeom prst="rect">
            <a:avLst/>
          </a:prstGeom>
          <a:ln>
            <a:noFill/>
          </a:ln>
        </p:spPr>
        <p:txBody>
          <a:bodyPr spcFirstLastPara="1" wrap="square" lIns="91425" tIns="91425" rIns="91425" bIns="91425" anchor="b">
            <a:noAutofit/>
          </a:bodyPr>
          <a:lstStyle>
            <a:lvl1pPr>
              <a:lnSpc>
                <a:spcPct val="115000"/>
              </a:lnSpc>
              <a:spcBef>
                <a:spcPts val="0"/>
              </a:spcBef>
              <a:spcAft>
                <a:spcPts val="0"/>
              </a:spcAft>
              <a:buSzPts val="2400"/>
              <a:buFont typeface="DM Sans"/>
              <a:buNone/>
              <a:defRPr sz="2000" b="1">
                <a:latin typeface="Poppins"/>
                <a:ea typeface="Poppins"/>
                <a:cs typeface="Poppins"/>
              </a:defRPr>
            </a:lvl1pPr>
            <a:lvl2pPr algn="ctr">
              <a:lnSpc>
                <a:spcPct val="115000"/>
              </a:lnSpc>
              <a:spcBef>
                <a:spcPts val="0"/>
              </a:spcBef>
              <a:spcAft>
                <a:spcPts val="0"/>
              </a:spcAft>
              <a:buSzPts val="2400"/>
              <a:buFont typeface="DM Sans"/>
              <a:buNone/>
              <a:defRPr sz="2400" b="1">
                <a:latin typeface="DM Sans"/>
                <a:ea typeface="DM Sans"/>
                <a:cs typeface="DM Sans"/>
              </a:defRPr>
            </a:lvl2pPr>
            <a:lvl3pPr algn="ctr">
              <a:lnSpc>
                <a:spcPct val="115000"/>
              </a:lnSpc>
              <a:spcBef>
                <a:spcPts val="0"/>
              </a:spcBef>
              <a:spcAft>
                <a:spcPts val="0"/>
              </a:spcAft>
              <a:buSzPts val="2400"/>
              <a:buFont typeface="DM Sans"/>
              <a:buNone/>
              <a:defRPr sz="2400" b="1">
                <a:latin typeface="DM Sans"/>
                <a:ea typeface="DM Sans"/>
                <a:cs typeface="DM Sans"/>
              </a:defRPr>
            </a:lvl3pPr>
            <a:lvl4pPr algn="ctr">
              <a:lnSpc>
                <a:spcPct val="115000"/>
              </a:lnSpc>
              <a:spcBef>
                <a:spcPts val="0"/>
              </a:spcBef>
              <a:spcAft>
                <a:spcPts val="0"/>
              </a:spcAft>
              <a:buSzPts val="2400"/>
              <a:buFont typeface="DM Sans"/>
              <a:buNone/>
              <a:defRPr sz="2400" b="1">
                <a:latin typeface="DM Sans"/>
                <a:ea typeface="DM Sans"/>
                <a:cs typeface="DM Sans"/>
              </a:defRPr>
            </a:lvl4pPr>
            <a:lvl5pPr algn="ctr">
              <a:lnSpc>
                <a:spcPct val="115000"/>
              </a:lnSpc>
              <a:spcBef>
                <a:spcPts val="0"/>
              </a:spcBef>
              <a:spcAft>
                <a:spcPts val="0"/>
              </a:spcAft>
              <a:buSzPts val="2400"/>
              <a:buFont typeface="DM Sans"/>
              <a:buNone/>
              <a:defRPr sz="2400" b="1">
                <a:latin typeface="DM Sans"/>
                <a:ea typeface="DM Sans"/>
                <a:cs typeface="DM Sans"/>
              </a:defRPr>
            </a:lvl5pPr>
            <a:lvl6pPr algn="ctr">
              <a:lnSpc>
                <a:spcPct val="115000"/>
              </a:lnSpc>
              <a:spcBef>
                <a:spcPts val="0"/>
              </a:spcBef>
              <a:spcAft>
                <a:spcPts val="0"/>
              </a:spcAft>
              <a:buSzPts val="2400"/>
              <a:buFont typeface="DM Sans"/>
              <a:buNone/>
              <a:defRPr sz="2400" b="1">
                <a:latin typeface="DM Sans"/>
                <a:ea typeface="DM Sans"/>
                <a:cs typeface="DM Sans"/>
              </a:defRPr>
            </a:lvl6pPr>
            <a:lvl7pPr algn="ctr">
              <a:lnSpc>
                <a:spcPct val="115000"/>
              </a:lnSpc>
              <a:spcBef>
                <a:spcPts val="0"/>
              </a:spcBef>
              <a:spcAft>
                <a:spcPts val="0"/>
              </a:spcAft>
              <a:buSzPts val="2400"/>
              <a:buFont typeface="DM Sans"/>
              <a:buNone/>
              <a:defRPr sz="2400" b="1">
                <a:latin typeface="DM Sans"/>
                <a:ea typeface="DM Sans"/>
                <a:cs typeface="DM Sans"/>
              </a:defRPr>
            </a:lvl7pPr>
            <a:lvl8pPr algn="ctr">
              <a:lnSpc>
                <a:spcPct val="115000"/>
              </a:lnSpc>
              <a:spcBef>
                <a:spcPts val="0"/>
              </a:spcBef>
              <a:spcAft>
                <a:spcPts val="0"/>
              </a:spcAft>
              <a:buSzPts val="2400"/>
              <a:buFont typeface="DM Sans"/>
              <a:buNone/>
              <a:defRPr sz="2400" b="1">
                <a:latin typeface="DM Sans"/>
                <a:ea typeface="DM Sans"/>
                <a:cs typeface="DM Sans"/>
              </a:defRPr>
            </a:lvl8pPr>
            <a:lvl9pPr algn="ctr">
              <a:lnSpc>
                <a:spcPct val="115000"/>
              </a:lnSpc>
              <a:spcBef>
                <a:spcPts val="0"/>
              </a:spcBef>
              <a:spcAft>
                <a:spcPts val="0"/>
              </a:spcAft>
              <a:buSzPts val="2400"/>
              <a:buFont typeface="DM Sans"/>
              <a:buNone/>
              <a:defRPr sz="2400" b="1">
                <a:latin typeface="DM Sans"/>
                <a:ea typeface="DM Sans"/>
                <a:cs typeface="DM Sans"/>
              </a:defRPr>
            </a:lvl9pPr>
          </a:lstStyle>
          <a:p/>
        </p:txBody>
      </p:sp>
      <p:sp>
        <p:nvSpPr>
          <p:cNvPr id="197" name="Google Shape;197;p25"/>
          <p:cNvSpPr>
            <a:spLocks noGrp="1"/>
          </p:cNvSpPr>
          <p:nvPr>
            <p:ph type="subTitle" idx="7"/>
          </p:nvPr>
        </p:nvSpPr>
        <p:spPr>
          <a:xfrm>
            <a:off x="1747650" y="2799575"/>
            <a:ext cx="2626800" cy="482400"/>
          </a:xfrm>
          <a:prstGeom prst="rect">
            <a:avLst/>
          </a:prstGeom>
          <a:ln>
            <a:noFill/>
          </a:ln>
        </p:spPr>
        <p:txBody>
          <a:bodyPr spcFirstLastPara="1" wrap="square" lIns="91425" tIns="91425" rIns="91425" bIns="91425" anchor="b">
            <a:noAutofit/>
          </a:bodyPr>
          <a:lstStyle>
            <a:lvl1pPr>
              <a:lnSpc>
                <a:spcPct val="115000"/>
              </a:lnSpc>
              <a:spcBef>
                <a:spcPts val="0"/>
              </a:spcBef>
              <a:spcAft>
                <a:spcPts val="0"/>
              </a:spcAft>
              <a:buSzPts val="2400"/>
              <a:buFont typeface="DM Sans"/>
              <a:buNone/>
              <a:defRPr sz="2000" b="1">
                <a:latin typeface="Poppins"/>
                <a:ea typeface="Poppins"/>
                <a:cs typeface="Poppins"/>
              </a:defRPr>
            </a:lvl1pPr>
            <a:lvl2pPr algn="ctr">
              <a:lnSpc>
                <a:spcPct val="115000"/>
              </a:lnSpc>
              <a:spcBef>
                <a:spcPts val="0"/>
              </a:spcBef>
              <a:spcAft>
                <a:spcPts val="0"/>
              </a:spcAft>
              <a:buSzPts val="2400"/>
              <a:buFont typeface="DM Sans"/>
              <a:buNone/>
              <a:defRPr sz="2400" b="1">
                <a:latin typeface="DM Sans"/>
                <a:ea typeface="DM Sans"/>
                <a:cs typeface="DM Sans"/>
              </a:defRPr>
            </a:lvl2pPr>
            <a:lvl3pPr algn="ctr">
              <a:lnSpc>
                <a:spcPct val="115000"/>
              </a:lnSpc>
              <a:spcBef>
                <a:spcPts val="0"/>
              </a:spcBef>
              <a:spcAft>
                <a:spcPts val="0"/>
              </a:spcAft>
              <a:buSzPts val="2400"/>
              <a:buFont typeface="DM Sans"/>
              <a:buNone/>
              <a:defRPr sz="2400" b="1">
                <a:latin typeface="DM Sans"/>
                <a:ea typeface="DM Sans"/>
                <a:cs typeface="DM Sans"/>
              </a:defRPr>
            </a:lvl3pPr>
            <a:lvl4pPr algn="ctr">
              <a:lnSpc>
                <a:spcPct val="115000"/>
              </a:lnSpc>
              <a:spcBef>
                <a:spcPts val="0"/>
              </a:spcBef>
              <a:spcAft>
                <a:spcPts val="0"/>
              </a:spcAft>
              <a:buSzPts val="2400"/>
              <a:buFont typeface="DM Sans"/>
              <a:buNone/>
              <a:defRPr sz="2400" b="1">
                <a:latin typeface="DM Sans"/>
                <a:ea typeface="DM Sans"/>
                <a:cs typeface="DM Sans"/>
              </a:defRPr>
            </a:lvl4pPr>
            <a:lvl5pPr algn="ctr">
              <a:lnSpc>
                <a:spcPct val="115000"/>
              </a:lnSpc>
              <a:spcBef>
                <a:spcPts val="0"/>
              </a:spcBef>
              <a:spcAft>
                <a:spcPts val="0"/>
              </a:spcAft>
              <a:buSzPts val="2400"/>
              <a:buFont typeface="DM Sans"/>
              <a:buNone/>
              <a:defRPr sz="2400" b="1">
                <a:latin typeface="DM Sans"/>
                <a:ea typeface="DM Sans"/>
                <a:cs typeface="DM Sans"/>
              </a:defRPr>
            </a:lvl5pPr>
            <a:lvl6pPr algn="ctr">
              <a:lnSpc>
                <a:spcPct val="115000"/>
              </a:lnSpc>
              <a:spcBef>
                <a:spcPts val="0"/>
              </a:spcBef>
              <a:spcAft>
                <a:spcPts val="0"/>
              </a:spcAft>
              <a:buSzPts val="2400"/>
              <a:buFont typeface="DM Sans"/>
              <a:buNone/>
              <a:defRPr sz="2400" b="1">
                <a:latin typeface="DM Sans"/>
                <a:ea typeface="DM Sans"/>
                <a:cs typeface="DM Sans"/>
              </a:defRPr>
            </a:lvl6pPr>
            <a:lvl7pPr algn="ctr">
              <a:lnSpc>
                <a:spcPct val="115000"/>
              </a:lnSpc>
              <a:spcBef>
                <a:spcPts val="0"/>
              </a:spcBef>
              <a:spcAft>
                <a:spcPts val="0"/>
              </a:spcAft>
              <a:buSzPts val="2400"/>
              <a:buFont typeface="DM Sans"/>
              <a:buNone/>
              <a:defRPr sz="2400" b="1">
                <a:latin typeface="DM Sans"/>
                <a:ea typeface="DM Sans"/>
                <a:cs typeface="DM Sans"/>
              </a:defRPr>
            </a:lvl7pPr>
            <a:lvl8pPr algn="ctr">
              <a:lnSpc>
                <a:spcPct val="115000"/>
              </a:lnSpc>
              <a:spcBef>
                <a:spcPts val="0"/>
              </a:spcBef>
              <a:spcAft>
                <a:spcPts val="0"/>
              </a:spcAft>
              <a:buSzPts val="2400"/>
              <a:buFont typeface="DM Sans"/>
              <a:buNone/>
              <a:defRPr sz="2400" b="1">
                <a:latin typeface="DM Sans"/>
                <a:ea typeface="DM Sans"/>
                <a:cs typeface="DM Sans"/>
              </a:defRPr>
            </a:lvl8pPr>
            <a:lvl9pPr algn="ctr">
              <a:lnSpc>
                <a:spcPct val="115000"/>
              </a:lnSpc>
              <a:spcBef>
                <a:spcPts val="0"/>
              </a:spcBef>
              <a:spcAft>
                <a:spcPts val="0"/>
              </a:spcAft>
              <a:buSzPts val="2400"/>
              <a:buFont typeface="DM Sans"/>
              <a:buNone/>
              <a:defRPr sz="2400" b="1">
                <a:latin typeface="DM Sans"/>
                <a:ea typeface="DM Sans"/>
                <a:cs typeface="DM Sans"/>
              </a:defRPr>
            </a:lvl9pPr>
          </a:lstStyle>
          <a:p/>
        </p:txBody>
      </p:sp>
      <p:sp>
        <p:nvSpPr>
          <p:cNvPr id="198" name="Google Shape;198;p25"/>
          <p:cNvSpPr>
            <a:spLocks noGrp="1"/>
          </p:cNvSpPr>
          <p:nvPr>
            <p:ph type="subTitle" idx="8"/>
          </p:nvPr>
        </p:nvSpPr>
        <p:spPr>
          <a:xfrm>
            <a:off x="5186100" y="2799575"/>
            <a:ext cx="2626800" cy="482400"/>
          </a:xfrm>
          <a:prstGeom prst="rect">
            <a:avLst/>
          </a:prstGeom>
          <a:ln>
            <a:noFill/>
          </a:ln>
        </p:spPr>
        <p:txBody>
          <a:bodyPr spcFirstLastPara="1" wrap="square" lIns="91425" tIns="91425" rIns="91425" bIns="91425" anchor="b">
            <a:noAutofit/>
          </a:bodyPr>
          <a:lstStyle>
            <a:lvl1pPr>
              <a:lnSpc>
                <a:spcPct val="115000"/>
              </a:lnSpc>
              <a:spcBef>
                <a:spcPts val="0"/>
              </a:spcBef>
              <a:spcAft>
                <a:spcPts val="0"/>
              </a:spcAft>
              <a:buSzPts val="2400"/>
              <a:buFont typeface="DM Sans"/>
              <a:buNone/>
              <a:defRPr sz="2000" b="1">
                <a:latin typeface="Poppins"/>
                <a:ea typeface="Poppins"/>
                <a:cs typeface="Poppins"/>
              </a:defRPr>
            </a:lvl1pPr>
            <a:lvl2pPr algn="ctr">
              <a:lnSpc>
                <a:spcPct val="115000"/>
              </a:lnSpc>
              <a:spcBef>
                <a:spcPts val="0"/>
              </a:spcBef>
              <a:spcAft>
                <a:spcPts val="0"/>
              </a:spcAft>
              <a:buSzPts val="2400"/>
              <a:buFont typeface="DM Sans"/>
              <a:buNone/>
              <a:defRPr sz="2400" b="1">
                <a:latin typeface="DM Sans"/>
                <a:ea typeface="DM Sans"/>
                <a:cs typeface="DM Sans"/>
              </a:defRPr>
            </a:lvl2pPr>
            <a:lvl3pPr algn="ctr">
              <a:lnSpc>
                <a:spcPct val="115000"/>
              </a:lnSpc>
              <a:spcBef>
                <a:spcPts val="0"/>
              </a:spcBef>
              <a:spcAft>
                <a:spcPts val="0"/>
              </a:spcAft>
              <a:buSzPts val="2400"/>
              <a:buFont typeface="DM Sans"/>
              <a:buNone/>
              <a:defRPr sz="2400" b="1">
                <a:latin typeface="DM Sans"/>
                <a:ea typeface="DM Sans"/>
                <a:cs typeface="DM Sans"/>
              </a:defRPr>
            </a:lvl3pPr>
            <a:lvl4pPr algn="ctr">
              <a:lnSpc>
                <a:spcPct val="115000"/>
              </a:lnSpc>
              <a:spcBef>
                <a:spcPts val="0"/>
              </a:spcBef>
              <a:spcAft>
                <a:spcPts val="0"/>
              </a:spcAft>
              <a:buSzPts val="2400"/>
              <a:buFont typeface="DM Sans"/>
              <a:buNone/>
              <a:defRPr sz="2400" b="1">
                <a:latin typeface="DM Sans"/>
                <a:ea typeface="DM Sans"/>
                <a:cs typeface="DM Sans"/>
              </a:defRPr>
            </a:lvl4pPr>
            <a:lvl5pPr algn="ctr">
              <a:lnSpc>
                <a:spcPct val="115000"/>
              </a:lnSpc>
              <a:spcBef>
                <a:spcPts val="0"/>
              </a:spcBef>
              <a:spcAft>
                <a:spcPts val="0"/>
              </a:spcAft>
              <a:buSzPts val="2400"/>
              <a:buFont typeface="DM Sans"/>
              <a:buNone/>
              <a:defRPr sz="2400" b="1">
                <a:latin typeface="DM Sans"/>
                <a:ea typeface="DM Sans"/>
                <a:cs typeface="DM Sans"/>
              </a:defRPr>
            </a:lvl5pPr>
            <a:lvl6pPr algn="ctr">
              <a:lnSpc>
                <a:spcPct val="115000"/>
              </a:lnSpc>
              <a:spcBef>
                <a:spcPts val="0"/>
              </a:spcBef>
              <a:spcAft>
                <a:spcPts val="0"/>
              </a:spcAft>
              <a:buSzPts val="2400"/>
              <a:buFont typeface="DM Sans"/>
              <a:buNone/>
              <a:defRPr sz="2400" b="1">
                <a:latin typeface="DM Sans"/>
                <a:ea typeface="DM Sans"/>
                <a:cs typeface="DM Sans"/>
              </a:defRPr>
            </a:lvl6pPr>
            <a:lvl7pPr algn="ctr">
              <a:lnSpc>
                <a:spcPct val="115000"/>
              </a:lnSpc>
              <a:spcBef>
                <a:spcPts val="0"/>
              </a:spcBef>
              <a:spcAft>
                <a:spcPts val="0"/>
              </a:spcAft>
              <a:buSzPts val="2400"/>
              <a:buFont typeface="DM Sans"/>
              <a:buNone/>
              <a:defRPr sz="2400" b="1">
                <a:latin typeface="DM Sans"/>
                <a:ea typeface="DM Sans"/>
                <a:cs typeface="DM Sans"/>
              </a:defRPr>
            </a:lvl7pPr>
            <a:lvl8pPr algn="ctr">
              <a:lnSpc>
                <a:spcPct val="115000"/>
              </a:lnSpc>
              <a:spcBef>
                <a:spcPts val="0"/>
              </a:spcBef>
              <a:spcAft>
                <a:spcPts val="0"/>
              </a:spcAft>
              <a:buSzPts val="2400"/>
              <a:buFont typeface="DM Sans"/>
              <a:buNone/>
              <a:defRPr sz="2400" b="1">
                <a:latin typeface="DM Sans"/>
                <a:ea typeface="DM Sans"/>
                <a:cs typeface="DM Sans"/>
              </a:defRPr>
            </a:lvl8pPr>
            <a:lvl9pPr algn="ctr">
              <a:lnSpc>
                <a:spcPct val="115000"/>
              </a:lnSpc>
              <a:spcBef>
                <a:spcPts val="0"/>
              </a:spcBef>
              <a:spcAft>
                <a:spcPts val="0"/>
              </a:spcAft>
              <a:buSzPts val="2400"/>
              <a:buFont typeface="DM Sans"/>
              <a:buNone/>
              <a:defRPr sz="2400" b="1">
                <a:latin typeface="DM Sans"/>
                <a:ea typeface="DM Sans"/>
                <a:cs typeface="DM Sans"/>
              </a:defRPr>
            </a:lvl9pPr>
          </a:lstStyle>
          <a:p/>
        </p:txBody>
      </p:sp>
      <p:sp>
        <p:nvSpPr>
          <p:cNvPr id="200" name="Google Shape;200;p25"/>
          <p:cNvSpPr>
            <a:spLocks noGrp="1"/>
          </p:cNvSpPr>
          <p:nvPr/>
        </p:nvSpPr>
        <p:spPr>
          <a:xfrm rot="-5400000">
            <a:off x="9880775" y="-1781803"/>
            <a:ext cx="604500" cy="4031400"/>
          </a:xfrm>
          <a:prstGeom prst="roundRect">
            <a:avLst>
              <a:gd name="adj" fmla="val 50000"/>
            </a:avLst>
          </a:prstGeom>
          <a:solidFill>
            <a:schemeClr val="dk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201" name="Google Shape;201;p25"/>
          <p:cNvSpPr>
            <a:spLocks noGrp="1"/>
          </p:cNvSpPr>
          <p:nvPr/>
        </p:nvSpPr>
        <p:spPr>
          <a:xfrm rot="-5400000">
            <a:off x="9588139" y="-734549"/>
            <a:ext cx="604500" cy="2794500"/>
          </a:xfrm>
          <a:prstGeom prst="roundRect">
            <a:avLst>
              <a:gd name="adj" fmla="val 50000"/>
            </a:avLst>
          </a:prstGeom>
          <a:solidFill>
            <a:srgbClr val="74CEC4">
              <a:alpha val="60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202" name="Google Shape;202;p25"/>
          <p:cNvSpPr>
            <a:spLocks noGrp="1"/>
          </p:cNvSpPr>
          <p:nvPr/>
        </p:nvSpPr>
        <p:spPr>
          <a:xfrm rot="5400000">
            <a:off x="-895500" y="3040351"/>
            <a:ext cx="604500" cy="4031400"/>
          </a:xfrm>
          <a:prstGeom prst="roundRect">
            <a:avLst>
              <a:gd name="adj" fmla="val 50000"/>
            </a:avLst>
          </a:prstGeom>
          <a:solidFill>
            <a:schemeClr val="dk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203" name="Google Shape;203;p25"/>
          <p:cNvSpPr>
            <a:spLocks noGrp="1"/>
          </p:cNvSpPr>
          <p:nvPr/>
        </p:nvSpPr>
        <p:spPr>
          <a:xfrm rot="5400000">
            <a:off x="-380001" y="3806300"/>
            <a:ext cx="604500" cy="1641900"/>
          </a:xfrm>
          <a:prstGeom prst="roundRect">
            <a:avLst>
              <a:gd name="adj" fmla="val 50000"/>
            </a:avLst>
          </a:prstGeom>
          <a:solidFill>
            <a:srgbClr val="F2557A">
              <a:alpha val="65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and six columns">
  <p:cSld name="CUSTOM_7_1">
    <p:spTree>
      <p:nvGrpSpPr>
        <p:cNvPr id="1" name=""/>
        <p:cNvGrpSpPr/>
        <p:nvPr/>
      </p:nvGrpSpPr>
      <p:grpSpPr/>
      <p:sp>
        <p:nvSpPr>
          <p:cNvPr id="205" name="Google Shape;205;p26"/>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p:txBody>
      </p:sp>
      <p:sp>
        <p:nvSpPr>
          <p:cNvPr id="206" name="Google Shape;206;p26"/>
          <p:cNvSpPr>
            <a:spLocks noGrp="1"/>
          </p:cNvSpPr>
          <p:nvPr>
            <p:ph type="subTitle" idx="1"/>
          </p:nvPr>
        </p:nvSpPr>
        <p:spPr>
          <a:xfrm>
            <a:off x="1046381" y="2149200"/>
            <a:ext cx="2066100" cy="635400"/>
          </a:xfrm>
          <a:prstGeom prst="rect">
            <a:avLst/>
          </a:prstGeom>
          <a:ln>
            <a:noFill/>
          </a:ln>
        </p:spPr>
        <p:txBody>
          <a:bodyPr spcFirstLastPara="1" wrap="square" lIns="91425" tIns="91425" rIns="91425" bIns="91425" anchor="t">
            <a:noAutofit/>
          </a:bodyPr>
          <a:lstStyle>
            <a:lvl1pPr algn="ctr">
              <a:lnSpc>
                <a:spcPct val="115000"/>
              </a:lnSpc>
              <a:spcBef>
                <a:spcPts val="0"/>
              </a:spcBef>
              <a:spcAft>
                <a:spcPts val="0"/>
              </a:spcAft>
              <a:buSzPts val="1400"/>
              <a:buNone/>
              <a:defRPr sz="1400"/>
            </a:lvl1pPr>
            <a:lvl2pPr algn="ctr">
              <a:lnSpc>
                <a:spcPct val="115000"/>
              </a:lnSpc>
              <a:spcBef>
                <a:spcPts val="0"/>
              </a:spcBef>
              <a:spcAft>
                <a:spcPts val="0"/>
              </a:spcAft>
              <a:buSzPts val="1400"/>
              <a:buNone/>
              <a:defRPr/>
            </a:lvl2pPr>
            <a:lvl3pPr algn="ctr">
              <a:lnSpc>
                <a:spcPct val="115000"/>
              </a:lnSpc>
              <a:spcBef>
                <a:spcPts val="0"/>
              </a:spcBef>
              <a:spcAft>
                <a:spcPts val="0"/>
              </a:spcAft>
              <a:buSzPts val="1400"/>
              <a:buNone/>
              <a:defRPr/>
            </a:lvl3pPr>
            <a:lvl4pPr algn="ctr">
              <a:lnSpc>
                <a:spcPct val="115000"/>
              </a:lnSpc>
              <a:spcBef>
                <a:spcPts val="0"/>
              </a:spcBef>
              <a:spcAft>
                <a:spcPts val="0"/>
              </a:spcAft>
              <a:buSzPts val="1400"/>
              <a:buNone/>
              <a:defRPr/>
            </a:lvl4pPr>
            <a:lvl5pPr algn="ctr">
              <a:lnSpc>
                <a:spcPct val="115000"/>
              </a:lnSpc>
              <a:spcBef>
                <a:spcPts val="0"/>
              </a:spcBef>
              <a:spcAft>
                <a:spcPts val="0"/>
              </a:spcAft>
              <a:buSzPts val="1400"/>
              <a:buNone/>
              <a:defRPr/>
            </a:lvl5pPr>
            <a:lvl6pPr algn="ctr">
              <a:lnSpc>
                <a:spcPct val="115000"/>
              </a:lnSpc>
              <a:spcBef>
                <a:spcPts val="0"/>
              </a:spcBef>
              <a:spcAft>
                <a:spcPts val="0"/>
              </a:spcAft>
              <a:buSzPts val="1400"/>
              <a:buNone/>
              <a:defRPr/>
            </a:lvl6pPr>
            <a:lvl7pPr algn="ctr">
              <a:lnSpc>
                <a:spcPct val="115000"/>
              </a:lnSpc>
              <a:spcBef>
                <a:spcPts val="0"/>
              </a:spcBef>
              <a:spcAft>
                <a:spcPts val="0"/>
              </a:spcAft>
              <a:buSzPts val="1400"/>
              <a:buNone/>
              <a:defRPr/>
            </a:lvl7pPr>
            <a:lvl8pPr algn="ctr">
              <a:lnSpc>
                <a:spcPct val="115000"/>
              </a:lnSpc>
              <a:spcBef>
                <a:spcPts val="0"/>
              </a:spcBef>
              <a:spcAft>
                <a:spcPts val="0"/>
              </a:spcAft>
              <a:buSzPts val="1400"/>
              <a:buNone/>
              <a:defRPr/>
            </a:lvl8pPr>
            <a:lvl9pPr algn="ctr">
              <a:lnSpc>
                <a:spcPct val="115000"/>
              </a:lnSpc>
              <a:spcBef>
                <a:spcPts val="0"/>
              </a:spcBef>
              <a:spcAft>
                <a:spcPts val="0"/>
              </a:spcAft>
              <a:buSzPts val="1400"/>
              <a:buNone/>
              <a:defRPr/>
            </a:lvl9pPr>
          </a:lstStyle>
          <a:p/>
        </p:txBody>
      </p:sp>
      <p:sp>
        <p:nvSpPr>
          <p:cNvPr id="207" name="Google Shape;207;p26"/>
          <p:cNvSpPr>
            <a:spLocks noGrp="1"/>
          </p:cNvSpPr>
          <p:nvPr>
            <p:ph type="subTitle" idx="2"/>
          </p:nvPr>
        </p:nvSpPr>
        <p:spPr>
          <a:xfrm>
            <a:off x="3538950" y="2149200"/>
            <a:ext cx="2066100" cy="635400"/>
          </a:xfrm>
          <a:prstGeom prst="rect">
            <a:avLst/>
          </a:prstGeom>
          <a:ln>
            <a:noFill/>
          </a:ln>
        </p:spPr>
        <p:txBody>
          <a:bodyPr spcFirstLastPara="1" wrap="square" lIns="91425" tIns="91425" rIns="91425" bIns="91425" anchor="t">
            <a:noAutofit/>
          </a:bodyPr>
          <a:lstStyle>
            <a:lvl1pPr algn="ctr">
              <a:lnSpc>
                <a:spcPct val="115000"/>
              </a:lnSpc>
              <a:spcBef>
                <a:spcPts val="0"/>
              </a:spcBef>
              <a:spcAft>
                <a:spcPts val="0"/>
              </a:spcAft>
              <a:buSzPts val="1400"/>
              <a:buNone/>
              <a:defRPr sz="1400"/>
            </a:lvl1pPr>
            <a:lvl2pPr algn="ctr">
              <a:lnSpc>
                <a:spcPct val="115000"/>
              </a:lnSpc>
              <a:spcBef>
                <a:spcPts val="0"/>
              </a:spcBef>
              <a:spcAft>
                <a:spcPts val="0"/>
              </a:spcAft>
              <a:buSzPts val="1400"/>
              <a:buNone/>
              <a:defRPr/>
            </a:lvl2pPr>
            <a:lvl3pPr algn="ctr">
              <a:lnSpc>
                <a:spcPct val="115000"/>
              </a:lnSpc>
              <a:spcBef>
                <a:spcPts val="0"/>
              </a:spcBef>
              <a:spcAft>
                <a:spcPts val="0"/>
              </a:spcAft>
              <a:buSzPts val="1400"/>
              <a:buNone/>
              <a:defRPr/>
            </a:lvl3pPr>
            <a:lvl4pPr algn="ctr">
              <a:lnSpc>
                <a:spcPct val="115000"/>
              </a:lnSpc>
              <a:spcBef>
                <a:spcPts val="0"/>
              </a:spcBef>
              <a:spcAft>
                <a:spcPts val="0"/>
              </a:spcAft>
              <a:buSzPts val="1400"/>
              <a:buNone/>
              <a:defRPr/>
            </a:lvl4pPr>
            <a:lvl5pPr algn="ctr">
              <a:lnSpc>
                <a:spcPct val="115000"/>
              </a:lnSpc>
              <a:spcBef>
                <a:spcPts val="0"/>
              </a:spcBef>
              <a:spcAft>
                <a:spcPts val="0"/>
              </a:spcAft>
              <a:buSzPts val="1400"/>
              <a:buNone/>
              <a:defRPr/>
            </a:lvl5pPr>
            <a:lvl6pPr algn="ctr">
              <a:lnSpc>
                <a:spcPct val="115000"/>
              </a:lnSpc>
              <a:spcBef>
                <a:spcPts val="0"/>
              </a:spcBef>
              <a:spcAft>
                <a:spcPts val="0"/>
              </a:spcAft>
              <a:buSzPts val="1400"/>
              <a:buNone/>
              <a:defRPr/>
            </a:lvl6pPr>
            <a:lvl7pPr algn="ctr">
              <a:lnSpc>
                <a:spcPct val="115000"/>
              </a:lnSpc>
              <a:spcBef>
                <a:spcPts val="0"/>
              </a:spcBef>
              <a:spcAft>
                <a:spcPts val="0"/>
              </a:spcAft>
              <a:buSzPts val="1400"/>
              <a:buNone/>
              <a:defRPr/>
            </a:lvl7pPr>
            <a:lvl8pPr algn="ctr">
              <a:lnSpc>
                <a:spcPct val="115000"/>
              </a:lnSpc>
              <a:spcBef>
                <a:spcPts val="0"/>
              </a:spcBef>
              <a:spcAft>
                <a:spcPts val="0"/>
              </a:spcAft>
              <a:buSzPts val="1400"/>
              <a:buNone/>
              <a:defRPr/>
            </a:lvl8pPr>
            <a:lvl9pPr algn="ctr">
              <a:lnSpc>
                <a:spcPct val="115000"/>
              </a:lnSpc>
              <a:spcBef>
                <a:spcPts val="0"/>
              </a:spcBef>
              <a:spcAft>
                <a:spcPts val="0"/>
              </a:spcAft>
              <a:buSzPts val="1400"/>
              <a:buNone/>
              <a:defRPr/>
            </a:lvl9pPr>
          </a:lstStyle>
          <a:p/>
        </p:txBody>
      </p:sp>
      <p:sp>
        <p:nvSpPr>
          <p:cNvPr id="208" name="Google Shape;208;p26"/>
          <p:cNvSpPr>
            <a:spLocks noGrp="1"/>
          </p:cNvSpPr>
          <p:nvPr>
            <p:ph type="subTitle" idx="3"/>
          </p:nvPr>
        </p:nvSpPr>
        <p:spPr>
          <a:xfrm>
            <a:off x="1046381" y="3840500"/>
            <a:ext cx="2066100" cy="635400"/>
          </a:xfrm>
          <a:prstGeom prst="rect">
            <a:avLst/>
          </a:prstGeom>
          <a:ln>
            <a:noFill/>
          </a:ln>
        </p:spPr>
        <p:txBody>
          <a:bodyPr spcFirstLastPara="1" wrap="square" lIns="91425" tIns="91425" rIns="91425" bIns="91425" anchor="t">
            <a:noAutofit/>
          </a:bodyPr>
          <a:lstStyle>
            <a:lvl1pPr algn="ctr">
              <a:lnSpc>
                <a:spcPct val="115000"/>
              </a:lnSpc>
              <a:spcBef>
                <a:spcPts val="0"/>
              </a:spcBef>
              <a:spcAft>
                <a:spcPts val="0"/>
              </a:spcAft>
              <a:buSzPts val="1400"/>
              <a:buNone/>
              <a:defRPr sz="1400"/>
            </a:lvl1pPr>
            <a:lvl2pPr algn="ctr">
              <a:lnSpc>
                <a:spcPct val="115000"/>
              </a:lnSpc>
              <a:spcBef>
                <a:spcPts val="0"/>
              </a:spcBef>
              <a:spcAft>
                <a:spcPts val="0"/>
              </a:spcAft>
              <a:buSzPts val="1400"/>
              <a:buNone/>
              <a:defRPr/>
            </a:lvl2pPr>
            <a:lvl3pPr algn="ctr">
              <a:lnSpc>
                <a:spcPct val="115000"/>
              </a:lnSpc>
              <a:spcBef>
                <a:spcPts val="0"/>
              </a:spcBef>
              <a:spcAft>
                <a:spcPts val="0"/>
              </a:spcAft>
              <a:buSzPts val="1400"/>
              <a:buNone/>
              <a:defRPr/>
            </a:lvl3pPr>
            <a:lvl4pPr algn="ctr">
              <a:lnSpc>
                <a:spcPct val="115000"/>
              </a:lnSpc>
              <a:spcBef>
                <a:spcPts val="0"/>
              </a:spcBef>
              <a:spcAft>
                <a:spcPts val="0"/>
              </a:spcAft>
              <a:buSzPts val="1400"/>
              <a:buNone/>
              <a:defRPr/>
            </a:lvl4pPr>
            <a:lvl5pPr algn="ctr">
              <a:lnSpc>
                <a:spcPct val="115000"/>
              </a:lnSpc>
              <a:spcBef>
                <a:spcPts val="0"/>
              </a:spcBef>
              <a:spcAft>
                <a:spcPts val="0"/>
              </a:spcAft>
              <a:buSzPts val="1400"/>
              <a:buNone/>
              <a:defRPr/>
            </a:lvl5pPr>
            <a:lvl6pPr algn="ctr">
              <a:lnSpc>
                <a:spcPct val="115000"/>
              </a:lnSpc>
              <a:spcBef>
                <a:spcPts val="0"/>
              </a:spcBef>
              <a:spcAft>
                <a:spcPts val="0"/>
              </a:spcAft>
              <a:buSzPts val="1400"/>
              <a:buNone/>
              <a:defRPr/>
            </a:lvl6pPr>
            <a:lvl7pPr algn="ctr">
              <a:lnSpc>
                <a:spcPct val="115000"/>
              </a:lnSpc>
              <a:spcBef>
                <a:spcPts val="0"/>
              </a:spcBef>
              <a:spcAft>
                <a:spcPts val="0"/>
              </a:spcAft>
              <a:buSzPts val="1400"/>
              <a:buNone/>
              <a:defRPr/>
            </a:lvl7pPr>
            <a:lvl8pPr algn="ctr">
              <a:lnSpc>
                <a:spcPct val="115000"/>
              </a:lnSpc>
              <a:spcBef>
                <a:spcPts val="0"/>
              </a:spcBef>
              <a:spcAft>
                <a:spcPts val="0"/>
              </a:spcAft>
              <a:buSzPts val="1400"/>
              <a:buNone/>
              <a:defRPr/>
            </a:lvl8pPr>
            <a:lvl9pPr algn="ctr">
              <a:lnSpc>
                <a:spcPct val="115000"/>
              </a:lnSpc>
              <a:spcBef>
                <a:spcPts val="0"/>
              </a:spcBef>
              <a:spcAft>
                <a:spcPts val="0"/>
              </a:spcAft>
              <a:buSzPts val="1400"/>
              <a:buNone/>
              <a:defRPr/>
            </a:lvl9pPr>
          </a:lstStyle>
          <a:p/>
        </p:txBody>
      </p:sp>
      <p:sp>
        <p:nvSpPr>
          <p:cNvPr id="209" name="Google Shape;209;p26"/>
          <p:cNvSpPr>
            <a:spLocks noGrp="1"/>
          </p:cNvSpPr>
          <p:nvPr>
            <p:ph type="subTitle" idx="4"/>
          </p:nvPr>
        </p:nvSpPr>
        <p:spPr>
          <a:xfrm>
            <a:off x="3538950" y="3840500"/>
            <a:ext cx="2066100" cy="635400"/>
          </a:xfrm>
          <a:prstGeom prst="rect">
            <a:avLst/>
          </a:prstGeom>
          <a:ln>
            <a:noFill/>
          </a:ln>
        </p:spPr>
        <p:txBody>
          <a:bodyPr spcFirstLastPara="1" wrap="square" lIns="91425" tIns="91425" rIns="91425" bIns="91425" anchor="t">
            <a:noAutofit/>
          </a:bodyPr>
          <a:lstStyle>
            <a:lvl1pPr algn="ctr">
              <a:lnSpc>
                <a:spcPct val="115000"/>
              </a:lnSpc>
              <a:spcBef>
                <a:spcPts val="0"/>
              </a:spcBef>
              <a:spcAft>
                <a:spcPts val="0"/>
              </a:spcAft>
              <a:buSzPts val="1400"/>
              <a:buNone/>
              <a:defRPr sz="1400"/>
            </a:lvl1pPr>
            <a:lvl2pPr algn="ctr">
              <a:lnSpc>
                <a:spcPct val="115000"/>
              </a:lnSpc>
              <a:spcBef>
                <a:spcPts val="0"/>
              </a:spcBef>
              <a:spcAft>
                <a:spcPts val="0"/>
              </a:spcAft>
              <a:buSzPts val="1400"/>
              <a:buNone/>
              <a:defRPr/>
            </a:lvl2pPr>
            <a:lvl3pPr algn="ctr">
              <a:lnSpc>
                <a:spcPct val="115000"/>
              </a:lnSpc>
              <a:spcBef>
                <a:spcPts val="0"/>
              </a:spcBef>
              <a:spcAft>
                <a:spcPts val="0"/>
              </a:spcAft>
              <a:buSzPts val="1400"/>
              <a:buNone/>
              <a:defRPr/>
            </a:lvl3pPr>
            <a:lvl4pPr algn="ctr">
              <a:lnSpc>
                <a:spcPct val="115000"/>
              </a:lnSpc>
              <a:spcBef>
                <a:spcPts val="0"/>
              </a:spcBef>
              <a:spcAft>
                <a:spcPts val="0"/>
              </a:spcAft>
              <a:buSzPts val="1400"/>
              <a:buNone/>
              <a:defRPr/>
            </a:lvl4pPr>
            <a:lvl5pPr algn="ctr">
              <a:lnSpc>
                <a:spcPct val="115000"/>
              </a:lnSpc>
              <a:spcBef>
                <a:spcPts val="0"/>
              </a:spcBef>
              <a:spcAft>
                <a:spcPts val="0"/>
              </a:spcAft>
              <a:buSzPts val="1400"/>
              <a:buNone/>
              <a:defRPr/>
            </a:lvl5pPr>
            <a:lvl6pPr algn="ctr">
              <a:lnSpc>
                <a:spcPct val="115000"/>
              </a:lnSpc>
              <a:spcBef>
                <a:spcPts val="0"/>
              </a:spcBef>
              <a:spcAft>
                <a:spcPts val="0"/>
              </a:spcAft>
              <a:buSzPts val="1400"/>
              <a:buNone/>
              <a:defRPr/>
            </a:lvl6pPr>
            <a:lvl7pPr algn="ctr">
              <a:lnSpc>
                <a:spcPct val="115000"/>
              </a:lnSpc>
              <a:spcBef>
                <a:spcPts val="0"/>
              </a:spcBef>
              <a:spcAft>
                <a:spcPts val="0"/>
              </a:spcAft>
              <a:buSzPts val="1400"/>
              <a:buNone/>
              <a:defRPr/>
            </a:lvl7pPr>
            <a:lvl8pPr algn="ctr">
              <a:lnSpc>
                <a:spcPct val="115000"/>
              </a:lnSpc>
              <a:spcBef>
                <a:spcPts val="0"/>
              </a:spcBef>
              <a:spcAft>
                <a:spcPts val="0"/>
              </a:spcAft>
              <a:buSzPts val="1400"/>
              <a:buNone/>
              <a:defRPr/>
            </a:lvl8pPr>
            <a:lvl9pPr algn="ctr">
              <a:lnSpc>
                <a:spcPct val="115000"/>
              </a:lnSpc>
              <a:spcBef>
                <a:spcPts val="0"/>
              </a:spcBef>
              <a:spcAft>
                <a:spcPts val="0"/>
              </a:spcAft>
              <a:buSzPts val="1400"/>
              <a:buNone/>
              <a:defRPr/>
            </a:lvl9pPr>
          </a:lstStyle>
          <a:p/>
        </p:txBody>
      </p:sp>
      <p:sp>
        <p:nvSpPr>
          <p:cNvPr id="210" name="Google Shape;210;p26"/>
          <p:cNvSpPr>
            <a:spLocks noGrp="1"/>
          </p:cNvSpPr>
          <p:nvPr>
            <p:ph type="subTitle" idx="5"/>
          </p:nvPr>
        </p:nvSpPr>
        <p:spPr>
          <a:xfrm>
            <a:off x="6031519" y="2149200"/>
            <a:ext cx="2066100" cy="635400"/>
          </a:xfrm>
          <a:prstGeom prst="rect">
            <a:avLst/>
          </a:prstGeom>
          <a:ln>
            <a:noFill/>
          </a:ln>
        </p:spPr>
        <p:txBody>
          <a:bodyPr spcFirstLastPara="1" wrap="square" lIns="91425" tIns="91425" rIns="91425" bIns="91425" anchor="t">
            <a:noAutofit/>
          </a:bodyPr>
          <a:lstStyle>
            <a:lvl1pPr algn="ctr">
              <a:lnSpc>
                <a:spcPct val="115000"/>
              </a:lnSpc>
              <a:spcBef>
                <a:spcPts val="0"/>
              </a:spcBef>
              <a:spcAft>
                <a:spcPts val="0"/>
              </a:spcAft>
              <a:buSzPts val="1400"/>
              <a:buNone/>
              <a:defRPr sz="1400"/>
            </a:lvl1pPr>
            <a:lvl2pPr algn="ctr">
              <a:lnSpc>
                <a:spcPct val="115000"/>
              </a:lnSpc>
              <a:spcBef>
                <a:spcPts val="0"/>
              </a:spcBef>
              <a:spcAft>
                <a:spcPts val="0"/>
              </a:spcAft>
              <a:buSzPts val="1400"/>
              <a:buNone/>
              <a:defRPr/>
            </a:lvl2pPr>
            <a:lvl3pPr algn="ctr">
              <a:lnSpc>
                <a:spcPct val="115000"/>
              </a:lnSpc>
              <a:spcBef>
                <a:spcPts val="0"/>
              </a:spcBef>
              <a:spcAft>
                <a:spcPts val="0"/>
              </a:spcAft>
              <a:buSzPts val="1400"/>
              <a:buNone/>
              <a:defRPr/>
            </a:lvl3pPr>
            <a:lvl4pPr algn="ctr">
              <a:lnSpc>
                <a:spcPct val="115000"/>
              </a:lnSpc>
              <a:spcBef>
                <a:spcPts val="0"/>
              </a:spcBef>
              <a:spcAft>
                <a:spcPts val="0"/>
              </a:spcAft>
              <a:buSzPts val="1400"/>
              <a:buNone/>
              <a:defRPr/>
            </a:lvl4pPr>
            <a:lvl5pPr algn="ctr">
              <a:lnSpc>
                <a:spcPct val="115000"/>
              </a:lnSpc>
              <a:spcBef>
                <a:spcPts val="0"/>
              </a:spcBef>
              <a:spcAft>
                <a:spcPts val="0"/>
              </a:spcAft>
              <a:buSzPts val="1400"/>
              <a:buNone/>
              <a:defRPr/>
            </a:lvl5pPr>
            <a:lvl6pPr algn="ctr">
              <a:lnSpc>
                <a:spcPct val="115000"/>
              </a:lnSpc>
              <a:spcBef>
                <a:spcPts val="0"/>
              </a:spcBef>
              <a:spcAft>
                <a:spcPts val="0"/>
              </a:spcAft>
              <a:buSzPts val="1400"/>
              <a:buNone/>
              <a:defRPr/>
            </a:lvl6pPr>
            <a:lvl7pPr algn="ctr">
              <a:lnSpc>
                <a:spcPct val="115000"/>
              </a:lnSpc>
              <a:spcBef>
                <a:spcPts val="0"/>
              </a:spcBef>
              <a:spcAft>
                <a:spcPts val="0"/>
              </a:spcAft>
              <a:buSzPts val="1400"/>
              <a:buNone/>
              <a:defRPr/>
            </a:lvl7pPr>
            <a:lvl8pPr algn="ctr">
              <a:lnSpc>
                <a:spcPct val="115000"/>
              </a:lnSpc>
              <a:spcBef>
                <a:spcPts val="0"/>
              </a:spcBef>
              <a:spcAft>
                <a:spcPts val="0"/>
              </a:spcAft>
              <a:buSzPts val="1400"/>
              <a:buNone/>
              <a:defRPr/>
            </a:lvl8pPr>
            <a:lvl9pPr algn="ctr">
              <a:lnSpc>
                <a:spcPct val="115000"/>
              </a:lnSpc>
              <a:spcBef>
                <a:spcPts val="0"/>
              </a:spcBef>
              <a:spcAft>
                <a:spcPts val="0"/>
              </a:spcAft>
              <a:buSzPts val="1400"/>
              <a:buNone/>
              <a:defRPr/>
            </a:lvl9pPr>
          </a:lstStyle>
          <a:p/>
        </p:txBody>
      </p:sp>
      <p:sp>
        <p:nvSpPr>
          <p:cNvPr id="211" name="Google Shape;211;p26"/>
          <p:cNvSpPr>
            <a:spLocks noGrp="1"/>
          </p:cNvSpPr>
          <p:nvPr>
            <p:ph type="subTitle" idx="6"/>
          </p:nvPr>
        </p:nvSpPr>
        <p:spPr>
          <a:xfrm>
            <a:off x="6031519" y="3840500"/>
            <a:ext cx="2066100" cy="635400"/>
          </a:xfrm>
          <a:prstGeom prst="rect">
            <a:avLst/>
          </a:prstGeom>
          <a:ln>
            <a:noFill/>
          </a:ln>
        </p:spPr>
        <p:txBody>
          <a:bodyPr spcFirstLastPara="1" wrap="square" lIns="91425" tIns="91425" rIns="91425" bIns="91425" anchor="t">
            <a:noAutofit/>
          </a:bodyPr>
          <a:lstStyle>
            <a:lvl1pPr algn="ctr">
              <a:lnSpc>
                <a:spcPct val="115000"/>
              </a:lnSpc>
              <a:spcBef>
                <a:spcPts val="0"/>
              </a:spcBef>
              <a:spcAft>
                <a:spcPts val="0"/>
              </a:spcAft>
              <a:buSzPts val="1400"/>
              <a:buNone/>
              <a:defRPr sz="1400"/>
            </a:lvl1pPr>
            <a:lvl2pPr algn="ctr">
              <a:lnSpc>
                <a:spcPct val="115000"/>
              </a:lnSpc>
              <a:spcBef>
                <a:spcPts val="0"/>
              </a:spcBef>
              <a:spcAft>
                <a:spcPts val="0"/>
              </a:spcAft>
              <a:buSzPts val="1400"/>
              <a:buNone/>
              <a:defRPr/>
            </a:lvl2pPr>
            <a:lvl3pPr algn="ctr">
              <a:lnSpc>
                <a:spcPct val="115000"/>
              </a:lnSpc>
              <a:spcBef>
                <a:spcPts val="0"/>
              </a:spcBef>
              <a:spcAft>
                <a:spcPts val="0"/>
              </a:spcAft>
              <a:buSzPts val="1400"/>
              <a:buNone/>
              <a:defRPr/>
            </a:lvl3pPr>
            <a:lvl4pPr algn="ctr">
              <a:lnSpc>
                <a:spcPct val="115000"/>
              </a:lnSpc>
              <a:spcBef>
                <a:spcPts val="0"/>
              </a:spcBef>
              <a:spcAft>
                <a:spcPts val="0"/>
              </a:spcAft>
              <a:buSzPts val="1400"/>
              <a:buNone/>
              <a:defRPr/>
            </a:lvl4pPr>
            <a:lvl5pPr algn="ctr">
              <a:lnSpc>
                <a:spcPct val="115000"/>
              </a:lnSpc>
              <a:spcBef>
                <a:spcPts val="0"/>
              </a:spcBef>
              <a:spcAft>
                <a:spcPts val="0"/>
              </a:spcAft>
              <a:buSzPts val="1400"/>
              <a:buNone/>
              <a:defRPr/>
            </a:lvl5pPr>
            <a:lvl6pPr algn="ctr">
              <a:lnSpc>
                <a:spcPct val="115000"/>
              </a:lnSpc>
              <a:spcBef>
                <a:spcPts val="0"/>
              </a:spcBef>
              <a:spcAft>
                <a:spcPts val="0"/>
              </a:spcAft>
              <a:buSzPts val="1400"/>
              <a:buNone/>
              <a:defRPr/>
            </a:lvl6pPr>
            <a:lvl7pPr algn="ctr">
              <a:lnSpc>
                <a:spcPct val="115000"/>
              </a:lnSpc>
              <a:spcBef>
                <a:spcPts val="0"/>
              </a:spcBef>
              <a:spcAft>
                <a:spcPts val="0"/>
              </a:spcAft>
              <a:buSzPts val="1400"/>
              <a:buNone/>
              <a:defRPr/>
            </a:lvl7pPr>
            <a:lvl8pPr algn="ctr">
              <a:lnSpc>
                <a:spcPct val="115000"/>
              </a:lnSpc>
              <a:spcBef>
                <a:spcPts val="0"/>
              </a:spcBef>
              <a:spcAft>
                <a:spcPts val="0"/>
              </a:spcAft>
              <a:buSzPts val="1400"/>
              <a:buNone/>
              <a:defRPr/>
            </a:lvl8pPr>
            <a:lvl9pPr algn="ctr">
              <a:lnSpc>
                <a:spcPct val="115000"/>
              </a:lnSpc>
              <a:spcBef>
                <a:spcPts val="0"/>
              </a:spcBef>
              <a:spcAft>
                <a:spcPts val="0"/>
              </a:spcAft>
              <a:buSzPts val="1400"/>
              <a:buNone/>
              <a:defRPr/>
            </a:lvl9pPr>
          </a:lstStyle>
          <a:p/>
        </p:txBody>
      </p:sp>
      <p:sp>
        <p:nvSpPr>
          <p:cNvPr id="212" name="Google Shape;212;p26"/>
          <p:cNvSpPr>
            <a:spLocks noGrp="1"/>
          </p:cNvSpPr>
          <p:nvPr>
            <p:ph type="subTitle" idx="7"/>
          </p:nvPr>
        </p:nvSpPr>
        <p:spPr>
          <a:xfrm>
            <a:off x="1046381" y="1732975"/>
            <a:ext cx="2066100" cy="492600"/>
          </a:xfrm>
          <a:prstGeom prst="rect">
            <a:avLst/>
          </a:prstGeom>
          <a:ln>
            <a:noFill/>
          </a:ln>
        </p:spPr>
        <p:txBody>
          <a:bodyPr spcFirstLastPara="1" wrap="square" lIns="91425" tIns="91425" rIns="91425" bIns="91425" anchor="b">
            <a:noAutofit/>
          </a:bodyPr>
          <a:lstStyle>
            <a:lvl1pPr algn="ctr">
              <a:lnSpc>
                <a:spcPct val="115000"/>
              </a:lnSpc>
              <a:spcBef>
                <a:spcPts val="0"/>
              </a:spcBef>
              <a:spcAft>
                <a:spcPts val="0"/>
              </a:spcAft>
              <a:buSzPts val="2400"/>
              <a:buFont typeface="DM Sans"/>
              <a:buNone/>
              <a:defRPr sz="2000" b="1">
                <a:solidFill>
                  <a:schemeClr val="dk1"/>
                </a:solidFill>
                <a:latin typeface="Poppins"/>
                <a:ea typeface="Poppins"/>
                <a:cs typeface="Poppins"/>
              </a:defRPr>
            </a:lvl1pPr>
            <a:lvl2pPr algn="ctr">
              <a:lnSpc>
                <a:spcPct val="115000"/>
              </a:lnSpc>
              <a:spcBef>
                <a:spcPts val="0"/>
              </a:spcBef>
              <a:spcAft>
                <a:spcPts val="0"/>
              </a:spcAft>
              <a:buSzPts val="2400"/>
              <a:buFont typeface="DM Sans"/>
              <a:buNone/>
              <a:defRPr sz="2400" b="1">
                <a:latin typeface="DM Sans"/>
                <a:ea typeface="DM Sans"/>
                <a:cs typeface="DM Sans"/>
              </a:defRPr>
            </a:lvl2pPr>
            <a:lvl3pPr algn="ctr">
              <a:lnSpc>
                <a:spcPct val="115000"/>
              </a:lnSpc>
              <a:spcBef>
                <a:spcPts val="0"/>
              </a:spcBef>
              <a:spcAft>
                <a:spcPts val="0"/>
              </a:spcAft>
              <a:buSzPts val="2400"/>
              <a:buFont typeface="DM Sans"/>
              <a:buNone/>
              <a:defRPr sz="2400" b="1">
                <a:latin typeface="DM Sans"/>
                <a:ea typeface="DM Sans"/>
                <a:cs typeface="DM Sans"/>
              </a:defRPr>
            </a:lvl3pPr>
            <a:lvl4pPr algn="ctr">
              <a:lnSpc>
                <a:spcPct val="115000"/>
              </a:lnSpc>
              <a:spcBef>
                <a:spcPts val="0"/>
              </a:spcBef>
              <a:spcAft>
                <a:spcPts val="0"/>
              </a:spcAft>
              <a:buSzPts val="2400"/>
              <a:buFont typeface="DM Sans"/>
              <a:buNone/>
              <a:defRPr sz="2400" b="1">
                <a:latin typeface="DM Sans"/>
                <a:ea typeface="DM Sans"/>
                <a:cs typeface="DM Sans"/>
              </a:defRPr>
            </a:lvl4pPr>
            <a:lvl5pPr algn="ctr">
              <a:lnSpc>
                <a:spcPct val="115000"/>
              </a:lnSpc>
              <a:spcBef>
                <a:spcPts val="0"/>
              </a:spcBef>
              <a:spcAft>
                <a:spcPts val="0"/>
              </a:spcAft>
              <a:buSzPts val="2400"/>
              <a:buFont typeface="DM Sans"/>
              <a:buNone/>
              <a:defRPr sz="2400" b="1">
                <a:latin typeface="DM Sans"/>
                <a:ea typeface="DM Sans"/>
                <a:cs typeface="DM Sans"/>
              </a:defRPr>
            </a:lvl5pPr>
            <a:lvl6pPr algn="ctr">
              <a:lnSpc>
                <a:spcPct val="115000"/>
              </a:lnSpc>
              <a:spcBef>
                <a:spcPts val="0"/>
              </a:spcBef>
              <a:spcAft>
                <a:spcPts val="0"/>
              </a:spcAft>
              <a:buSzPts val="2400"/>
              <a:buFont typeface="DM Sans"/>
              <a:buNone/>
              <a:defRPr sz="2400" b="1">
                <a:latin typeface="DM Sans"/>
                <a:ea typeface="DM Sans"/>
                <a:cs typeface="DM Sans"/>
              </a:defRPr>
            </a:lvl6pPr>
            <a:lvl7pPr algn="ctr">
              <a:lnSpc>
                <a:spcPct val="115000"/>
              </a:lnSpc>
              <a:spcBef>
                <a:spcPts val="0"/>
              </a:spcBef>
              <a:spcAft>
                <a:spcPts val="0"/>
              </a:spcAft>
              <a:buSzPts val="2400"/>
              <a:buFont typeface="DM Sans"/>
              <a:buNone/>
              <a:defRPr sz="2400" b="1">
                <a:latin typeface="DM Sans"/>
                <a:ea typeface="DM Sans"/>
                <a:cs typeface="DM Sans"/>
              </a:defRPr>
            </a:lvl7pPr>
            <a:lvl8pPr algn="ctr">
              <a:lnSpc>
                <a:spcPct val="115000"/>
              </a:lnSpc>
              <a:spcBef>
                <a:spcPts val="0"/>
              </a:spcBef>
              <a:spcAft>
                <a:spcPts val="0"/>
              </a:spcAft>
              <a:buSzPts val="2400"/>
              <a:buFont typeface="DM Sans"/>
              <a:buNone/>
              <a:defRPr sz="2400" b="1">
                <a:latin typeface="DM Sans"/>
                <a:ea typeface="DM Sans"/>
                <a:cs typeface="DM Sans"/>
              </a:defRPr>
            </a:lvl8pPr>
            <a:lvl9pPr algn="ctr">
              <a:lnSpc>
                <a:spcPct val="115000"/>
              </a:lnSpc>
              <a:spcBef>
                <a:spcPts val="0"/>
              </a:spcBef>
              <a:spcAft>
                <a:spcPts val="0"/>
              </a:spcAft>
              <a:buSzPts val="2400"/>
              <a:buFont typeface="DM Sans"/>
              <a:buNone/>
              <a:defRPr sz="2400" b="1">
                <a:latin typeface="DM Sans"/>
                <a:ea typeface="DM Sans"/>
                <a:cs typeface="DM Sans"/>
              </a:defRPr>
            </a:lvl9pPr>
          </a:lstStyle>
          <a:p/>
        </p:txBody>
      </p:sp>
      <p:sp>
        <p:nvSpPr>
          <p:cNvPr id="213" name="Google Shape;213;p26"/>
          <p:cNvSpPr>
            <a:spLocks noGrp="1"/>
          </p:cNvSpPr>
          <p:nvPr>
            <p:ph type="subTitle" idx="8"/>
          </p:nvPr>
        </p:nvSpPr>
        <p:spPr>
          <a:xfrm>
            <a:off x="3538950" y="1732975"/>
            <a:ext cx="2066100" cy="492600"/>
          </a:xfrm>
          <a:prstGeom prst="rect">
            <a:avLst/>
          </a:prstGeom>
          <a:ln>
            <a:noFill/>
          </a:ln>
        </p:spPr>
        <p:txBody>
          <a:bodyPr spcFirstLastPara="1" wrap="square" lIns="91425" tIns="91425" rIns="91425" bIns="91425" anchor="b">
            <a:noAutofit/>
          </a:bodyPr>
          <a:lstStyle>
            <a:lvl1pPr algn="ctr">
              <a:lnSpc>
                <a:spcPct val="115000"/>
              </a:lnSpc>
              <a:spcBef>
                <a:spcPts val="0"/>
              </a:spcBef>
              <a:spcAft>
                <a:spcPts val="0"/>
              </a:spcAft>
              <a:buSzPts val="2400"/>
              <a:buFont typeface="DM Sans"/>
              <a:buNone/>
              <a:defRPr sz="2000" b="1">
                <a:solidFill>
                  <a:schemeClr val="dk1"/>
                </a:solidFill>
                <a:latin typeface="Poppins"/>
                <a:ea typeface="Poppins"/>
                <a:cs typeface="Poppins"/>
              </a:defRPr>
            </a:lvl1pPr>
            <a:lvl2pPr algn="ctr">
              <a:lnSpc>
                <a:spcPct val="115000"/>
              </a:lnSpc>
              <a:spcBef>
                <a:spcPts val="0"/>
              </a:spcBef>
              <a:spcAft>
                <a:spcPts val="0"/>
              </a:spcAft>
              <a:buSzPts val="2400"/>
              <a:buFont typeface="DM Sans"/>
              <a:buNone/>
              <a:defRPr sz="2400" b="1">
                <a:latin typeface="DM Sans"/>
                <a:ea typeface="DM Sans"/>
                <a:cs typeface="DM Sans"/>
              </a:defRPr>
            </a:lvl2pPr>
            <a:lvl3pPr algn="ctr">
              <a:lnSpc>
                <a:spcPct val="115000"/>
              </a:lnSpc>
              <a:spcBef>
                <a:spcPts val="0"/>
              </a:spcBef>
              <a:spcAft>
                <a:spcPts val="0"/>
              </a:spcAft>
              <a:buSzPts val="2400"/>
              <a:buFont typeface="DM Sans"/>
              <a:buNone/>
              <a:defRPr sz="2400" b="1">
                <a:latin typeface="DM Sans"/>
                <a:ea typeface="DM Sans"/>
                <a:cs typeface="DM Sans"/>
              </a:defRPr>
            </a:lvl3pPr>
            <a:lvl4pPr algn="ctr">
              <a:lnSpc>
                <a:spcPct val="115000"/>
              </a:lnSpc>
              <a:spcBef>
                <a:spcPts val="0"/>
              </a:spcBef>
              <a:spcAft>
                <a:spcPts val="0"/>
              </a:spcAft>
              <a:buSzPts val="2400"/>
              <a:buFont typeface="DM Sans"/>
              <a:buNone/>
              <a:defRPr sz="2400" b="1">
                <a:latin typeface="DM Sans"/>
                <a:ea typeface="DM Sans"/>
                <a:cs typeface="DM Sans"/>
              </a:defRPr>
            </a:lvl4pPr>
            <a:lvl5pPr algn="ctr">
              <a:lnSpc>
                <a:spcPct val="115000"/>
              </a:lnSpc>
              <a:spcBef>
                <a:spcPts val="0"/>
              </a:spcBef>
              <a:spcAft>
                <a:spcPts val="0"/>
              </a:spcAft>
              <a:buSzPts val="2400"/>
              <a:buFont typeface="DM Sans"/>
              <a:buNone/>
              <a:defRPr sz="2400" b="1">
                <a:latin typeface="DM Sans"/>
                <a:ea typeface="DM Sans"/>
                <a:cs typeface="DM Sans"/>
              </a:defRPr>
            </a:lvl5pPr>
            <a:lvl6pPr algn="ctr">
              <a:lnSpc>
                <a:spcPct val="115000"/>
              </a:lnSpc>
              <a:spcBef>
                <a:spcPts val="0"/>
              </a:spcBef>
              <a:spcAft>
                <a:spcPts val="0"/>
              </a:spcAft>
              <a:buSzPts val="2400"/>
              <a:buFont typeface="DM Sans"/>
              <a:buNone/>
              <a:defRPr sz="2400" b="1">
                <a:latin typeface="DM Sans"/>
                <a:ea typeface="DM Sans"/>
                <a:cs typeface="DM Sans"/>
              </a:defRPr>
            </a:lvl6pPr>
            <a:lvl7pPr algn="ctr">
              <a:lnSpc>
                <a:spcPct val="115000"/>
              </a:lnSpc>
              <a:spcBef>
                <a:spcPts val="0"/>
              </a:spcBef>
              <a:spcAft>
                <a:spcPts val="0"/>
              </a:spcAft>
              <a:buSzPts val="2400"/>
              <a:buFont typeface="DM Sans"/>
              <a:buNone/>
              <a:defRPr sz="2400" b="1">
                <a:latin typeface="DM Sans"/>
                <a:ea typeface="DM Sans"/>
                <a:cs typeface="DM Sans"/>
              </a:defRPr>
            </a:lvl7pPr>
            <a:lvl8pPr algn="ctr">
              <a:lnSpc>
                <a:spcPct val="115000"/>
              </a:lnSpc>
              <a:spcBef>
                <a:spcPts val="0"/>
              </a:spcBef>
              <a:spcAft>
                <a:spcPts val="0"/>
              </a:spcAft>
              <a:buSzPts val="2400"/>
              <a:buFont typeface="DM Sans"/>
              <a:buNone/>
              <a:defRPr sz="2400" b="1">
                <a:latin typeface="DM Sans"/>
                <a:ea typeface="DM Sans"/>
                <a:cs typeface="DM Sans"/>
              </a:defRPr>
            </a:lvl8pPr>
            <a:lvl9pPr algn="ctr">
              <a:lnSpc>
                <a:spcPct val="115000"/>
              </a:lnSpc>
              <a:spcBef>
                <a:spcPts val="0"/>
              </a:spcBef>
              <a:spcAft>
                <a:spcPts val="0"/>
              </a:spcAft>
              <a:buSzPts val="2400"/>
              <a:buFont typeface="DM Sans"/>
              <a:buNone/>
              <a:defRPr sz="2400" b="1">
                <a:latin typeface="DM Sans"/>
                <a:ea typeface="DM Sans"/>
                <a:cs typeface="DM Sans"/>
              </a:defRPr>
            </a:lvl9pPr>
          </a:lstStyle>
          <a:p/>
        </p:txBody>
      </p:sp>
      <p:sp>
        <p:nvSpPr>
          <p:cNvPr id="214" name="Google Shape;214;p26"/>
          <p:cNvSpPr>
            <a:spLocks noGrp="1"/>
          </p:cNvSpPr>
          <p:nvPr>
            <p:ph type="subTitle" idx="9"/>
          </p:nvPr>
        </p:nvSpPr>
        <p:spPr>
          <a:xfrm>
            <a:off x="6031519" y="1732975"/>
            <a:ext cx="2066100" cy="492600"/>
          </a:xfrm>
          <a:prstGeom prst="rect">
            <a:avLst/>
          </a:prstGeom>
          <a:ln>
            <a:noFill/>
          </a:ln>
        </p:spPr>
        <p:txBody>
          <a:bodyPr spcFirstLastPara="1" wrap="square" lIns="91425" tIns="91425" rIns="91425" bIns="91425" anchor="b">
            <a:noAutofit/>
          </a:bodyPr>
          <a:lstStyle>
            <a:lvl1pPr algn="ctr">
              <a:lnSpc>
                <a:spcPct val="115000"/>
              </a:lnSpc>
              <a:spcBef>
                <a:spcPts val="0"/>
              </a:spcBef>
              <a:spcAft>
                <a:spcPts val="0"/>
              </a:spcAft>
              <a:buSzPts val="2400"/>
              <a:buFont typeface="DM Sans"/>
              <a:buNone/>
              <a:defRPr sz="2000" b="1">
                <a:solidFill>
                  <a:schemeClr val="dk1"/>
                </a:solidFill>
                <a:latin typeface="Poppins"/>
                <a:ea typeface="Poppins"/>
                <a:cs typeface="Poppins"/>
              </a:defRPr>
            </a:lvl1pPr>
            <a:lvl2pPr algn="ctr">
              <a:lnSpc>
                <a:spcPct val="115000"/>
              </a:lnSpc>
              <a:spcBef>
                <a:spcPts val="0"/>
              </a:spcBef>
              <a:spcAft>
                <a:spcPts val="0"/>
              </a:spcAft>
              <a:buSzPts val="2400"/>
              <a:buFont typeface="DM Sans"/>
              <a:buNone/>
              <a:defRPr sz="2400" b="1">
                <a:latin typeface="DM Sans"/>
                <a:ea typeface="DM Sans"/>
                <a:cs typeface="DM Sans"/>
              </a:defRPr>
            </a:lvl2pPr>
            <a:lvl3pPr algn="ctr">
              <a:lnSpc>
                <a:spcPct val="115000"/>
              </a:lnSpc>
              <a:spcBef>
                <a:spcPts val="0"/>
              </a:spcBef>
              <a:spcAft>
                <a:spcPts val="0"/>
              </a:spcAft>
              <a:buSzPts val="2400"/>
              <a:buFont typeface="DM Sans"/>
              <a:buNone/>
              <a:defRPr sz="2400" b="1">
                <a:latin typeface="DM Sans"/>
                <a:ea typeface="DM Sans"/>
                <a:cs typeface="DM Sans"/>
              </a:defRPr>
            </a:lvl3pPr>
            <a:lvl4pPr algn="ctr">
              <a:lnSpc>
                <a:spcPct val="115000"/>
              </a:lnSpc>
              <a:spcBef>
                <a:spcPts val="0"/>
              </a:spcBef>
              <a:spcAft>
                <a:spcPts val="0"/>
              </a:spcAft>
              <a:buSzPts val="2400"/>
              <a:buFont typeface="DM Sans"/>
              <a:buNone/>
              <a:defRPr sz="2400" b="1">
                <a:latin typeface="DM Sans"/>
                <a:ea typeface="DM Sans"/>
                <a:cs typeface="DM Sans"/>
              </a:defRPr>
            </a:lvl4pPr>
            <a:lvl5pPr algn="ctr">
              <a:lnSpc>
                <a:spcPct val="115000"/>
              </a:lnSpc>
              <a:spcBef>
                <a:spcPts val="0"/>
              </a:spcBef>
              <a:spcAft>
                <a:spcPts val="0"/>
              </a:spcAft>
              <a:buSzPts val="2400"/>
              <a:buFont typeface="DM Sans"/>
              <a:buNone/>
              <a:defRPr sz="2400" b="1">
                <a:latin typeface="DM Sans"/>
                <a:ea typeface="DM Sans"/>
                <a:cs typeface="DM Sans"/>
              </a:defRPr>
            </a:lvl5pPr>
            <a:lvl6pPr algn="ctr">
              <a:lnSpc>
                <a:spcPct val="115000"/>
              </a:lnSpc>
              <a:spcBef>
                <a:spcPts val="0"/>
              </a:spcBef>
              <a:spcAft>
                <a:spcPts val="0"/>
              </a:spcAft>
              <a:buSzPts val="2400"/>
              <a:buFont typeface="DM Sans"/>
              <a:buNone/>
              <a:defRPr sz="2400" b="1">
                <a:latin typeface="DM Sans"/>
                <a:ea typeface="DM Sans"/>
                <a:cs typeface="DM Sans"/>
              </a:defRPr>
            </a:lvl6pPr>
            <a:lvl7pPr algn="ctr">
              <a:lnSpc>
                <a:spcPct val="115000"/>
              </a:lnSpc>
              <a:spcBef>
                <a:spcPts val="0"/>
              </a:spcBef>
              <a:spcAft>
                <a:spcPts val="0"/>
              </a:spcAft>
              <a:buSzPts val="2400"/>
              <a:buFont typeface="DM Sans"/>
              <a:buNone/>
              <a:defRPr sz="2400" b="1">
                <a:latin typeface="DM Sans"/>
                <a:ea typeface="DM Sans"/>
                <a:cs typeface="DM Sans"/>
              </a:defRPr>
            </a:lvl7pPr>
            <a:lvl8pPr algn="ctr">
              <a:lnSpc>
                <a:spcPct val="115000"/>
              </a:lnSpc>
              <a:spcBef>
                <a:spcPts val="0"/>
              </a:spcBef>
              <a:spcAft>
                <a:spcPts val="0"/>
              </a:spcAft>
              <a:buSzPts val="2400"/>
              <a:buFont typeface="DM Sans"/>
              <a:buNone/>
              <a:defRPr sz="2400" b="1">
                <a:latin typeface="DM Sans"/>
                <a:ea typeface="DM Sans"/>
                <a:cs typeface="DM Sans"/>
              </a:defRPr>
            </a:lvl8pPr>
            <a:lvl9pPr algn="ctr">
              <a:lnSpc>
                <a:spcPct val="115000"/>
              </a:lnSpc>
              <a:spcBef>
                <a:spcPts val="0"/>
              </a:spcBef>
              <a:spcAft>
                <a:spcPts val="0"/>
              </a:spcAft>
              <a:buSzPts val="2400"/>
              <a:buFont typeface="DM Sans"/>
              <a:buNone/>
              <a:defRPr sz="2400" b="1">
                <a:latin typeface="DM Sans"/>
                <a:ea typeface="DM Sans"/>
                <a:cs typeface="DM Sans"/>
              </a:defRPr>
            </a:lvl9pPr>
          </a:lstStyle>
          <a:p/>
        </p:txBody>
      </p:sp>
      <p:sp>
        <p:nvSpPr>
          <p:cNvPr id="215" name="Google Shape;215;p26"/>
          <p:cNvSpPr>
            <a:spLocks noGrp="1"/>
          </p:cNvSpPr>
          <p:nvPr>
            <p:ph type="subTitle" idx="13"/>
          </p:nvPr>
        </p:nvSpPr>
        <p:spPr>
          <a:xfrm>
            <a:off x="1046381" y="3424075"/>
            <a:ext cx="2066100" cy="492600"/>
          </a:xfrm>
          <a:prstGeom prst="rect">
            <a:avLst/>
          </a:prstGeom>
          <a:ln>
            <a:noFill/>
          </a:ln>
        </p:spPr>
        <p:txBody>
          <a:bodyPr spcFirstLastPara="1" wrap="square" lIns="91425" tIns="91425" rIns="91425" bIns="91425" anchor="b">
            <a:noAutofit/>
          </a:bodyPr>
          <a:lstStyle>
            <a:lvl1pPr algn="ctr">
              <a:lnSpc>
                <a:spcPct val="115000"/>
              </a:lnSpc>
              <a:spcBef>
                <a:spcPts val="0"/>
              </a:spcBef>
              <a:spcAft>
                <a:spcPts val="0"/>
              </a:spcAft>
              <a:buSzPts val="2400"/>
              <a:buFont typeface="DM Sans"/>
              <a:buNone/>
              <a:defRPr sz="2000" b="1">
                <a:solidFill>
                  <a:schemeClr val="dk1"/>
                </a:solidFill>
                <a:latin typeface="Poppins"/>
                <a:ea typeface="Poppins"/>
                <a:cs typeface="Poppins"/>
              </a:defRPr>
            </a:lvl1pPr>
            <a:lvl2pPr algn="ctr">
              <a:lnSpc>
                <a:spcPct val="115000"/>
              </a:lnSpc>
              <a:spcBef>
                <a:spcPts val="0"/>
              </a:spcBef>
              <a:spcAft>
                <a:spcPts val="0"/>
              </a:spcAft>
              <a:buSzPts val="2400"/>
              <a:buFont typeface="DM Sans"/>
              <a:buNone/>
              <a:defRPr sz="2400" b="1">
                <a:latin typeface="DM Sans"/>
                <a:ea typeface="DM Sans"/>
                <a:cs typeface="DM Sans"/>
              </a:defRPr>
            </a:lvl2pPr>
            <a:lvl3pPr algn="ctr">
              <a:lnSpc>
                <a:spcPct val="115000"/>
              </a:lnSpc>
              <a:spcBef>
                <a:spcPts val="0"/>
              </a:spcBef>
              <a:spcAft>
                <a:spcPts val="0"/>
              </a:spcAft>
              <a:buSzPts val="2400"/>
              <a:buFont typeface="DM Sans"/>
              <a:buNone/>
              <a:defRPr sz="2400" b="1">
                <a:latin typeface="DM Sans"/>
                <a:ea typeface="DM Sans"/>
                <a:cs typeface="DM Sans"/>
              </a:defRPr>
            </a:lvl3pPr>
            <a:lvl4pPr algn="ctr">
              <a:lnSpc>
                <a:spcPct val="115000"/>
              </a:lnSpc>
              <a:spcBef>
                <a:spcPts val="0"/>
              </a:spcBef>
              <a:spcAft>
                <a:spcPts val="0"/>
              </a:spcAft>
              <a:buSzPts val="2400"/>
              <a:buFont typeface="DM Sans"/>
              <a:buNone/>
              <a:defRPr sz="2400" b="1">
                <a:latin typeface="DM Sans"/>
                <a:ea typeface="DM Sans"/>
                <a:cs typeface="DM Sans"/>
              </a:defRPr>
            </a:lvl4pPr>
            <a:lvl5pPr algn="ctr">
              <a:lnSpc>
                <a:spcPct val="115000"/>
              </a:lnSpc>
              <a:spcBef>
                <a:spcPts val="0"/>
              </a:spcBef>
              <a:spcAft>
                <a:spcPts val="0"/>
              </a:spcAft>
              <a:buSzPts val="2400"/>
              <a:buFont typeface="DM Sans"/>
              <a:buNone/>
              <a:defRPr sz="2400" b="1">
                <a:latin typeface="DM Sans"/>
                <a:ea typeface="DM Sans"/>
                <a:cs typeface="DM Sans"/>
              </a:defRPr>
            </a:lvl5pPr>
            <a:lvl6pPr algn="ctr">
              <a:lnSpc>
                <a:spcPct val="115000"/>
              </a:lnSpc>
              <a:spcBef>
                <a:spcPts val="0"/>
              </a:spcBef>
              <a:spcAft>
                <a:spcPts val="0"/>
              </a:spcAft>
              <a:buSzPts val="2400"/>
              <a:buFont typeface="DM Sans"/>
              <a:buNone/>
              <a:defRPr sz="2400" b="1">
                <a:latin typeface="DM Sans"/>
                <a:ea typeface="DM Sans"/>
                <a:cs typeface="DM Sans"/>
              </a:defRPr>
            </a:lvl6pPr>
            <a:lvl7pPr algn="ctr">
              <a:lnSpc>
                <a:spcPct val="115000"/>
              </a:lnSpc>
              <a:spcBef>
                <a:spcPts val="0"/>
              </a:spcBef>
              <a:spcAft>
                <a:spcPts val="0"/>
              </a:spcAft>
              <a:buSzPts val="2400"/>
              <a:buFont typeface="DM Sans"/>
              <a:buNone/>
              <a:defRPr sz="2400" b="1">
                <a:latin typeface="DM Sans"/>
                <a:ea typeface="DM Sans"/>
                <a:cs typeface="DM Sans"/>
              </a:defRPr>
            </a:lvl7pPr>
            <a:lvl8pPr algn="ctr">
              <a:lnSpc>
                <a:spcPct val="115000"/>
              </a:lnSpc>
              <a:spcBef>
                <a:spcPts val="0"/>
              </a:spcBef>
              <a:spcAft>
                <a:spcPts val="0"/>
              </a:spcAft>
              <a:buSzPts val="2400"/>
              <a:buFont typeface="DM Sans"/>
              <a:buNone/>
              <a:defRPr sz="2400" b="1">
                <a:latin typeface="DM Sans"/>
                <a:ea typeface="DM Sans"/>
                <a:cs typeface="DM Sans"/>
              </a:defRPr>
            </a:lvl8pPr>
            <a:lvl9pPr algn="ctr">
              <a:lnSpc>
                <a:spcPct val="115000"/>
              </a:lnSpc>
              <a:spcBef>
                <a:spcPts val="0"/>
              </a:spcBef>
              <a:spcAft>
                <a:spcPts val="0"/>
              </a:spcAft>
              <a:buSzPts val="2400"/>
              <a:buFont typeface="DM Sans"/>
              <a:buNone/>
              <a:defRPr sz="2400" b="1">
                <a:latin typeface="DM Sans"/>
                <a:ea typeface="DM Sans"/>
                <a:cs typeface="DM Sans"/>
              </a:defRPr>
            </a:lvl9pPr>
          </a:lstStyle>
          <a:p/>
        </p:txBody>
      </p:sp>
      <p:sp>
        <p:nvSpPr>
          <p:cNvPr id="216" name="Google Shape;216;p26"/>
          <p:cNvSpPr>
            <a:spLocks noGrp="1"/>
          </p:cNvSpPr>
          <p:nvPr>
            <p:ph type="subTitle" idx="14"/>
          </p:nvPr>
        </p:nvSpPr>
        <p:spPr>
          <a:xfrm>
            <a:off x="3538950" y="3424075"/>
            <a:ext cx="2066100" cy="492600"/>
          </a:xfrm>
          <a:prstGeom prst="rect">
            <a:avLst/>
          </a:prstGeom>
          <a:ln>
            <a:noFill/>
          </a:ln>
        </p:spPr>
        <p:txBody>
          <a:bodyPr spcFirstLastPara="1" wrap="square" lIns="91425" tIns="91425" rIns="91425" bIns="91425" anchor="b">
            <a:noAutofit/>
          </a:bodyPr>
          <a:lstStyle>
            <a:lvl1pPr algn="ctr">
              <a:lnSpc>
                <a:spcPct val="115000"/>
              </a:lnSpc>
              <a:spcBef>
                <a:spcPts val="0"/>
              </a:spcBef>
              <a:spcAft>
                <a:spcPts val="0"/>
              </a:spcAft>
              <a:buSzPts val="2400"/>
              <a:buFont typeface="DM Sans"/>
              <a:buNone/>
              <a:defRPr sz="2000" b="1">
                <a:solidFill>
                  <a:schemeClr val="dk1"/>
                </a:solidFill>
                <a:latin typeface="Poppins"/>
                <a:ea typeface="Poppins"/>
                <a:cs typeface="Poppins"/>
              </a:defRPr>
            </a:lvl1pPr>
            <a:lvl2pPr algn="ctr">
              <a:lnSpc>
                <a:spcPct val="115000"/>
              </a:lnSpc>
              <a:spcBef>
                <a:spcPts val="0"/>
              </a:spcBef>
              <a:spcAft>
                <a:spcPts val="0"/>
              </a:spcAft>
              <a:buSzPts val="2400"/>
              <a:buFont typeface="DM Sans"/>
              <a:buNone/>
              <a:defRPr sz="2400" b="1">
                <a:latin typeface="DM Sans"/>
                <a:ea typeface="DM Sans"/>
                <a:cs typeface="DM Sans"/>
              </a:defRPr>
            </a:lvl2pPr>
            <a:lvl3pPr algn="ctr">
              <a:lnSpc>
                <a:spcPct val="115000"/>
              </a:lnSpc>
              <a:spcBef>
                <a:spcPts val="0"/>
              </a:spcBef>
              <a:spcAft>
                <a:spcPts val="0"/>
              </a:spcAft>
              <a:buSzPts val="2400"/>
              <a:buFont typeface="DM Sans"/>
              <a:buNone/>
              <a:defRPr sz="2400" b="1">
                <a:latin typeface="DM Sans"/>
                <a:ea typeface="DM Sans"/>
                <a:cs typeface="DM Sans"/>
              </a:defRPr>
            </a:lvl3pPr>
            <a:lvl4pPr algn="ctr">
              <a:lnSpc>
                <a:spcPct val="115000"/>
              </a:lnSpc>
              <a:spcBef>
                <a:spcPts val="0"/>
              </a:spcBef>
              <a:spcAft>
                <a:spcPts val="0"/>
              </a:spcAft>
              <a:buSzPts val="2400"/>
              <a:buFont typeface="DM Sans"/>
              <a:buNone/>
              <a:defRPr sz="2400" b="1">
                <a:latin typeface="DM Sans"/>
                <a:ea typeface="DM Sans"/>
                <a:cs typeface="DM Sans"/>
              </a:defRPr>
            </a:lvl4pPr>
            <a:lvl5pPr algn="ctr">
              <a:lnSpc>
                <a:spcPct val="115000"/>
              </a:lnSpc>
              <a:spcBef>
                <a:spcPts val="0"/>
              </a:spcBef>
              <a:spcAft>
                <a:spcPts val="0"/>
              </a:spcAft>
              <a:buSzPts val="2400"/>
              <a:buFont typeface="DM Sans"/>
              <a:buNone/>
              <a:defRPr sz="2400" b="1">
                <a:latin typeface="DM Sans"/>
                <a:ea typeface="DM Sans"/>
                <a:cs typeface="DM Sans"/>
              </a:defRPr>
            </a:lvl5pPr>
            <a:lvl6pPr algn="ctr">
              <a:lnSpc>
                <a:spcPct val="115000"/>
              </a:lnSpc>
              <a:spcBef>
                <a:spcPts val="0"/>
              </a:spcBef>
              <a:spcAft>
                <a:spcPts val="0"/>
              </a:spcAft>
              <a:buSzPts val="2400"/>
              <a:buFont typeface="DM Sans"/>
              <a:buNone/>
              <a:defRPr sz="2400" b="1">
                <a:latin typeface="DM Sans"/>
                <a:ea typeface="DM Sans"/>
                <a:cs typeface="DM Sans"/>
              </a:defRPr>
            </a:lvl6pPr>
            <a:lvl7pPr algn="ctr">
              <a:lnSpc>
                <a:spcPct val="115000"/>
              </a:lnSpc>
              <a:spcBef>
                <a:spcPts val="0"/>
              </a:spcBef>
              <a:spcAft>
                <a:spcPts val="0"/>
              </a:spcAft>
              <a:buSzPts val="2400"/>
              <a:buFont typeface="DM Sans"/>
              <a:buNone/>
              <a:defRPr sz="2400" b="1">
                <a:latin typeface="DM Sans"/>
                <a:ea typeface="DM Sans"/>
                <a:cs typeface="DM Sans"/>
              </a:defRPr>
            </a:lvl7pPr>
            <a:lvl8pPr algn="ctr">
              <a:lnSpc>
                <a:spcPct val="115000"/>
              </a:lnSpc>
              <a:spcBef>
                <a:spcPts val="0"/>
              </a:spcBef>
              <a:spcAft>
                <a:spcPts val="0"/>
              </a:spcAft>
              <a:buSzPts val="2400"/>
              <a:buFont typeface="DM Sans"/>
              <a:buNone/>
              <a:defRPr sz="2400" b="1">
                <a:latin typeface="DM Sans"/>
                <a:ea typeface="DM Sans"/>
                <a:cs typeface="DM Sans"/>
              </a:defRPr>
            </a:lvl8pPr>
            <a:lvl9pPr algn="ctr">
              <a:lnSpc>
                <a:spcPct val="115000"/>
              </a:lnSpc>
              <a:spcBef>
                <a:spcPts val="0"/>
              </a:spcBef>
              <a:spcAft>
                <a:spcPts val="0"/>
              </a:spcAft>
              <a:buSzPts val="2400"/>
              <a:buFont typeface="DM Sans"/>
              <a:buNone/>
              <a:defRPr sz="2400" b="1">
                <a:latin typeface="DM Sans"/>
                <a:ea typeface="DM Sans"/>
                <a:cs typeface="DM Sans"/>
              </a:defRPr>
            </a:lvl9pPr>
          </a:lstStyle>
          <a:p/>
        </p:txBody>
      </p:sp>
      <p:sp>
        <p:nvSpPr>
          <p:cNvPr id="217" name="Google Shape;217;p26"/>
          <p:cNvSpPr>
            <a:spLocks noGrp="1"/>
          </p:cNvSpPr>
          <p:nvPr>
            <p:ph type="subTitle" idx="15"/>
          </p:nvPr>
        </p:nvSpPr>
        <p:spPr>
          <a:xfrm>
            <a:off x="6031519" y="3424075"/>
            <a:ext cx="2066100" cy="492600"/>
          </a:xfrm>
          <a:prstGeom prst="rect">
            <a:avLst/>
          </a:prstGeom>
          <a:ln>
            <a:noFill/>
          </a:ln>
        </p:spPr>
        <p:txBody>
          <a:bodyPr spcFirstLastPara="1" wrap="square" lIns="91425" tIns="91425" rIns="91425" bIns="91425" anchor="b">
            <a:noAutofit/>
          </a:bodyPr>
          <a:lstStyle>
            <a:lvl1pPr algn="ctr">
              <a:lnSpc>
                <a:spcPct val="115000"/>
              </a:lnSpc>
              <a:spcBef>
                <a:spcPts val="0"/>
              </a:spcBef>
              <a:spcAft>
                <a:spcPts val="0"/>
              </a:spcAft>
              <a:buSzPts val="2400"/>
              <a:buFont typeface="DM Sans"/>
              <a:buNone/>
              <a:defRPr sz="2000" b="1">
                <a:solidFill>
                  <a:schemeClr val="dk1"/>
                </a:solidFill>
                <a:latin typeface="Poppins"/>
                <a:ea typeface="Poppins"/>
                <a:cs typeface="Poppins"/>
              </a:defRPr>
            </a:lvl1pPr>
            <a:lvl2pPr algn="ctr">
              <a:lnSpc>
                <a:spcPct val="115000"/>
              </a:lnSpc>
              <a:spcBef>
                <a:spcPts val="0"/>
              </a:spcBef>
              <a:spcAft>
                <a:spcPts val="0"/>
              </a:spcAft>
              <a:buSzPts val="2400"/>
              <a:buFont typeface="DM Sans"/>
              <a:buNone/>
              <a:defRPr sz="2400" b="1">
                <a:latin typeface="DM Sans"/>
                <a:ea typeface="DM Sans"/>
                <a:cs typeface="DM Sans"/>
              </a:defRPr>
            </a:lvl2pPr>
            <a:lvl3pPr algn="ctr">
              <a:lnSpc>
                <a:spcPct val="115000"/>
              </a:lnSpc>
              <a:spcBef>
                <a:spcPts val="0"/>
              </a:spcBef>
              <a:spcAft>
                <a:spcPts val="0"/>
              </a:spcAft>
              <a:buSzPts val="2400"/>
              <a:buFont typeface="DM Sans"/>
              <a:buNone/>
              <a:defRPr sz="2400" b="1">
                <a:latin typeface="DM Sans"/>
                <a:ea typeface="DM Sans"/>
                <a:cs typeface="DM Sans"/>
              </a:defRPr>
            </a:lvl3pPr>
            <a:lvl4pPr algn="ctr">
              <a:lnSpc>
                <a:spcPct val="115000"/>
              </a:lnSpc>
              <a:spcBef>
                <a:spcPts val="0"/>
              </a:spcBef>
              <a:spcAft>
                <a:spcPts val="0"/>
              </a:spcAft>
              <a:buSzPts val="2400"/>
              <a:buFont typeface="DM Sans"/>
              <a:buNone/>
              <a:defRPr sz="2400" b="1">
                <a:latin typeface="DM Sans"/>
                <a:ea typeface="DM Sans"/>
                <a:cs typeface="DM Sans"/>
              </a:defRPr>
            </a:lvl4pPr>
            <a:lvl5pPr algn="ctr">
              <a:lnSpc>
                <a:spcPct val="115000"/>
              </a:lnSpc>
              <a:spcBef>
                <a:spcPts val="0"/>
              </a:spcBef>
              <a:spcAft>
                <a:spcPts val="0"/>
              </a:spcAft>
              <a:buSzPts val="2400"/>
              <a:buFont typeface="DM Sans"/>
              <a:buNone/>
              <a:defRPr sz="2400" b="1">
                <a:latin typeface="DM Sans"/>
                <a:ea typeface="DM Sans"/>
                <a:cs typeface="DM Sans"/>
              </a:defRPr>
            </a:lvl5pPr>
            <a:lvl6pPr algn="ctr">
              <a:lnSpc>
                <a:spcPct val="115000"/>
              </a:lnSpc>
              <a:spcBef>
                <a:spcPts val="0"/>
              </a:spcBef>
              <a:spcAft>
                <a:spcPts val="0"/>
              </a:spcAft>
              <a:buSzPts val="2400"/>
              <a:buFont typeface="DM Sans"/>
              <a:buNone/>
              <a:defRPr sz="2400" b="1">
                <a:latin typeface="DM Sans"/>
                <a:ea typeface="DM Sans"/>
                <a:cs typeface="DM Sans"/>
              </a:defRPr>
            </a:lvl6pPr>
            <a:lvl7pPr algn="ctr">
              <a:lnSpc>
                <a:spcPct val="115000"/>
              </a:lnSpc>
              <a:spcBef>
                <a:spcPts val="0"/>
              </a:spcBef>
              <a:spcAft>
                <a:spcPts val="0"/>
              </a:spcAft>
              <a:buSzPts val="2400"/>
              <a:buFont typeface="DM Sans"/>
              <a:buNone/>
              <a:defRPr sz="2400" b="1">
                <a:latin typeface="DM Sans"/>
                <a:ea typeface="DM Sans"/>
                <a:cs typeface="DM Sans"/>
              </a:defRPr>
            </a:lvl7pPr>
            <a:lvl8pPr algn="ctr">
              <a:lnSpc>
                <a:spcPct val="115000"/>
              </a:lnSpc>
              <a:spcBef>
                <a:spcPts val="0"/>
              </a:spcBef>
              <a:spcAft>
                <a:spcPts val="0"/>
              </a:spcAft>
              <a:buSzPts val="2400"/>
              <a:buFont typeface="DM Sans"/>
              <a:buNone/>
              <a:defRPr sz="2400" b="1">
                <a:latin typeface="DM Sans"/>
                <a:ea typeface="DM Sans"/>
                <a:cs typeface="DM Sans"/>
              </a:defRPr>
            </a:lvl8pPr>
            <a:lvl9pPr algn="ctr">
              <a:lnSpc>
                <a:spcPct val="115000"/>
              </a:lnSpc>
              <a:spcBef>
                <a:spcPts val="0"/>
              </a:spcBef>
              <a:spcAft>
                <a:spcPts val="0"/>
              </a:spcAft>
              <a:buSzPts val="2400"/>
              <a:buFont typeface="DM Sans"/>
              <a:buNone/>
              <a:defRPr sz="2400" b="1">
                <a:latin typeface="DM Sans"/>
                <a:ea typeface="DM Sans"/>
                <a:cs typeface="DM Sans"/>
              </a:defRPr>
            </a:lvl9pPr>
          </a:lstStyle>
          <a:p/>
        </p:txBody>
      </p:sp>
      <p:sp>
        <p:nvSpPr>
          <p:cNvPr id="219" name="Google Shape;219;p26"/>
          <p:cNvSpPr>
            <a:spLocks noGrp="1"/>
          </p:cNvSpPr>
          <p:nvPr/>
        </p:nvSpPr>
        <p:spPr>
          <a:xfrm flipH="1">
            <a:off x="8812484" y="4331375"/>
            <a:ext cx="277200" cy="277200"/>
          </a:xfrm>
          <a:prstGeom prst="ellipse">
            <a:avLst/>
          </a:prstGeom>
          <a:solidFill>
            <a:schemeClr val="accent1"/>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220" name="Google Shape;220;p26"/>
          <p:cNvSpPr>
            <a:spLocks noGrp="1"/>
          </p:cNvSpPr>
          <p:nvPr/>
        </p:nvSpPr>
        <p:spPr>
          <a:xfrm rot="10800000" flipH="1">
            <a:off x="-173878" y="-686855"/>
            <a:ext cx="677400" cy="1828500"/>
          </a:xfrm>
          <a:prstGeom prst="roundRect">
            <a:avLst>
              <a:gd name="adj" fmla="val 50000"/>
            </a:avLst>
          </a:prstGeom>
          <a:solidFill>
            <a:srgbClr val="74CEC4">
              <a:alpha val="60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221" name="Google Shape;221;p26"/>
          <p:cNvSpPr>
            <a:spLocks noGrp="1"/>
          </p:cNvSpPr>
          <p:nvPr/>
        </p:nvSpPr>
        <p:spPr>
          <a:xfrm flipH="1">
            <a:off x="-363114" y="781582"/>
            <a:ext cx="698700" cy="698700"/>
          </a:xfrm>
          <a:prstGeom prst="chord">
            <a:avLst>
              <a:gd name="adj1" fmla="val 5399387"/>
              <a:gd name="adj2" fmla="val 16200000"/>
            </a:avLst>
          </a:prstGeom>
          <a:solidFill>
            <a:schemeClr val="dk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222" name="Google Shape;222;p26"/>
          <p:cNvSpPr>
            <a:spLocks noGrp="1"/>
          </p:cNvSpPr>
          <p:nvPr/>
        </p:nvSpPr>
        <p:spPr>
          <a:xfrm flipH="1">
            <a:off x="8812484" y="4769225"/>
            <a:ext cx="659700" cy="659700"/>
          </a:xfrm>
          <a:prstGeom prst="ellipse">
            <a:avLst/>
          </a:prstGeom>
          <a:solidFill>
            <a:srgbClr val="F2557A">
              <a:alpha val="65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Numbers and text">
  <p:cSld name="CUSTOM_8_1">
    <p:bg>
      <p:bgPr>
        <a:solidFill>
          <a:schemeClr val="dk1"/>
        </a:solidFill>
        <a:effectLst/>
      </p:bgPr>
    </p:bg>
    <p:spTree>
      <p:nvGrpSpPr>
        <p:cNvPr id="1" name=""/>
        <p:cNvGrpSpPr/>
        <p:nvPr/>
      </p:nvGrpSpPr>
      <p:grpSpPr/>
      <p:sp>
        <p:nvSpPr>
          <p:cNvPr id="224" name="Google Shape;224;p27"/>
          <p:cNvSpPr>
            <a:spLocks noGrp="1"/>
          </p:cNvSpPr>
          <p:nvPr>
            <p:ph type="title" hasCustomPrompt="1"/>
          </p:nvPr>
        </p:nvSpPr>
        <p:spPr>
          <a:xfrm>
            <a:off x="713225" y="628300"/>
            <a:ext cx="4117200" cy="768900"/>
          </a:xfrm>
          <a:prstGeom prst="rect">
            <a:avLst/>
          </a:prstGeom>
          <a:noFill/>
        </p:spPr>
        <p:txBody>
          <a:bodyPr spcFirstLastPara="1" wrap="square" lIns="91425" tIns="91425" rIns="91425" bIns="91425" anchor="b">
            <a:noAutofit/>
          </a:bodyPr>
          <a:lstStyle>
            <a:lvl1pPr algn="ctr">
              <a:lnSpc>
                <a:spcPct val="115000"/>
              </a:lnSpc>
              <a:spcBef>
                <a:spcPts val="0"/>
              </a:spcBef>
              <a:spcAft>
                <a:spcPts val="0"/>
              </a:spcAft>
              <a:buClr>
                <a:schemeClr val="lt1"/>
              </a:buClr>
              <a:buSzPts val="6000"/>
              <a:buNone/>
              <a:defRPr sz="3800">
                <a:solidFill>
                  <a:schemeClr val="lt1"/>
                </a:solidFill>
              </a:defRPr>
            </a:lvl1pPr>
            <a:lvl2pPr algn="ctr">
              <a:spcBef>
                <a:spcPts val="0"/>
              </a:spcBef>
              <a:spcAft>
                <a:spcPts val="0"/>
              </a:spcAft>
              <a:buClr>
                <a:schemeClr val="lt1"/>
              </a:buClr>
              <a:buSzPts val="6000"/>
              <a:buNone/>
              <a:defRPr sz="6000">
                <a:solidFill>
                  <a:schemeClr val="lt1"/>
                </a:solidFill>
              </a:defRPr>
            </a:lvl2pPr>
            <a:lvl3pPr algn="ctr">
              <a:spcBef>
                <a:spcPts val="0"/>
              </a:spcBef>
              <a:spcAft>
                <a:spcPts val="0"/>
              </a:spcAft>
              <a:buClr>
                <a:schemeClr val="lt1"/>
              </a:buClr>
              <a:buSzPts val="6000"/>
              <a:buNone/>
              <a:defRPr sz="6000">
                <a:solidFill>
                  <a:schemeClr val="lt1"/>
                </a:solidFill>
              </a:defRPr>
            </a:lvl3pPr>
            <a:lvl4pPr algn="ctr">
              <a:spcBef>
                <a:spcPts val="0"/>
              </a:spcBef>
              <a:spcAft>
                <a:spcPts val="0"/>
              </a:spcAft>
              <a:buClr>
                <a:schemeClr val="lt1"/>
              </a:buClr>
              <a:buSzPts val="6000"/>
              <a:buNone/>
              <a:defRPr sz="6000">
                <a:solidFill>
                  <a:schemeClr val="lt1"/>
                </a:solidFill>
              </a:defRPr>
            </a:lvl4pPr>
            <a:lvl5pPr algn="ctr">
              <a:spcBef>
                <a:spcPts val="0"/>
              </a:spcBef>
              <a:spcAft>
                <a:spcPts val="0"/>
              </a:spcAft>
              <a:buClr>
                <a:schemeClr val="lt1"/>
              </a:buClr>
              <a:buSzPts val="6000"/>
              <a:buNone/>
              <a:defRPr sz="6000">
                <a:solidFill>
                  <a:schemeClr val="lt1"/>
                </a:solidFill>
              </a:defRPr>
            </a:lvl5pPr>
            <a:lvl6pPr algn="ctr">
              <a:spcBef>
                <a:spcPts val="0"/>
              </a:spcBef>
              <a:spcAft>
                <a:spcPts val="0"/>
              </a:spcAft>
              <a:buClr>
                <a:schemeClr val="lt1"/>
              </a:buClr>
              <a:buSzPts val="6000"/>
              <a:buNone/>
              <a:defRPr sz="6000">
                <a:solidFill>
                  <a:schemeClr val="lt1"/>
                </a:solidFill>
              </a:defRPr>
            </a:lvl6pPr>
            <a:lvl7pPr algn="ctr">
              <a:spcBef>
                <a:spcPts val="0"/>
              </a:spcBef>
              <a:spcAft>
                <a:spcPts val="0"/>
              </a:spcAft>
              <a:buClr>
                <a:schemeClr val="lt1"/>
              </a:buClr>
              <a:buSzPts val="6000"/>
              <a:buNone/>
              <a:defRPr sz="6000">
                <a:solidFill>
                  <a:schemeClr val="lt1"/>
                </a:solidFill>
              </a:defRPr>
            </a:lvl7pPr>
            <a:lvl8pPr algn="ctr">
              <a:spcBef>
                <a:spcPts val="0"/>
              </a:spcBef>
              <a:spcAft>
                <a:spcPts val="0"/>
              </a:spcAft>
              <a:buClr>
                <a:schemeClr val="lt1"/>
              </a:buClr>
              <a:buSzPts val="6000"/>
              <a:buNone/>
              <a:defRPr sz="6000">
                <a:solidFill>
                  <a:schemeClr val="lt1"/>
                </a:solidFill>
              </a:defRPr>
            </a:lvl8pPr>
            <a:lvl9pPr algn="ctr">
              <a:spcBef>
                <a:spcPts val="0"/>
              </a:spcBef>
              <a:spcAft>
                <a:spcPts val="0"/>
              </a:spcAft>
              <a:buClr>
                <a:schemeClr val="lt1"/>
              </a:buClr>
              <a:buSzPts val="6000"/>
              <a:buNone/>
              <a:defRPr sz="6000">
                <a:solidFill>
                  <a:schemeClr val="lt1"/>
                </a:solidFill>
              </a:defRPr>
            </a:lvl9pPr>
          </a:lstStyle>
          <a:p>
            <a:r>
              <a:t>xx%</a:t>
            </a:r>
          </a:p>
        </p:txBody>
      </p:sp>
      <p:sp>
        <p:nvSpPr>
          <p:cNvPr id="225" name="Google Shape;225;p27"/>
          <p:cNvSpPr>
            <a:spLocks noGrp="1"/>
          </p:cNvSpPr>
          <p:nvPr>
            <p:ph type="subTitle" idx="1"/>
          </p:nvPr>
        </p:nvSpPr>
        <p:spPr>
          <a:xfrm>
            <a:off x="713225" y="1211869"/>
            <a:ext cx="4117200" cy="598800"/>
          </a:xfrm>
          <a:prstGeom prst="rect">
            <a:avLst/>
          </a:prstGeom>
        </p:spPr>
        <p:txBody>
          <a:bodyPr spcFirstLastPara="1" wrap="square" lIns="91425" tIns="91425" rIns="91425" bIns="91425" anchor="t">
            <a:noAutofit/>
          </a:bodyPr>
          <a:lstStyle>
            <a:lvl1pPr algn="ctr">
              <a:spcBef>
                <a:spcPts val="0"/>
              </a:spcBef>
              <a:spcAft>
                <a:spcPts val="0"/>
              </a:spcAft>
              <a:buClr>
                <a:schemeClr val="lt1"/>
              </a:buClr>
              <a:buSzPts val="2400"/>
              <a:buNone/>
              <a:defRPr sz="1600">
                <a:solidFill>
                  <a:schemeClr val="lt1"/>
                </a:solidFill>
              </a:defRPr>
            </a:lvl1pPr>
            <a:lvl2pPr algn="ctr">
              <a:lnSpc>
                <a:spcPct val="100000"/>
              </a:lnSpc>
              <a:spcBef>
                <a:spcPts val="0"/>
              </a:spcBef>
              <a:spcAft>
                <a:spcPts val="0"/>
              </a:spcAft>
              <a:buClr>
                <a:schemeClr val="lt1"/>
              </a:buClr>
              <a:buSzPts val="2100"/>
              <a:buNone/>
              <a:defRPr sz="2100">
                <a:solidFill>
                  <a:schemeClr val="lt1"/>
                </a:solidFill>
              </a:defRPr>
            </a:lvl2pPr>
            <a:lvl3pPr algn="ctr">
              <a:lnSpc>
                <a:spcPct val="100000"/>
              </a:lnSpc>
              <a:spcBef>
                <a:spcPts val="0"/>
              </a:spcBef>
              <a:spcAft>
                <a:spcPts val="0"/>
              </a:spcAft>
              <a:buClr>
                <a:schemeClr val="lt1"/>
              </a:buClr>
              <a:buSzPts val="2100"/>
              <a:buNone/>
              <a:defRPr sz="2100">
                <a:solidFill>
                  <a:schemeClr val="lt1"/>
                </a:solidFill>
              </a:defRPr>
            </a:lvl3pPr>
            <a:lvl4pPr algn="ctr">
              <a:lnSpc>
                <a:spcPct val="100000"/>
              </a:lnSpc>
              <a:spcBef>
                <a:spcPts val="0"/>
              </a:spcBef>
              <a:spcAft>
                <a:spcPts val="0"/>
              </a:spcAft>
              <a:buClr>
                <a:schemeClr val="lt1"/>
              </a:buClr>
              <a:buSzPts val="2100"/>
              <a:buNone/>
              <a:defRPr sz="2100">
                <a:solidFill>
                  <a:schemeClr val="lt1"/>
                </a:solidFill>
              </a:defRPr>
            </a:lvl4pPr>
            <a:lvl5pPr algn="ctr">
              <a:lnSpc>
                <a:spcPct val="100000"/>
              </a:lnSpc>
              <a:spcBef>
                <a:spcPts val="0"/>
              </a:spcBef>
              <a:spcAft>
                <a:spcPts val="0"/>
              </a:spcAft>
              <a:buClr>
                <a:schemeClr val="lt1"/>
              </a:buClr>
              <a:buSzPts val="2100"/>
              <a:buNone/>
              <a:defRPr sz="2100">
                <a:solidFill>
                  <a:schemeClr val="lt1"/>
                </a:solidFill>
              </a:defRPr>
            </a:lvl5pPr>
            <a:lvl6pPr algn="ctr">
              <a:lnSpc>
                <a:spcPct val="100000"/>
              </a:lnSpc>
              <a:spcBef>
                <a:spcPts val="0"/>
              </a:spcBef>
              <a:spcAft>
                <a:spcPts val="0"/>
              </a:spcAft>
              <a:buClr>
                <a:schemeClr val="lt1"/>
              </a:buClr>
              <a:buSzPts val="2100"/>
              <a:buNone/>
              <a:defRPr sz="2100">
                <a:solidFill>
                  <a:schemeClr val="lt1"/>
                </a:solidFill>
              </a:defRPr>
            </a:lvl6pPr>
            <a:lvl7pPr algn="ctr">
              <a:lnSpc>
                <a:spcPct val="100000"/>
              </a:lnSpc>
              <a:spcBef>
                <a:spcPts val="0"/>
              </a:spcBef>
              <a:spcAft>
                <a:spcPts val="0"/>
              </a:spcAft>
              <a:buClr>
                <a:schemeClr val="lt1"/>
              </a:buClr>
              <a:buSzPts val="2100"/>
              <a:buNone/>
              <a:defRPr sz="2100">
                <a:solidFill>
                  <a:schemeClr val="lt1"/>
                </a:solidFill>
              </a:defRPr>
            </a:lvl7pPr>
            <a:lvl8pPr algn="ctr">
              <a:lnSpc>
                <a:spcPct val="100000"/>
              </a:lnSpc>
              <a:spcBef>
                <a:spcPts val="0"/>
              </a:spcBef>
              <a:spcAft>
                <a:spcPts val="0"/>
              </a:spcAft>
              <a:buClr>
                <a:schemeClr val="lt1"/>
              </a:buClr>
              <a:buSzPts val="2100"/>
              <a:buNone/>
              <a:defRPr sz="2100">
                <a:solidFill>
                  <a:schemeClr val="lt1"/>
                </a:solidFill>
              </a:defRPr>
            </a:lvl8pPr>
            <a:lvl9pPr algn="ctr">
              <a:lnSpc>
                <a:spcPct val="100000"/>
              </a:lnSpc>
              <a:spcBef>
                <a:spcPts val="0"/>
              </a:spcBef>
              <a:spcAft>
                <a:spcPts val="0"/>
              </a:spcAft>
              <a:buClr>
                <a:schemeClr val="lt1"/>
              </a:buClr>
              <a:buSzPts val="2100"/>
              <a:buNone/>
              <a:defRPr sz="2100">
                <a:solidFill>
                  <a:schemeClr val="lt1"/>
                </a:solidFill>
              </a:defRPr>
            </a:lvl9pPr>
          </a:lstStyle>
          <a:p/>
        </p:txBody>
      </p:sp>
      <p:sp>
        <p:nvSpPr>
          <p:cNvPr id="226" name="Google Shape;226;p27"/>
          <p:cNvSpPr>
            <a:spLocks noGrp="1"/>
          </p:cNvSpPr>
          <p:nvPr>
            <p:ph type="title" idx="2" hasCustomPrompt="1"/>
          </p:nvPr>
        </p:nvSpPr>
        <p:spPr>
          <a:xfrm>
            <a:off x="713225" y="1980564"/>
            <a:ext cx="4117200" cy="768900"/>
          </a:xfrm>
          <a:prstGeom prst="rect">
            <a:avLst/>
          </a:prstGeom>
          <a:noFill/>
        </p:spPr>
        <p:txBody>
          <a:bodyPr spcFirstLastPara="1" wrap="square" lIns="91425" tIns="91425" rIns="91425" bIns="91425" anchor="b">
            <a:noAutofit/>
          </a:bodyPr>
          <a:lstStyle>
            <a:lvl1pPr algn="ctr">
              <a:lnSpc>
                <a:spcPct val="115000"/>
              </a:lnSpc>
              <a:spcBef>
                <a:spcPts val="0"/>
              </a:spcBef>
              <a:spcAft>
                <a:spcPts val="0"/>
              </a:spcAft>
              <a:buClr>
                <a:schemeClr val="lt1"/>
              </a:buClr>
              <a:buSzPts val="6000"/>
              <a:buNone/>
              <a:defRPr sz="3800">
                <a:solidFill>
                  <a:schemeClr val="lt1"/>
                </a:solidFill>
              </a:defRPr>
            </a:lvl1pPr>
            <a:lvl2pPr algn="ctr">
              <a:spcBef>
                <a:spcPts val="0"/>
              </a:spcBef>
              <a:spcAft>
                <a:spcPts val="0"/>
              </a:spcAft>
              <a:buClr>
                <a:schemeClr val="lt1"/>
              </a:buClr>
              <a:buSzPts val="6000"/>
              <a:buNone/>
              <a:defRPr sz="6000">
                <a:solidFill>
                  <a:schemeClr val="lt1"/>
                </a:solidFill>
              </a:defRPr>
            </a:lvl2pPr>
            <a:lvl3pPr algn="ctr">
              <a:spcBef>
                <a:spcPts val="0"/>
              </a:spcBef>
              <a:spcAft>
                <a:spcPts val="0"/>
              </a:spcAft>
              <a:buClr>
                <a:schemeClr val="lt1"/>
              </a:buClr>
              <a:buSzPts val="6000"/>
              <a:buNone/>
              <a:defRPr sz="6000">
                <a:solidFill>
                  <a:schemeClr val="lt1"/>
                </a:solidFill>
              </a:defRPr>
            </a:lvl3pPr>
            <a:lvl4pPr algn="ctr">
              <a:spcBef>
                <a:spcPts val="0"/>
              </a:spcBef>
              <a:spcAft>
                <a:spcPts val="0"/>
              </a:spcAft>
              <a:buClr>
                <a:schemeClr val="lt1"/>
              </a:buClr>
              <a:buSzPts val="6000"/>
              <a:buNone/>
              <a:defRPr sz="6000">
                <a:solidFill>
                  <a:schemeClr val="lt1"/>
                </a:solidFill>
              </a:defRPr>
            </a:lvl4pPr>
            <a:lvl5pPr algn="ctr">
              <a:spcBef>
                <a:spcPts val="0"/>
              </a:spcBef>
              <a:spcAft>
                <a:spcPts val="0"/>
              </a:spcAft>
              <a:buClr>
                <a:schemeClr val="lt1"/>
              </a:buClr>
              <a:buSzPts val="6000"/>
              <a:buNone/>
              <a:defRPr sz="6000">
                <a:solidFill>
                  <a:schemeClr val="lt1"/>
                </a:solidFill>
              </a:defRPr>
            </a:lvl5pPr>
            <a:lvl6pPr algn="ctr">
              <a:spcBef>
                <a:spcPts val="0"/>
              </a:spcBef>
              <a:spcAft>
                <a:spcPts val="0"/>
              </a:spcAft>
              <a:buClr>
                <a:schemeClr val="lt1"/>
              </a:buClr>
              <a:buSzPts val="6000"/>
              <a:buNone/>
              <a:defRPr sz="6000">
                <a:solidFill>
                  <a:schemeClr val="lt1"/>
                </a:solidFill>
              </a:defRPr>
            </a:lvl6pPr>
            <a:lvl7pPr algn="ctr">
              <a:spcBef>
                <a:spcPts val="0"/>
              </a:spcBef>
              <a:spcAft>
                <a:spcPts val="0"/>
              </a:spcAft>
              <a:buClr>
                <a:schemeClr val="lt1"/>
              </a:buClr>
              <a:buSzPts val="6000"/>
              <a:buNone/>
              <a:defRPr sz="6000">
                <a:solidFill>
                  <a:schemeClr val="lt1"/>
                </a:solidFill>
              </a:defRPr>
            </a:lvl7pPr>
            <a:lvl8pPr algn="ctr">
              <a:spcBef>
                <a:spcPts val="0"/>
              </a:spcBef>
              <a:spcAft>
                <a:spcPts val="0"/>
              </a:spcAft>
              <a:buClr>
                <a:schemeClr val="lt1"/>
              </a:buClr>
              <a:buSzPts val="6000"/>
              <a:buNone/>
              <a:defRPr sz="6000">
                <a:solidFill>
                  <a:schemeClr val="lt1"/>
                </a:solidFill>
              </a:defRPr>
            </a:lvl8pPr>
            <a:lvl9pPr algn="ctr">
              <a:spcBef>
                <a:spcPts val="0"/>
              </a:spcBef>
              <a:spcAft>
                <a:spcPts val="0"/>
              </a:spcAft>
              <a:buClr>
                <a:schemeClr val="lt1"/>
              </a:buClr>
              <a:buSzPts val="6000"/>
              <a:buNone/>
              <a:defRPr sz="6000">
                <a:solidFill>
                  <a:schemeClr val="lt1"/>
                </a:solidFill>
              </a:defRPr>
            </a:lvl9pPr>
          </a:lstStyle>
          <a:p>
            <a:r>
              <a:t>xx%</a:t>
            </a:r>
          </a:p>
        </p:txBody>
      </p:sp>
      <p:sp>
        <p:nvSpPr>
          <p:cNvPr id="227" name="Google Shape;227;p27"/>
          <p:cNvSpPr>
            <a:spLocks noGrp="1"/>
          </p:cNvSpPr>
          <p:nvPr>
            <p:ph type="subTitle" idx="3"/>
          </p:nvPr>
        </p:nvSpPr>
        <p:spPr>
          <a:xfrm>
            <a:off x="713225" y="2564133"/>
            <a:ext cx="4117200" cy="598800"/>
          </a:xfrm>
          <a:prstGeom prst="rect">
            <a:avLst/>
          </a:prstGeom>
        </p:spPr>
        <p:txBody>
          <a:bodyPr spcFirstLastPara="1" wrap="square" lIns="91425" tIns="91425" rIns="91425" bIns="91425" anchor="t">
            <a:noAutofit/>
          </a:bodyPr>
          <a:lstStyle>
            <a:lvl1pPr algn="ctr">
              <a:spcBef>
                <a:spcPts val="0"/>
              </a:spcBef>
              <a:spcAft>
                <a:spcPts val="0"/>
              </a:spcAft>
              <a:buClr>
                <a:schemeClr val="lt1"/>
              </a:buClr>
              <a:buSzPts val="2400"/>
              <a:buNone/>
              <a:defRPr sz="1600">
                <a:solidFill>
                  <a:schemeClr val="lt1"/>
                </a:solidFill>
              </a:defRPr>
            </a:lvl1pPr>
            <a:lvl2pPr algn="ctr">
              <a:lnSpc>
                <a:spcPct val="100000"/>
              </a:lnSpc>
              <a:spcBef>
                <a:spcPts val="0"/>
              </a:spcBef>
              <a:spcAft>
                <a:spcPts val="0"/>
              </a:spcAft>
              <a:buClr>
                <a:schemeClr val="lt1"/>
              </a:buClr>
              <a:buSzPts val="2100"/>
              <a:buNone/>
              <a:defRPr sz="2100">
                <a:solidFill>
                  <a:schemeClr val="lt1"/>
                </a:solidFill>
              </a:defRPr>
            </a:lvl2pPr>
            <a:lvl3pPr algn="ctr">
              <a:lnSpc>
                <a:spcPct val="100000"/>
              </a:lnSpc>
              <a:spcBef>
                <a:spcPts val="0"/>
              </a:spcBef>
              <a:spcAft>
                <a:spcPts val="0"/>
              </a:spcAft>
              <a:buClr>
                <a:schemeClr val="lt1"/>
              </a:buClr>
              <a:buSzPts val="2100"/>
              <a:buNone/>
              <a:defRPr sz="2100">
                <a:solidFill>
                  <a:schemeClr val="lt1"/>
                </a:solidFill>
              </a:defRPr>
            </a:lvl3pPr>
            <a:lvl4pPr algn="ctr">
              <a:lnSpc>
                <a:spcPct val="100000"/>
              </a:lnSpc>
              <a:spcBef>
                <a:spcPts val="0"/>
              </a:spcBef>
              <a:spcAft>
                <a:spcPts val="0"/>
              </a:spcAft>
              <a:buClr>
                <a:schemeClr val="lt1"/>
              </a:buClr>
              <a:buSzPts val="2100"/>
              <a:buNone/>
              <a:defRPr sz="2100">
                <a:solidFill>
                  <a:schemeClr val="lt1"/>
                </a:solidFill>
              </a:defRPr>
            </a:lvl4pPr>
            <a:lvl5pPr algn="ctr">
              <a:lnSpc>
                <a:spcPct val="100000"/>
              </a:lnSpc>
              <a:spcBef>
                <a:spcPts val="0"/>
              </a:spcBef>
              <a:spcAft>
                <a:spcPts val="0"/>
              </a:spcAft>
              <a:buClr>
                <a:schemeClr val="lt1"/>
              </a:buClr>
              <a:buSzPts val="2100"/>
              <a:buNone/>
              <a:defRPr sz="2100">
                <a:solidFill>
                  <a:schemeClr val="lt1"/>
                </a:solidFill>
              </a:defRPr>
            </a:lvl5pPr>
            <a:lvl6pPr algn="ctr">
              <a:lnSpc>
                <a:spcPct val="100000"/>
              </a:lnSpc>
              <a:spcBef>
                <a:spcPts val="0"/>
              </a:spcBef>
              <a:spcAft>
                <a:spcPts val="0"/>
              </a:spcAft>
              <a:buClr>
                <a:schemeClr val="lt1"/>
              </a:buClr>
              <a:buSzPts val="2100"/>
              <a:buNone/>
              <a:defRPr sz="2100">
                <a:solidFill>
                  <a:schemeClr val="lt1"/>
                </a:solidFill>
              </a:defRPr>
            </a:lvl6pPr>
            <a:lvl7pPr algn="ctr">
              <a:lnSpc>
                <a:spcPct val="100000"/>
              </a:lnSpc>
              <a:spcBef>
                <a:spcPts val="0"/>
              </a:spcBef>
              <a:spcAft>
                <a:spcPts val="0"/>
              </a:spcAft>
              <a:buClr>
                <a:schemeClr val="lt1"/>
              </a:buClr>
              <a:buSzPts val="2100"/>
              <a:buNone/>
              <a:defRPr sz="2100">
                <a:solidFill>
                  <a:schemeClr val="lt1"/>
                </a:solidFill>
              </a:defRPr>
            </a:lvl7pPr>
            <a:lvl8pPr algn="ctr">
              <a:lnSpc>
                <a:spcPct val="100000"/>
              </a:lnSpc>
              <a:spcBef>
                <a:spcPts val="0"/>
              </a:spcBef>
              <a:spcAft>
                <a:spcPts val="0"/>
              </a:spcAft>
              <a:buClr>
                <a:schemeClr val="lt1"/>
              </a:buClr>
              <a:buSzPts val="2100"/>
              <a:buNone/>
              <a:defRPr sz="2100">
                <a:solidFill>
                  <a:schemeClr val="lt1"/>
                </a:solidFill>
              </a:defRPr>
            </a:lvl8pPr>
            <a:lvl9pPr algn="ctr">
              <a:lnSpc>
                <a:spcPct val="100000"/>
              </a:lnSpc>
              <a:spcBef>
                <a:spcPts val="0"/>
              </a:spcBef>
              <a:spcAft>
                <a:spcPts val="0"/>
              </a:spcAft>
              <a:buClr>
                <a:schemeClr val="lt1"/>
              </a:buClr>
              <a:buSzPts val="2100"/>
              <a:buNone/>
              <a:defRPr sz="2100">
                <a:solidFill>
                  <a:schemeClr val="lt1"/>
                </a:solidFill>
              </a:defRPr>
            </a:lvl9pPr>
          </a:lstStyle>
          <a:p/>
        </p:txBody>
      </p:sp>
      <p:sp>
        <p:nvSpPr>
          <p:cNvPr id="228" name="Google Shape;228;p27"/>
          <p:cNvSpPr>
            <a:spLocks noGrp="1"/>
          </p:cNvSpPr>
          <p:nvPr>
            <p:ph type="title" idx="4" hasCustomPrompt="1"/>
          </p:nvPr>
        </p:nvSpPr>
        <p:spPr>
          <a:xfrm>
            <a:off x="713225" y="3332828"/>
            <a:ext cx="4117200" cy="768900"/>
          </a:xfrm>
          <a:prstGeom prst="rect">
            <a:avLst/>
          </a:prstGeom>
          <a:noFill/>
        </p:spPr>
        <p:txBody>
          <a:bodyPr spcFirstLastPara="1" wrap="square" lIns="91425" tIns="91425" rIns="91425" bIns="91425" anchor="b">
            <a:noAutofit/>
          </a:bodyPr>
          <a:lstStyle>
            <a:lvl1pPr algn="ctr">
              <a:lnSpc>
                <a:spcPct val="115000"/>
              </a:lnSpc>
              <a:spcBef>
                <a:spcPts val="0"/>
              </a:spcBef>
              <a:spcAft>
                <a:spcPts val="0"/>
              </a:spcAft>
              <a:buClr>
                <a:schemeClr val="lt1"/>
              </a:buClr>
              <a:buSzPts val="6000"/>
              <a:buNone/>
              <a:defRPr sz="3800">
                <a:solidFill>
                  <a:schemeClr val="lt1"/>
                </a:solidFill>
              </a:defRPr>
            </a:lvl1pPr>
            <a:lvl2pPr algn="ctr">
              <a:spcBef>
                <a:spcPts val="0"/>
              </a:spcBef>
              <a:spcAft>
                <a:spcPts val="0"/>
              </a:spcAft>
              <a:buClr>
                <a:schemeClr val="lt1"/>
              </a:buClr>
              <a:buSzPts val="6000"/>
              <a:buNone/>
              <a:defRPr sz="6000">
                <a:solidFill>
                  <a:schemeClr val="lt1"/>
                </a:solidFill>
              </a:defRPr>
            </a:lvl2pPr>
            <a:lvl3pPr algn="ctr">
              <a:spcBef>
                <a:spcPts val="0"/>
              </a:spcBef>
              <a:spcAft>
                <a:spcPts val="0"/>
              </a:spcAft>
              <a:buClr>
                <a:schemeClr val="lt1"/>
              </a:buClr>
              <a:buSzPts val="6000"/>
              <a:buNone/>
              <a:defRPr sz="6000">
                <a:solidFill>
                  <a:schemeClr val="lt1"/>
                </a:solidFill>
              </a:defRPr>
            </a:lvl3pPr>
            <a:lvl4pPr algn="ctr">
              <a:spcBef>
                <a:spcPts val="0"/>
              </a:spcBef>
              <a:spcAft>
                <a:spcPts val="0"/>
              </a:spcAft>
              <a:buClr>
                <a:schemeClr val="lt1"/>
              </a:buClr>
              <a:buSzPts val="6000"/>
              <a:buNone/>
              <a:defRPr sz="6000">
                <a:solidFill>
                  <a:schemeClr val="lt1"/>
                </a:solidFill>
              </a:defRPr>
            </a:lvl4pPr>
            <a:lvl5pPr algn="ctr">
              <a:spcBef>
                <a:spcPts val="0"/>
              </a:spcBef>
              <a:spcAft>
                <a:spcPts val="0"/>
              </a:spcAft>
              <a:buClr>
                <a:schemeClr val="lt1"/>
              </a:buClr>
              <a:buSzPts val="6000"/>
              <a:buNone/>
              <a:defRPr sz="6000">
                <a:solidFill>
                  <a:schemeClr val="lt1"/>
                </a:solidFill>
              </a:defRPr>
            </a:lvl5pPr>
            <a:lvl6pPr algn="ctr">
              <a:spcBef>
                <a:spcPts val="0"/>
              </a:spcBef>
              <a:spcAft>
                <a:spcPts val="0"/>
              </a:spcAft>
              <a:buClr>
                <a:schemeClr val="lt1"/>
              </a:buClr>
              <a:buSzPts val="6000"/>
              <a:buNone/>
              <a:defRPr sz="6000">
                <a:solidFill>
                  <a:schemeClr val="lt1"/>
                </a:solidFill>
              </a:defRPr>
            </a:lvl6pPr>
            <a:lvl7pPr algn="ctr">
              <a:spcBef>
                <a:spcPts val="0"/>
              </a:spcBef>
              <a:spcAft>
                <a:spcPts val="0"/>
              </a:spcAft>
              <a:buClr>
                <a:schemeClr val="lt1"/>
              </a:buClr>
              <a:buSzPts val="6000"/>
              <a:buNone/>
              <a:defRPr sz="6000">
                <a:solidFill>
                  <a:schemeClr val="lt1"/>
                </a:solidFill>
              </a:defRPr>
            </a:lvl7pPr>
            <a:lvl8pPr algn="ctr">
              <a:spcBef>
                <a:spcPts val="0"/>
              </a:spcBef>
              <a:spcAft>
                <a:spcPts val="0"/>
              </a:spcAft>
              <a:buClr>
                <a:schemeClr val="lt1"/>
              </a:buClr>
              <a:buSzPts val="6000"/>
              <a:buNone/>
              <a:defRPr sz="6000">
                <a:solidFill>
                  <a:schemeClr val="lt1"/>
                </a:solidFill>
              </a:defRPr>
            </a:lvl8pPr>
            <a:lvl9pPr algn="ctr">
              <a:spcBef>
                <a:spcPts val="0"/>
              </a:spcBef>
              <a:spcAft>
                <a:spcPts val="0"/>
              </a:spcAft>
              <a:buClr>
                <a:schemeClr val="lt1"/>
              </a:buClr>
              <a:buSzPts val="6000"/>
              <a:buNone/>
              <a:defRPr sz="6000">
                <a:solidFill>
                  <a:schemeClr val="lt1"/>
                </a:solidFill>
              </a:defRPr>
            </a:lvl9pPr>
          </a:lstStyle>
          <a:p>
            <a:r>
              <a:t>xx%</a:t>
            </a:r>
          </a:p>
        </p:txBody>
      </p:sp>
      <p:sp>
        <p:nvSpPr>
          <p:cNvPr id="229" name="Google Shape;229;p27"/>
          <p:cNvSpPr>
            <a:spLocks noGrp="1"/>
          </p:cNvSpPr>
          <p:nvPr>
            <p:ph type="subTitle" idx="5"/>
          </p:nvPr>
        </p:nvSpPr>
        <p:spPr>
          <a:xfrm>
            <a:off x="713225" y="3916397"/>
            <a:ext cx="4117200" cy="598800"/>
          </a:xfrm>
          <a:prstGeom prst="rect">
            <a:avLst/>
          </a:prstGeom>
        </p:spPr>
        <p:txBody>
          <a:bodyPr spcFirstLastPara="1" wrap="square" lIns="91425" tIns="91425" rIns="91425" bIns="91425" anchor="t">
            <a:noAutofit/>
          </a:bodyPr>
          <a:lstStyle>
            <a:lvl1pPr algn="ctr">
              <a:spcBef>
                <a:spcPts val="0"/>
              </a:spcBef>
              <a:spcAft>
                <a:spcPts val="0"/>
              </a:spcAft>
              <a:buClr>
                <a:schemeClr val="lt1"/>
              </a:buClr>
              <a:buSzPts val="2400"/>
              <a:buNone/>
              <a:defRPr sz="1600">
                <a:solidFill>
                  <a:schemeClr val="lt1"/>
                </a:solidFill>
              </a:defRPr>
            </a:lvl1pPr>
            <a:lvl2pPr algn="ctr">
              <a:lnSpc>
                <a:spcPct val="100000"/>
              </a:lnSpc>
              <a:spcBef>
                <a:spcPts val="0"/>
              </a:spcBef>
              <a:spcAft>
                <a:spcPts val="0"/>
              </a:spcAft>
              <a:buClr>
                <a:schemeClr val="lt1"/>
              </a:buClr>
              <a:buSzPts val="2100"/>
              <a:buNone/>
              <a:defRPr sz="2100">
                <a:solidFill>
                  <a:schemeClr val="lt1"/>
                </a:solidFill>
              </a:defRPr>
            </a:lvl2pPr>
            <a:lvl3pPr algn="ctr">
              <a:lnSpc>
                <a:spcPct val="100000"/>
              </a:lnSpc>
              <a:spcBef>
                <a:spcPts val="0"/>
              </a:spcBef>
              <a:spcAft>
                <a:spcPts val="0"/>
              </a:spcAft>
              <a:buClr>
                <a:schemeClr val="lt1"/>
              </a:buClr>
              <a:buSzPts val="2100"/>
              <a:buNone/>
              <a:defRPr sz="2100">
                <a:solidFill>
                  <a:schemeClr val="lt1"/>
                </a:solidFill>
              </a:defRPr>
            </a:lvl3pPr>
            <a:lvl4pPr algn="ctr">
              <a:lnSpc>
                <a:spcPct val="100000"/>
              </a:lnSpc>
              <a:spcBef>
                <a:spcPts val="0"/>
              </a:spcBef>
              <a:spcAft>
                <a:spcPts val="0"/>
              </a:spcAft>
              <a:buClr>
                <a:schemeClr val="lt1"/>
              </a:buClr>
              <a:buSzPts val="2100"/>
              <a:buNone/>
              <a:defRPr sz="2100">
                <a:solidFill>
                  <a:schemeClr val="lt1"/>
                </a:solidFill>
              </a:defRPr>
            </a:lvl4pPr>
            <a:lvl5pPr algn="ctr">
              <a:lnSpc>
                <a:spcPct val="100000"/>
              </a:lnSpc>
              <a:spcBef>
                <a:spcPts val="0"/>
              </a:spcBef>
              <a:spcAft>
                <a:spcPts val="0"/>
              </a:spcAft>
              <a:buClr>
                <a:schemeClr val="lt1"/>
              </a:buClr>
              <a:buSzPts val="2100"/>
              <a:buNone/>
              <a:defRPr sz="2100">
                <a:solidFill>
                  <a:schemeClr val="lt1"/>
                </a:solidFill>
              </a:defRPr>
            </a:lvl5pPr>
            <a:lvl6pPr algn="ctr">
              <a:lnSpc>
                <a:spcPct val="100000"/>
              </a:lnSpc>
              <a:spcBef>
                <a:spcPts val="0"/>
              </a:spcBef>
              <a:spcAft>
                <a:spcPts val="0"/>
              </a:spcAft>
              <a:buClr>
                <a:schemeClr val="lt1"/>
              </a:buClr>
              <a:buSzPts val="2100"/>
              <a:buNone/>
              <a:defRPr sz="2100">
                <a:solidFill>
                  <a:schemeClr val="lt1"/>
                </a:solidFill>
              </a:defRPr>
            </a:lvl6pPr>
            <a:lvl7pPr algn="ctr">
              <a:lnSpc>
                <a:spcPct val="100000"/>
              </a:lnSpc>
              <a:spcBef>
                <a:spcPts val="0"/>
              </a:spcBef>
              <a:spcAft>
                <a:spcPts val="0"/>
              </a:spcAft>
              <a:buClr>
                <a:schemeClr val="lt1"/>
              </a:buClr>
              <a:buSzPts val="2100"/>
              <a:buNone/>
              <a:defRPr sz="2100">
                <a:solidFill>
                  <a:schemeClr val="lt1"/>
                </a:solidFill>
              </a:defRPr>
            </a:lvl7pPr>
            <a:lvl8pPr algn="ctr">
              <a:lnSpc>
                <a:spcPct val="100000"/>
              </a:lnSpc>
              <a:spcBef>
                <a:spcPts val="0"/>
              </a:spcBef>
              <a:spcAft>
                <a:spcPts val="0"/>
              </a:spcAft>
              <a:buClr>
                <a:schemeClr val="lt1"/>
              </a:buClr>
              <a:buSzPts val="2100"/>
              <a:buNone/>
              <a:defRPr sz="2100">
                <a:solidFill>
                  <a:schemeClr val="lt1"/>
                </a:solidFill>
              </a:defRPr>
            </a:lvl8pPr>
            <a:lvl9pPr algn="ctr">
              <a:lnSpc>
                <a:spcPct val="100000"/>
              </a:lnSpc>
              <a:spcBef>
                <a:spcPts val="0"/>
              </a:spcBef>
              <a:spcAft>
                <a:spcPts val="0"/>
              </a:spcAft>
              <a:buClr>
                <a:schemeClr val="lt1"/>
              </a:buClr>
              <a:buSzPts val="2100"/>
              <a:buNone/>
              <a:defRPr sz="2100">
                <a:solidFill>
                  <a:schemeClr val="lt1"/>
                </a:solidFill>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
        <p:cNvGrpSpPr/>
        <p:nvPr/>
      </p:nvGrpSpPr>
      <p:grpSpPr/>
      <p:sp>
        <p:nvSpPr>
          <p:cNvPr id="231" name="Google Shape;231;p28"/>
          <p:cNvSpPr>
            <a:spLocks noGrp="1"/>
          </p:cNvSpPr>
          <p:nvPr>
            <p:ph type="title"/>
          </p:nvPr>
        </p:nvSpPr>
        <p:spPr>
          <a:xfrm>
            <a:off x="2347938" y="540000"/>
            <a:ext cx="4448100" cy="1058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sz="6000"/>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p:txBody>
      </p:sp>
      <p:sp>
        <p:nvSpPr>
          <p:cNvPr id="232" name="Google Shape;232;p28"/>
          <p:cNvSpPr>
            <a:spLocks noGrp="1"/>
          </p:cNvSpPr>
          <p:nvPr>
            <p:ph type="subTitle" idx="1"/>
          </p:nvPr>
        </p:nvSpPr>
        <p:spPr>
          <a:xfrm>
            <a:off x="2347950" y="1598712"/>
            <a:ext cx="4448100" cy="1224900"/>
          </a:xfrm>
          <a:prstGeom prst="rect">
            <a:avLst/>
          </a:prstGeom>
        </p:spPr>
        <p:txBody>
          <a:bodyPr spcFirstLastPara="1" wrap="square" lIns="91425" tIns="91425" rIns="91425" bIns="91425" anchor="t">
            <a:noAutofit/>
          </a:bodyPr>
          <a:lstStyle>
            <a:lvl1pPr algn="ctr">
              <a:spcBef>
                <a:spcPts val="0"/>
              </a:spcBef>
              <a:spcAft>
                <a:spcPts val="0"/>
              </a:spcAft>
              <a:buSzPts val="1400"/>
              <a:buNone/>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p:txBody>
      </p:sp>
      <p:sp>
        <p:nvSpPr>
          <p:cNvPr id="233" name="Google Shape;233;p28"/>
          <p:cNvSpPr>
            <a:spLocks noGrp="1"/>
          </p:cNvSpPr>
          <p:nvPr/>
        </p:nvSpPr>
        <p:spPr>
          <a:xfrm>
            <a:off x="2559250" y="3478300"/>
            <a:ext cx="4025400" cy="766200"/>
          </a:xfrm>
          <a:prstGeom prst="rect">
            <a:avLst/>
          </a:prstGeom>
          <a:noFill/>
          <a:ln>
            <a:noFill/>
          </a:ln>
        </p:spPr>
        <p:txBody>
          <a:bodyPr spcFirstLastPara="1" wrap="square" lIns="91425" tIns="91425" rIns="91425" bIns="91425" anchor="t">
            <a:noAutofit/>
          </a:bodyPr>
          <a:lstStyle/>
          <a:p>
            <a:pPr marL="0" lvl="0" indent="0" algn="ctr">
              <a:lnSpc>
                <a:spcPct val="115000"/>
              </a:lnSpc>
              <a:spcBef>
                <a:spcPts val="300"/>
              </a:spcBef>
              <a:spcAft>
                <a:spcPts val="0"/>
              </a:spcAft>
              <a:buNone/>
            </a:pPr>
            <a:r>
              <a:rPr sz="1200">
                <a:solidFill>
                  <a:schemeClr val="dk1"/>
                </a:solidFill>
                <a:latin typeface="Albert Sans"/>
                <a:ea typeface="Albert Sans"/>
                <a:cs typeface="Albert Sans"/>
              </a:rPr>
              <a:t>CREDITS: This presentation template was created by </a:t>
            </a:r>
            <a:r>
              <a:rPr sz="1200" b="1" u="sng">
                <a:solidFill>
                  <a:schemeClr val="dk1"/>
                </a:solidFill>
                <a:latin typeface="Albert Sans"/>
                <a:ea typeface="Albert Sans"/>
                <a:cs typeface="Albert Sans"/>
              </a:rPr>
              <a:t>Slidesgo</a:t>
            </a:r>
            <a:r>
              <a:rPr sz="1200" b="1">
                <a:solidFill>
                  <a:schemeClr val="dk1"/>
                </a:solidFill>
                <a:latin typeface="Albert Sans"/>
                <a:ea typeface="Albert Sans"/>
                <a:cs typeface="Albert Sans"/>
              </a:rPr>
              <a:t>,</a:t>
            </a:r>
            <a:r>
              <a:rPr sz="1200">
                <a:solidFill>
                  <a:schemeClr val="dk1"/>
                </a:solidFill>
                <a:latin typeface="Albert Sans"/>
                <a:ea typeface="Albert Sans"/>
                <a:cs typeface="Albert Sans"/>
              </a:rPr>
              <a:t> and includes icons by</a:t>
            </a:r>
            <a:r>
              <a:rPr sz="1200" b="1">
                <a:solidFill>
                  <a:schemeClr val="dk1"/>
                </a:solidFill>
                <a:latin typeface="Albert Sans"/>
                <a:ea typeface="Albert Sans"/>
                <a:cs typeface="Albert Sans"/>
              </a:rPr>
              <a:t> </a:t>
            </a:r>
            <a:r>
              <a:rPr sz="1200" b="1" u="sng">
                <a:solidFill>
                  <a:schemeClr val="dk1"/>
                </a:solidFill>
                <a:latin typeface="Albert Sans"/>
                <a:ea typeface="Albert Sans"/>
                <a:cs typeface="Albert Sans"/>
              </a:rPr>
              <a:t>Flaticon</a:t>
            </a:r>
            <a:r>
              <a:rPr sz="1200" b="1">
                <a:solidFill>
                  <a:schemeClr val="dk1"/>
                </a:solidFill>
                <a:latin typeface="Albert Sans"/>
                <a:ea typeface="Albert Sans"/>
                <a:cs typeface="Albert Sans"/>
              </a:rPr>
              <a:t>,</a:t>
            </a:r>
            <a:r>
              <a:rPr sz="1200">
                <a:solidFill>
                  <a:schemeClr val="dk1"/>
                </a:solidFill>
                <a:latin typeface="Albert Sans"/>
                <a:ea typeface="Albert Sans"/>
                <a:cs typeface="Albert Sans"/>
              </a:rPr>
              <a:t> and infographics &amp; images by </a:t>
            </a:r>
            <a:r>
              <a:rPr sz="1200" b="1" u="sng">
                <a:solidFill>
                  <a:schemeClr val="dk1"/>
                </a:solidFill>
                <a:latin typeface="Albert Sans"/>
                <a:ea typeface="Albert Sans"/>
                <a:cs typeface="Albert Sans"/>
              </a:rPr>
              <a:t>Freepik</a:t>
            </a:r>
            <a:r>
              <a:rPr sz="1200" b="1" u="sng">
                <a:solidFill>
                  <a:schemeClr val="dk1"/>
                </a:solidFill>
                <a:latin typeface="Albert Sans"/>
                <a:ea typeface="Albert Sans"/>
                <a:cs typeface="Albert Sans"/>
              </a:rPr>
              <a:t> </a:t>
            </a:r>
            <a:endParaRPr sz="1200" b="1" u="sng">
              <a:solidFill>
                <a:schemeClr val="dk1"/>
              </a:solidFill>
              <a:latin typeface="Albert Sans"/>
              <a:ea typeface="Albert Sans"/>
              <a:cs typeface="Albert Sans"/>
            </a:endParaRPr>
          </a:p>
        </p:txBody>
      </p:sp>
      <p:sp>
        <p:nvSpPr>
          <p:cNvPr id="235" name="Google Shape;235;p28"/>
          <p:cNvSpPr>
            <a:spLocks noGrp="1"/>
          </p:cNvSpPr>
          <p:nvPr/>
        </p:nvSpPr>
        <p:spPr>
          <a:xfrm flipH="1">
            <a:off x="-6981433" y="3058625"/>
            <a:ext cx="1260000" cy="5348400"/>
          </a:xfrm>
          <a:prstGeom prst="roundRect">
            <a:avLst>
              <a:gd name="adj" fmla="val 50000"/>
            </a:avLst>
          </a:prstGeom>
          <a:solidFill>
            <a:schemeClr val="dk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236" name="Google Shape;236;p28"/>
          <p:cNvSpPr>
            <a:spLocks noGrp="1"/>
          </p:cNvSpPr>
          <p:nvPr/>
        </p:nvSpPr>
        <p:spPr>
          <a:xfrm flipH="1">
            <a:off x="-6087675" y="3879112"/>
            <a:ext cx="1260000" cy="3707400"/>
          </a:xfrm>
          <a:prstGeom prst="roundRect">
            <a:avLst>
              <a:gd name="adj" fmla="val 50000"/>
            </a:avLst>
          </a:prstGeom>
          <a:solidFill>
            <a:srgbClr val="74CEC4">
              <a:alpha val="60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237" name="Google Shape;237;p28"/>
          <p:cNvSpPr>
            <a:spLocks noGrp="1"/>
          </p:cNvSpPr>
          <p:nvPr/>
        </p:nvSpPr>
        <p:spPr>
          <a:xfrm rot="10800000" flipH="1">
            <a:off x="336138" y="-769880"/>
            <a:ext cx="677400" cy="1828500"/>
          </a:xfrm>
          <a:prstGeom prst="roundRect">
            <a:avLst>
              <a:gd name="adj" fmla="val 50000"/>
            </a:avLst>
          </a:prstGeom>
          <a:solidFill>
            <a:schemeClr val="dk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238" name="Google Shape;238;p28"/>
          <p:cNvSpPr>
            <a:spLocks noGrp="1"/>
          </p:cNvSpPr>
          <p:nvPr/>
        </p:nvSpPr>
        <p:spPr>
          <a:xfrm rot="10800000" flipH="1">
            <a:off x="687002" y="-27518"/>
            <a:ext cx="698700" cy="698700"/>
          </a:xfrm>
          <a:prstGeom prst="chord">
            <a:avLst>
              <a:gd name="adj1" fmla="val 5399387"/>
              <a:gd name="adj2" fmla="val 16200000"/>
            </a:avLst>
          </a:prstGeom>
          <a:solidFill>
            <a:srgbClr val="74CEC4">
              <a:alpha val="60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239" name="Google Shape;239;p28"/>
          <p:cNvSpPr>
            <a:spLocks noGrp="1"/>
          </p:cNvSpPr>
          <p:nvPr/>
        </p:nvSpPr>
        <p:spPr>
          <a:xfrm rot="10800000" flipH="1">
            <a:off x="1034841" y="-27518"/>
            <a:ext cx="698700" cy="698700"/>
          </a:xfrm>
          <a:prstGeom prst="chord">
            <a:avLst>
              <a:gd name="adj1" fmla="val 5399387"/>
              <a:gd name="adj2" fmla="val 16200000"/>
            </a:avLst>
          </a:prstGeom>
          <a:solidFill>
            <a:srgbClr val="F2557A">
              <a:alpha val="65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
        <p:cNvGrpSpPr/>
        <p:nvPr/>
      </p:nvGrpSpPr>
      <p:grpSpPr/>
      <p:sp>
        <p:nvSpPr>
          <p:cNvPr id="241" name="Google Shape;241;p29"/>
          <p:cNvSpPr>
            <a:spLocks noGrp="1"/>
          </p:cNvSpPr>
          <p:nvPr/>
        </p:nvSpPr>
        <p:spPr>
          <a:xfrm flipH="1">
            <a:off x="8312375" y="-678400"/>
            <a:ext cx="1648800" cy="1648800"/>
          </a:xfrm>
          <a:prstGeom prst="ellipse">
            <a:avLst/>
          </a:prstGeom>
          <a:solidFill>
            <a:schemeClr val="accent1"/>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242" name="Google Shape;242;p29"/>
          <p:cNvSpPr>
            <a:spLocks noGrp="1"/>
          </p:cNvSpPr>
          <p:nvPr/>
        </p:nvSpPr>
        <p:spPr>
          <a:xfrm rot="5400000" flipH="1">
            <a:off x="-27100" y="4612200"/>
            <a:ext cx="536100" cy="526500"/>
          </a:xfrm>
          <a:prstGeom prst="round1Rect">
            <a:avLst>
              <a:gd name="adj" fmla="val 50000"/>
            </a:avLst>
          </a:prstGeom>
          <a:solidFill>
            <a:schemeClr val="accent1"/>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243" name="Google Shape;243;p29"/>
          <p:cNvSpPr>
            <a:spLocks noGrp="1"/>
          </p:cNvSpPr>
          <p:nvPr/>
        </p:nvSpPr>
        <p:spPr>
          <a:xfrm flipH="1">
            <a:off x="171200" y="4469010"/>
            <a:ext cx="526500" cy="526500"/>
          </a:xfrm>
          <a:prstGeom prst="ellipse">
            <a:avLst/>
          </a:prstGeom>
          <a:solidFill>
            <a:srgbClr val="0584A4">
              <a:alpha val="3188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244" name="Google Shape;244;p29"/>
          <p:cNvSpPr>
            <a:spLocks noGrp="1"/>
          </p:cNvSpPr>
          <p:nvPr/>
        </p:nvSpPr>
        <p:spPr>
          <a:xfrm>
            <a:off x="7819550" y="-3825506"/>
            <a:ext cx="1483500" cy="4365000"/>
          </a:xfrm>
          <a:prstGeom prst="roundRect">
            <a:avLst>
              <a:gd name="adj" fmla="val 50000"/>
            </a:avLst>
          </a:prstGeom>
          <a:solidFill>
            <a:srgbClr val="FFFFFF">
              <a:alpha val="4125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Background 1">
  <p:cSld name="CUSTOM_8">
    <p:spTree>
      <p:nvGrpSpPr>
        <p:cNvPr id="1" name=""/>
        <p:cNvGrpSpPr/>
        <p:nvPr/>
      </p:nvGrpSpPr>
      <p:grpSpPr/>
      <p:sp>
        <p:nvSpPr>
          <p:cNvPr id="247" name="Google Shape;247;p30"/>
          <p:cNvSpPr>
            <a:spLocks noGrp="1"/>
          </p:cNvSpPr>
          <p:nvPr/>
        </p:nvSpPr>
        <p:spPr>
          <a:xfrm flipH="1">
            <a:off x="8812484" y="4331375"/>
            <a:ext cx="277200" cy="277200"/>
          </a:xfrm>
          <a:prstGeom prst="ellipse">
            <a:avLst/>
          </a:prstGeom>
          <a:solidFill>
            <a:schemeClr val="accent1"/>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248" name="Google Shape;248;p30"/>
          <p:cNvSpPr>
            <a:spLocks noGrp="1"/>
          </p:cNvSpPr>
          <p:nvPr/>
        </p:nvSpPr>
        <p:spPr>
          <a:xfrm rot="10800000" flipH="1">
            <a:off x="-173878" y="-686855"/>
            <a:ext cx="677400" cy="1828500"/>
          </a:xfrm>
          <a:prstGeom prst="roundRect">
            <a:avLst>
              <a:gd name="adj" fmla="val 50000"/>
            </a:avLst>
          </a:prstGeom>
          <a:solidFill>
            <a:srgbClr val="74CEC4">
              <a:alpha val="6000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249" name="Google Shape;249;p30"/>
          <p:cNvSpPr>
            <a:spLocks noGrp="1"/>
          </p:cNvSpPr>
          <p:nvPr/>
        </p:nvSpPr>
        <p:spPr>
          <a:xfrm flipH="1">
            <a:off x="-363114" y="781582"/>
            <a:ext cx="698700" cy="698700"/>
          </a:xfrm>
          <a:prstGeom prst="chord">
            <a:avLst>
              <a:gd name="adj1" fmla="val 5399387"/>
              <a:gd name="adj2" fmla="val 16200000"/>
            </a:avLst>
          </a:prstGeom>
          <a:solidFill>
            <a:schemeClr val="dk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250" name="Google Shape;250;p30"/>
          <p:cNvSpPr>
            <a:spLocks noGrp="1"/>
          </p:cNvSpPr>
          <p:nvPr/>
        </p:nvSpPr>
        <p:spPr>
          <a:xfrm flipH="1">
            <a:off x="8812484" y="4769225"/>
            <a:ext cx="659700" cy="659700"/>
          </a:xfrm>
          <a:prstGeom prst="ellipse">
            <a:avLst/>
          </a:prstGeom>
          <a:solidFill>
            <a:srgbClr val="EE325F">
              <a:alpha val="7188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matchingName="Blank slide">
  <p:cSld name="BLANK">
    <p:spTree>
      <p:nvGrpSpPr>
        <p:cNvPr id="1" name=""/>
        <p:cNvGrpSpPr/>
        <p:nvPr/>
      </p:nvGrpSpPr>
      <p:grpSpPr/>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only">
  <p:cSld name="CUSTOM">
    <p:spTree>
      <p:nvGrpSpPr>
        <p:cNvPr id="1" name=""/>
        <p:cNvGrpSpPr/>
        <p:nvPr/>
      </p:nvGrpSpPr>
      <p:grpSpPr/>
      <p:sp>
        <p:nvSpPr>
          <p:cNvPr id="256" name="Google Shape;256;p33"/>
          <p:cNvSpPr>
            <a:spLocks noGrp="1"/>
          </p:cNvSpPr>
          <p:nvPr>
            <p:ph type="title"/>
          </p:nvPr>
        </p:nvSpPr>
        <p:spPr>
          <a:xfrm>
            <a:off x="723450" y="511025"/>
            <a:ext cx="7697100" cy="482400"/>
          </a:xfrm>
          <a:prstGeom prst="rect">
            <a:avLst/>
          </a:prstGeom>
        </p:spPr>
        <p:txBody>
          <a:bodyPr spcFirstLastPara="1" wrap="square" lIns="91425" tIns="91425" rIns="91425" bIns="91425" anchor="t">
            <a:noAutofit/>
          </a:bodyPr>
          <a:lstStyle>
            <a:lvl1pPr>
              <a:spcBef>
                <a:spcPts val="0"/>
              </a:spcBef>
              <a:spcAft>
                <a:spcPts val="0"/>
              </a:spcAft>
              <a:buSzPts val="2400"/>
              <a:buFont typeface="Arial" panose="020B0604020202090204"/>
              <a:buNone/>
              <a:defRPr>
                <a:solidFill>
                  <a:schemeClr val="lt1"/>
                </a:solidFill>
                <a:latin typeface="Arial" panose="020B0604020202090204"/>
                <a:ea typeface="Arial" panose="020B0604020202090204"/>
                <a:cs typeface="Arial" panose="020B0604020202090204"/>
              </a:defRPr>
            </a:lvl1pPr>
            <a:lvl2pPr>
              <a:spcBef>
                <a:spcPts val="0"/>
              </a:spcBef>
              <a:spcAft>
                <a:spcPts val="0"/>
              </a:spcAft>
              <a:buSzPts val="2400"/>
              <a:buFont typeface="Arial" panose="020B0604020202090204"/>
              <a:buNone/>
              <a:defRPr>
                <a:latin typeface="Arial" panose="020B0604020202090204"/>
                <a:ea typeface="Arial" panose="020B0604020202090204"/>
                <a:cs typeface="Arial" panose="020B0604020202090204"/>
              </a:defRPr>
            </a:lvl2pPr>
            <a:lvl3pPr>
              <a:spcBef>
                <a:spcPts val="0"/>
              </a:spcBef>
              <a:spcAft>
                <a:spcPts val="0"/>
              </a:spcAft>
              <a:buSzPts val="2400"/>
              <a:buFont typeface="Arial" panose="020B0604020202090204"/>
              <a:buNone/>
              <a:defRPr>
                <a:latin typeface="Arial" panose="020B0604020202090204"/>
                <a:ea typeface="Arial" panose="020B0604020202090204"/>
                <a:cs typeface="Arial" panose="020B0604020202090204"/>
              </a:defRPr>
            </a:lvl3pPr>
            <a:lvl4pPr>
              <a:spcBef>
                <a:spcPts val="0"/>
              </a:spcBef>
              <a:spcAft>
                <a:spcPts val="0"/>
              </a:spcAft>
              <a:buSzPts val="2400"/>
              <a:buFont typeface="Arial" panose="020B0604020202090204"/>
              <a:buNone/>
              <a:defRPr>
                <a:latin typeface="Arial" panose="020B0604020202090204"/>
                <a:ea typeface="Arial" panose="020B0604020202090204"/>
                <a:cs typeface="Arial" panose="020B0604020202090204"/>
              </a:defRPr>
            </a:lvl4pPr>
            <a:lvl5pPr>
              <a:spcBef>
                <a:spcPts val="0"/>
              </a:spcBef>
              <a:spcAft>
                <a:spcPts val="0"/>
              </a:spcAft>
              <a:buSzPts val="2400"/>
              <a:buFont typeface="Arial" panose="020B0604020202090204"/>
              <a:buNone/>
              <a:defRPr>
                <a:latin typeface="Arial" panose="020B0604020202090204"/>
                <a:ea typeface="Arial" panose="020B0604020202090204"/>
                <a:cs typeface="Arial" panose="020B0604020202090204"/>
              </a:defRPr>
            </a:lvl5pPr>
            <a:lvl6pPr>
              <a:spcBef>
                <a:spcPts val="0"/>
              </a:spcBef>
              <a:spcAft>
                <a:spcPts val="0"/>
              </a:spcAft>
              <a:buSzPts val="2400"/>
              <a:buFont typeface="Arial" panose="020B0604020202090204"/>
              <a:buNone/>
              <a:defRPr>
                <a:latin typeface="Arial" panose="020B0604020202090204"/>
                <a:ea typeface="Arial" panose="020B0604020202090204"/>
                <a:cs typeface="Arial" panose="020B0604020202090204"/>
              </a:defRPr>
            </a:lvl6pPr>
            <a:lvl7pPr>
              <a:spcBef>
                <a:spcPts val="0"/>
              </a:spcBef>
              <a:spcAft>
                <a:spcPts val="0"/>
              </a:spcAft>
              <a:buSzPts val="2400"/>
              <a:buFont typeface="Arial" panose="020B0604020202090204"/>
              <a:buNone/>
              <a:defRPr>
                <a:latin typeface="Arial" panose="020B0604020202090204"/>
                <a:ea typeface="Arial" panose="020B0604020202090204"/>
                <a:cs typeface="Arial" panose="020B0604020202090204"/>
              </a:defRPr>
            </a:lvl7pPr>
            <a:lvl8pPr>
              <a:spcBef>
                <a:spcPts val="0"/>
              </a:spcBef>
              <a:spcAft>
                <a:spcPts val="0"/>
              </a:spcAft>
              <a:buSzPts val="2400"/>
              <a:buFont typeface="Arial" panose="020B0604020202090204"/>
              <a:buNone/>
              <a:defRPr>
                <a:latin typeface="Arial" panose="020B0604020202090204"/>
                <a:ea typeface="Arial" panose="020B0604020202090204"/>
                <a:cs typeface="Arial" panose="020B0604020202090204"/>
              </a:defRPr>
            </a:lvl8pPr>
            <a:lvl9pPr>
              <a:spcBef>
                <a:spcPts val="0"/>
              </a:spcBef>
              <a:spcAft>
                <a:spcPts val="0"/>
              </a:spcAft>
              <a:buSzPts val="2400"/>
              <a:buFont typeface="Arial" panose="020B0604020202090204"/>
              <a:buNone/>
              <a:defRPr>
                <a:latin typeface="Arial" panose="020B0604020202090204"/>
                <a:ea typeface="Arial" panose="020B0604020202090204"/>
                <a:cs typeface="Arial" panose="020B0604020202090204"/>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0" Type="http://schemas.openxmlformats.org/officeDocument/2006/relationships/theme" Target="../theme/theme1.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1.xml"/><Relationship Id="rId1"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40.xml"/><Relationship Id="rId8" Type="http://schemas.openxmlformats.org/officeDocument/2006/relationships/slideLayout" Target="../slideLayouts/slideLayout39.xml"/><Relationship Id="rId7" Type="http://schemas.openxmlformats.org/officeDocument/2006/relationships/slideLayout" Target="../slideLayouts/slideLayout38.xml"/><Relationship Id="rId6" Type="http://schemas.openxmlformats.org/officeDocument/2006/relationships/slideLayout" Target="../slideLayouts/slideLayout37.xml"/><Relationship Id="rId5" Type="http://schemas.openxmlformats.org/officeDocument/2006/relationships/slideLayout" Target="../slideLayouts/slideLayout36.xml"/><Relationship Id="rId4" Type="http://schemas.openxmlformats.org/officeDocument/2006/relationships/slideLayout" Target="../slideLayouts/slideLayout35.xml"/><Relationship Id="rId30" Type="http://schemas.openxmlformats.org/officeDocument/2006/relationships/theme" Target="../theme/theme3.xml"/><Relationship Id="rId3" Type="http://schemas.openxmlformats.org/officeDocument/2006/relationships/slideLayout" Target="../slideLayouts/slideLayout34.xml"/><Relationship Id="rId29" Type="http://schemas.openxmlformats.org/officeDocument/2006/relationships/slideLayout" Target="../slideLayouts/slideLayout60.xml"/><Relationship Id="rId28" Type="http://schemas.openxmlformats.org/officeDocument/2006/relationships/slideLayout" Target="../slideLayouts/slideLayout59.xml"/><Relationship Id="rId27" Type="http://schemas.openxmlformats.org/officeDocument/2006/relationships/slideLayout" Target="../slideLayouts/slideLayout58.xml"/><Relationship Id="rId26" Type="http://schemas.openxmlformats.org/officeDocument/2006/relationships/slideLayout" Target="../slideLayouts/slideLayout57.xml"/><Relationship Id="rId25" Type="http://schemas.openxmlformats.org/officeDocument/2006/relationships/slideLayout" Target="../slideLayouts/slideLayout56.xml"/><Relationship Id="rId24" Type="http://schemas.openxmlformats.org/officeDocument/2006/relationships/slideLayout" Target="../slideLayouts/slideLayout55.xml"/><Relationship Id="rId23" Type="http://schemas.openxmlformats.org/officeDocument/2006/relationships/slideLayout" Target="../slideLayouts/slideLayout54.xml"/><Relationship Id="rId22" Type="http://schemas.openxmlformats.org/officeDocument/2006/relationships/slideLayout" Target="../slideLayouts/slideLayout53.xml"/><Relationship Id="rId21" Type="http://schemas.openxmlformats.org/officeDocument/2006/relationships/slideLayout" Target="../slideLayouts/slideLayout52.xml"/><Relationship Id="rId20" Type="http://schemas.openxmlformats.org/officeDocument/2006/relationships/slideLayout" Target="../slideLayouts/slideLayout51.xml"/><Relationship Id="rId2" Type="http://schemas.openxmlformats.org/officeDocument/2006/relationships/slideLayout" Target="../slideLayouts/slideLayout33.xml"/><Relationship Id="rId19" Type="http://schemas.openxmlformats.org/officeDocument/2006/relationships/slideLayout" Target="../slideLayouts/slideLayout50.xml"/><Relationship Id="rId18" Type="http://schemas.openxmlformats.org/officeDocument/2006/relationships/slideLayout" Target="../slideLayouts/slideLayout49.xml"/><Relationship Id="rId17" Type="http://schemas.openxmlformats.org/officeDocument/2006/relationships/slideLayout" Target="../slideLayouts/slideLayout48.xml"/><Relationship Id="rId16" Type="http://schemas.openxmlformats.org/officeDocument/2006/relationships/slideLayout" Target="../slideLayouts/slideLayout47.xml"/><Relationship Id="rId15" Type="http://schemas.openxmlformats.org/officeDocument/2006/relationships/slideLayout" Target="../slideLayouts/slideLayout46.xml"/><Relationship Id="rId14" Type="http://schemas.openxmlformats.org/officeDocument/2006/relationships/slideLayout" Target="../slideLayouts/slideLayout45.xml"/><Relationship Id="rId13" Type="http://schemas.openxmlformats.org/officeDocument/2006/relationships/slideLayout" Target="../slideLayouts/slideLayout44.xml"/><Relationship Id="rId12" Type="http://schemas.openxmlformats.org/officeDocument/2006/relationships/slideLayout" Target="../slideLayouts/slideLayout43.xml"/><Relationship Id="rId11" Type="http://schemas.openxmlformats.org/officeDocument/2006/relationships/slideLayout" Target="../slideLayouts/slideLayout42.xml"/><Relationship Id="rId10" Type="http://schemas.openxmlformats.org/officeDocument/2006/relationships/slideLayout" Target="../slideLayouts/slideLayout41.xml"/><Relationship Id="rId1"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62.xml"/><Relationship Id="rId1" Type="http://schemas.openxmlformats.org/officeDocument/2006/relationships/slideLayout" Target="../slideLayouts/slideLayout6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p:sp>
        <p:nvSpPr>
          <p:cNvPr id="6" name="Google Shape;6;p1"/>
          <p:cNvSpPr>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oAutofit/>
          </a:bodyPr>
          <a:lstStyle>
            <a:lvl1pPr>
              <a:spcBef>
                <a:spcPts val="0"/>
              </a:spcBef>
              <a:spcAft>
                <a:spcPts val="0"/>
              </a:spcAft>
              <a:buClr>
                <a:schemeClr val="dk1"/>
              </a:buClr>
              <a:buSzPts val="3000"/>
              <a:buFont typeface="Poppins"/>
              <a:buNone/>
              <a:defRPr sz="3000" b="1">
                <a:solidFill>
                  <a:schemeClr val="dk1"/>
                </a:solidFill>
                <a:latin typeface="Poppins"/>
                <a:ea typeface="Poppins"/>
                <a:cs typeface="Poppins"/>
              </a:defRPr>
            </a:lvl1pPr>
            <a:lvl2pPr>
              <a:spcBef>
                <a:spcPts val="0"/>
              </a:spcBef>
              <a:spcAft>
                <a:spcPts val="0"/>
              </a:spcAft>
              <a:buClr>
                <a:schemeClr val="dk1"/>
              </a:buClr>
              <a:buSzPts val="3000"/>
              <a:buFont typeface="Poppins"/>
              <a:buNone/>
              <a:defRPr sz="3000" b="1">
                <a:solidFill>
                  <a:schemeClr val="dk1"/>
                </a:solidFill>
                <a:latin typeface="Poppins"/>
                <a:ea typeface="Poppins"/>
                <a:cs typeface="Poppins"/>
              </a:defRPr>
            </a:lvl2pPr>
            <a:lvl3pPr>
              <a:spcBef>
                <a:spcPts val="0"/>
              </a:spcBef>
              <a:spcAft>
                <a:spcPts val="0"/>
              </a:spcAft>
              <a:buClr>
                <a:schemeClr val="dk1"/>
              </a:buClr>
              <a:buSzPts val="3000"/>
              <a:buFont typeface="Poppins"/>
              <a:buNone/>
              <a:defRPr sz="3000" b="1">
                <a:solidFill>
                  <a:schemeClr val="dk1"/>
                </a:solidFill>
                <a:latin typeface="Poppins"/>
                <a:ea typeface="Poppins"/>
                <a:cs typeface="Poppins"/>
              </a:defRPr>
            </a:lvl3pPr>
            <a:lvl4pPr>
              <a:spcBef>
                <a:spcPts val="0"/>
              </a:spcBef>
              <a:spcAft>
                <a:spcPts val="0"/>
              </a:spcAft>
              <a:buClr>
                <a:schemeClr val="dk1"/>
              </a:buClr>
              <a:buSzPts val="3000"/>
              <a:buFont typeface="Poppins"/>
              <a:buNone/>
              <a:defRPr sz="3000" b="1">
                <a:solidFill>
                  <a:schemeClr val="dk1"/>
                </a:solidFill>
                <a:latin typeface="Poppins"/>
                <a:ea typeface="Poppins"/>
                <a:cs typeface="Poppins"/>
              </a:defRPr>
            </a:lvl4pPr>
            <a:lvl5pPr>
              <a:spcBef>
                <a:spcPts val="0"/>
              </a:spcBef>
              <a:spcAft>
                <a:spcPts val="0"/>
              </a:spcAft>
              <a:buClr>
                <a:schemeClr val="dk1"/>
              </a:buClr>
              <a:buSzPts val="3000"/>
              <a:buFont typeface="Poppins"/>
              <a:buNone/>
              <a:defRPr sz="3000" b="1">
                <a:solidFill>
                  <a:schemeClr val="dk1"/>
                </a:solidFill>
                <a:latin typeface="Poppins"/>
                <a:ea typeface="Poppins"/>
                <a:cs typeface="Poppins"/>
              </a:defRPr>
            </a:lvl5pPr>
            <a:lvl6pPr>
              <a:spcBef>
                <a:spcPts val="0"/>
              </a:spcBef>
              <a:spcAft>
                <a:spcPts val="0"/>
              </a:spcAft>
              <a:buClr>
                <a:schemeClr val="dk1"/>
              </a:buClr>
              <a:buSzPts val="3000"/>
              <a:buFont typeface="Poppins"/>
              <a:buNone/>
              <a:defRPr sz="3000" b="1">
                <a:solidFill>
                  <a:schemeClr val="dk1"/>
                </a:solidFill>
                <a:latin typeface="Poppins"/>
                <a:ea typeface="Poppins"/>
                <a:cs typeface="Poppins"/>
              </a:defRPr>
            </a:lvl6pPr>
            <a:lvl7pPr>
              <a:spcBef>
                <a:spcPts val="0"/>
              </a:spcBef>
              <a:spcAft>
                <a:spcPts val="0"/>
              </a:spcAft>
              <a:buClr>
                <a:schemeClr val="dk1"/>
              </a:buClr>
              <a:buSzPts val="3000"/>
              <a:buFont typeface="Poppins"/>
              <a:buNone/>
              <a:defRPr sz="3000" b="1">
                <a:solidFill>
                  <a:schemeClr val="dk1"/>
                </a:solidFill>
                <a:latin typeface="Poppins"/>
                <a:ea typeface="Poppins"/>
                <a:cs typeface="Poppins"/>
              </a:defRPr>
            </a:lvl7pPr>
            <a:lvl8pPr>
              <a:spcBef>
                <a:spcPts val="0"/>
              </a:spcBef>
              <a:spcAft>
                <a:spcPts val="0"/>
              </a:spcAft>
              <a:buClr>
                <a:schemeClr val="dk1"/>
              </a:buClr>
              <a:buSzPts val="3000"/>
              <a:buFont typeface="Poppins"/>
              <a:buNone/>
              <a:defRPr sz="3000" b="1">
                <a:solidFill>
                  <a:schemeClr val="dk1"/>
                </a:solidFill>
                <a:latin typeface="Poppins"/>
                <a:ea typeface="Poppins"/>
                <a:cs typeface="Poppins"/>
              </a:defRPr>
            </a:lvl8pPr>
            <a:lvl9pPr>
              <a:spcBef>
                <a:spcPts val="0"/>
              </a:spcBef>
              <a:spcAft>
                <a:spcPts val="0"/>
              </a:spcAft>
              <a:buClr>
                <a:schemeClr val="dk1"/>
              </a:buClr>
              <a:buSzPts val="3000"/>
              <a:buFont typeface="Poppins"/>
              <a:buNone/>
              <a:defRPr sz="3000" b="1">
                <a:solidFill>
                  <a:schemeClr val="dk1"/>
                </a:solidFill>
                <a:latin typeface="Poppins"/>
                <a:ea typeface="Poppins"/>
                <a:cs typeface="Poppins"/>
              </a:defRPr>
            </a:lvl9pPr>
          </a:lstStyle>
          <a:p/>
        </p:txBody>
      </p:sp>
      <p:sp>
        <p:nvSpPr>
          <p:cNvPr id="7" name="Google Shape;7;p1"/>
          <p:cNvSpPr>
            <a:spLocks noGrp="1"/>
          </p:cNvSpPr>
          <p:nvPr>
            <p:ph type="body" idx="1"/>
          </p:nvPr>
        </p:nvSpPr>
        <p:spPr>
          <a:xfrm>
            <a:off x="713400" y="1152475"/>
            <a:ext cx="7717500" cy="3416400"/>
          </a:xfrm>
          <a:prstGeom prst="rect">
            <a:avLst/>
          </a:prstGeom>
          <a:noFill/>
          <a:ln>
            <a:noFill/>
          </a:ln>
        </p:spPr>
        <p:txBody>
          <a:bodyPr spcFirstLastPara="1" wrap="square" lIns="91425" tIns="91425" rIns="91425" bIns="91425" anchor="t">
            <a:noAutofit/>
          </a:bodyPr>
          <a:lstStyle>
            <a:lvl1pPr marL="457200"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defRPr>
            </a:lvl1pPr>
            <a:lvl2pPr marL="914400"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defRPr>
            </a:lvl2pPr>
            <a:lvl3pPr marL="1371600"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defRPr>
            </a:lvl3pPr>
            <a:lvl4pPr marL="1828800"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defRPr>
            </a:lvl4pPr>
            <a:lvl5pPr marL="2286000"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defRPr>
            </a:lvl5pPr>
            <a:lvl6pPr marL="2743200"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defRPr>
            </a:lvl6pPr>
            <a:lvl7pPr marL="3200400"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defRPr>
            </a:lvl7pPr>
            <a:lvl8pPr marL="3657600"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defRPr>
            </a:lvl8pPr>
            <a:lvl9pPr marL="4114800"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defRPr>
            </a:lvl9pPr>
          </a:lstStyl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Lst>
  <p:hf hdr="0" ftr="0" dt="0"/>
  <p:txStyles>
    <p:titleStyle>
      <a:lvl1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1pPr>
      <a:lvl2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2pPr>
      <a:lvl3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3pPr>
      <a:lvl4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4pPr>
      <a:lvl5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5pPr>
      <a:lvl6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6pPr>
      <a:lvl7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7pPr>
      <a:lvl8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8pPr>
      <a:lvl9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9pPr>
    </p:titleStyle>
    <p:bodyStyle>
      <a:lvl1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1pPr>
      <a:lvl2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2pPr>
      <a:lvl3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3pPr>
      <a:lvl4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4pPr>
      <a:lvl5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5pPr>
      <a:lvl6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6pPr>
      <a:lvl7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7pPr>
      <a:lvl8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8pPr>
      <a:lvl9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9pPr>
    </p:bodyStyle>
    <p:otherStyle>
      <a:lvl1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1pPr>
      <a:lvl2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2pPr>
      <a:lvl3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3pPr>
      <a:lvl4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4pPr>
      <a:lvl5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5pPr>
      <a:lvl6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6pPr>
      <a:lvl7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7pPr>
      <a:lvl8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8pPr>
      <a:lvl9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p:sp>
        <p:nvSpPr>
          <p:cNvPr id="252" name="Google Shape;252;p31"/>
          <p:cNvSpPr>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oAutofit/>
          </a:bodyPr>
          <a:lstStyle>
            <a:lvl1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1pPr>
            <a:lvl2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2pPr>
            <a:lvl3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3pPr>
            <a:lvl4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4pPr>
            <a:lvl5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5pPr>
            <a:lvl6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6pPr>
            <a:lvl7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7pPr>
            <a:lvl8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8pPr>
            <a:lvl9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9pPr>
          </a:lstStyle>
          <a:p/>
        </p:txBody>
      </p:sp>
      <p:sp>
        <p:nvSpPr>
          <p:cNvPr id="253" name="Google Shape;253;p31"/>
          <p:cNvSpPr>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oAutofit/>
          </a:bodyPr>
          <a:lstStyle>
            <a:lvl1pPr marL="4572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1pPr>
            <a:lvl2pPr marL="9144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2pPr>
            <a:lvl3pPr marL="13716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3pPr>
            <a:lvl4pPr marL="18288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4pPr>
            <a:lvl5pPr marL="22860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5pPr>
            <a:lvl6pPr marL="27432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6pPr>
            <a:lvl7pPr marL="32004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7pPr>
            <a:lvl8pPr marL="36576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8pPr>
            <a:lvl9pPr marL="41148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9pPr>
          </a:lstStyle>
          <a:p/>
        </p:txBody>
      </p:sp>
    </p:spTree>
  </p:cSld>
  <p:clrMap bg1="lt1" tx1="dk1" bg2="dk2" tx2="lt2" accent1="accent1" accent2="accent2" accent3="accent3" accent4="accent4" accent5="accent5" accent6="accent6" hlink="hlink" folHlink="folHlink"/>
  <p:sldLayoutIdLst>
    <p:sldLayoutId id="2147483679" r:id="rId1"/>
    <p:sldLayoutId id="2147483680" r:id="rId2"/>
  </p:sldLayoutIdLst>
  <p:hf hdr="0" ftr="0" dt="0"/>
  <p:txStyles>
    <p:titleStyle>
      <a:lvl1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1pPr>
      <a:lvl2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2pPr>
      <a:lvl3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3pPr>
      <a:lvl4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4pPr>
      <a:lvl5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5pPr>
      <a:lvl6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6pPr>
      <a:lvl7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7pPr>
      <a:lvl8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8pPr>
      <a:lvl9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9pPr>
    </p:titleStyle>
    <p:bodyStyle>
      <a:lvl1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1pPr>
      <a:lvl2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2pPr>
      <a:lvl3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3pPr>
      <a:lvl4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4pPr>
      <a:lvl5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5pPr>
      <a:lvl6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6pPr>
      <a:lvl7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7pPr>
      <a:lvl8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8pPr>
      <a:lvl9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9pPr>
    </p:bodyStyle>
    <p:otherStyle>
      <a:lvl1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1pPr>
      <a:lvl2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2pPr>
      <a:lvl3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3pPr>
      <a:lvl4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4pPr>
      <a:lvl5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5pPr>
      <a:lvl6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6pPr>
      <a:lvl7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7pPr>
      <a:lvl8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8pPr>
      <a:lvl9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p:sp>
        <p:nvSpPr>
          <p:cNvPr id="6" name="Google Shape;6;p1"/>
          <p:cNvSpPr>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oAutofit/>
          </a:bodyPr>
          <a:lstStyle>
            <a:lvl1pPr>
              <a:spcBef>
                <a:spcPts val="0"/>
              </a:spcBef>
              <a:spcAft>
                <a:spcPts val="0"/>
              </a:spcAft>
              <a:buClr>
                <a:schemeClr val="dk1"/>
              </a:buClr>
              <a:buSzPts val="3000"/>
              <a:buFont typeface="Poppins"/>
              <a:buNone/>
              <a:defRPr sz="3000" b="1">
                <a:solidFill>
                  <a:schemeClr val="dk1"/>
                </a:solidFill>
                <a:latin typeface="Poppins"/>
                <a:ea typeface="Poppins"/>
                <a:cs typeface="Poppins"/>
              </a:defRPr>
            </a:lvl1pPr>
            <a:lvl2pPr>
              <a:spcBef>
                <a:spcPts val="0"/>
              </a:spcBef>
              <a:spcAft>
                <a:spcPts val="0"/>
              </a:spcAft>
              <a:buClr>
                <a:schemeClr val="dk1"/>
              </a:buClr>
              <a:buSzPts val="3000"/>
              <a:buFont typeface="Poppins"/>
              <a:buNone/>
              <a:defRPr sz="3000" b="1">
                <a:solidFill>
                  <a:schemeClr val="dk1"/>
                </a:solidFill>
                <a:latin typeface="Poppins"/>
                <a:ea typeface="Poppins"/>
                <a:cs typeface="Poppins"/>
              </a:defRPr>
            </a:lvl2pPr>
            <a:lvl3pPr>
              <a:spcBef>
                <a:spcPts val="0"/>
              </a:spcBef>
              <a:spcAft>
                <a:spcPts val="0"/>
              </a:spcAft>
              <a:buClr>
                <a:schemeClr val="dk1"/>
              </a:buClr>
              <a:buSzPts val="3000"/>
              <a:buFont typeface="Poppins"/>
              <a:buNone/>
              <a:defRPr sz="3000" b="1">
                <a:solidFill>
                  <a:schemeClr val="dk1"/>
                </a:solidFill>
                <a:latin typeface="Poppins"/>
                <a:ea typeface="Poppins"/>
                <a:cs typeface="Poppins"/>
              </a:defRPr>
            </a:lvl3pPr>
            <a:lvl4pPr>
              <a:spcBef>
                <a:spcPts val="0"/>
              </a:spcBef>
              <a:spcAft>
                <a:spcPts val="0"/>
              </a:spcAft>
              <a:buClr>
                <a:schemeClr val="dk1"/>
              </a:buClr>
              <a:buSzPts val="3000"/>
              <a:buFont typeface="Poppins"/>
              <a:buNone/>
              <a:defRPr sz="3000" b="1">
                <a:solidFill>
                  <a:schemeClr val="dk1"/>
                </a:solidFill>
                <a:latin typeface="Poppins"/>
                <a:ea typeface="Poppins"/>
                <a:cs typeface="Poppins"/>
              </a:defRPr>
            </a:lvl4pPr>
            <a:lvl5pPr>
              <a:spcBef>
                <a:spcPts val="0"/>
              </a:spcBef>
              <a:spcAft>
                <a:spcPts val="0"/>
              </a:spcAft>
              <a:buClr>
                <a:schemeClr val="dk1"/>
              </a:buClr>
              <a:buSzPts val="3000"/>
              <a:buFont typeface="Poppins"/>
              <a:buNone/>
              <a:defRPr sz="3000" b="1">
                <a:solidFill>
                  <a:schemeClr val="dk1"/>
                </a:solidFill>
                <a:latin typeface="Poppins"/>
                <a:ea typeface="Poppins"/>
                <a:cs typeface="Poppins"/>
              </a:defRPr>
            </a:lvl5pPr>
            <a:lvl6pPr>
              <a:spcBef>
                <a:spcPts val="0"/>
              </a:spcBef>
              <a:spcAft>
                <a:spcPts val="0"/>
              </a:spcAft>
              <a:buClr>
                <a:schemeClr val="dk1"/>
              </a:buClr>
              <a:buSzPts val="3000"/>
              <a:buFont typeface="Poppins"/>
              <a:buNone/>
              <a:defRPr sz="3000" b="1">
                <a:solidFill>
                  <a:schemeClr val="dk1"/>
                </a:solidFill>
                <a:latin typeface="Poppins"/>
                <a:ea typeface="Poppins"/>
                <a:cs typeface="Poppins"/>
              </a:defRPr>
            </a:lvl6pPr>
            <a:lvl7pPr>
              <a:spcBef>
                <a:spcPts val="0"/>
              </a:spcBef>
              <a:spcAft>
                <a:spcPts val="0"/>
              </a:spcAft>
              <a:buClr>
                <a:schemeClr val="dk1"/>
              </a:buClr>
              <a:buSzPts val="3000"/>
              <a:buFont typeface="Poppins"/>
              <a:buNone/>
              <a:defRPr sz="3000" b="1">
                <a:solidFill>
                  <a:schemeClr val="dk1"/>
                </a:solidFill>
                <a:latin typeface="Poppins"/>
                <a:ea typeface="Poppins"/>
                <a:cs typeface="Poppins"/>
              </a:defRPr>
            </a:lvl7pPr>
            <a:lvl8pPr>
              <a:spcBef>
                <a:spcPts val="0"/>
              </a:spcBef>
              <a:spcAft>
                <a:spcPts val="0"/>
              </a:spcAft>
              <a:buClr>
                <a:schemeClr val="dk1"/>
              </a:buClr>
              <a:buSzPts val="3000"/>
              <a:buFont typeface="Poppins"/>
              <a:buNone/>
              <a:defRPr sz="3000" b="1">
                <a:solidFill>
                  <a:schemeClr val="dk1"/>
                </a:solidFill>
                <a:latin typeface="Poppins"/>
                <a:ea typeface="Poppins"/>
                <a:cs typeface="Poppins"/>
              </a:defRPr>
            </a:lvl8pPr>
            <a:lvl9pPr>
              <a:spcBef>
                <a:spcPts val="0"/>
              </a:spcBef>
              <a:spcAft>
                <a:spcPts val="0"/>
              </a:spcAft>
              <a:buClr>
                <a:schemeClr val="dk1"/>
              </a:buClr>
              <a:buSzPts val="3000"/>
              <a:buFont typeface="Poppins"/>
              <a:buNone/>
              <a:defRPr sz="3000" b="1">
                <a:solidFill>
                  <a:schemeClr val="dk1"/>
                </a:solidFill>
                <a:latin typeface="Poppins"/>
                <a:ea typeface="Poppins"/>
                <a:cs typeface="Poppins"/>
              </a:defRPr>
            </a:lvl9pPr>
          </a:lstStyle>
          <a:p/>
        </p:txBody>
      </p:sp>
      <p:sp>
        <p:nvSpPr>
          <p:cNvPr id="7" name="Google Shape;7;p1"/>
          <p:cNvSpPr>
            <a:spLocks noGrp="1"/>
          </p:cNvSpPr>
          <p:nvPr>
            <p:ph type="body" idx="1"/>
          </p:nvPr>
        </p:nvSpPr>
        <p:spPr>
          <a:xfrm>
            <a:off x="713400" y="1152475"/>
            <a:ext cx="7717500" cy="3416400"/>
          </a:xfrm>
          <a:prstGeom prst="rect">
            <a:avLst/>
          </a:prstGeom>
          <a:noFill/>
          <a:ln>
            <a:noFill/>
          </a:ln>
        </p:spPr>
        <p:txBody>
          <a:bodyPr spcFirstLastPara="1" wrap="square" lIns="91425" tIns="91425" rIns="91425" bIns="91425" anchor="t">
            <a:noAutofit/>
          </a:bodyPr>
          <a:lstStyle>
            <a:lvl1pPr marL="457200"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defRPr>
            </a:lvl1pPr>
            <a:lvl2pPr marL="914400"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defRPr>
            </a:lvl2pPr>
            <a:lvl3pPr marL="1371600"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defRPr>
            </a:lvl3pPr>
            <a:lvl4pPr marL="1828800"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defRPr>
            </a:lvl4pPr>
            <a:lvl5pPr marL="2286000"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defRPr>
            </a:lvl5pPr>
            <a:lvl6pPr marL="2743200"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defRPr>
            </a:lvl6pPr>
            <a:lvl7pPr marL="3200400"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defRPr>
            </a:lvl7pPr>
            <a:lvl8pPr marL="3657600"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defRPr>
            </a:lvl8pPr>
            <a:lvl9pPr marL="4114800"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defRPr>
            </a:lvl9pPr>
          </a:lstStyle>
          <a:p/>
        </p:txBody>
      </p:sp>
    </p:spTree>
  </p:cSld>
  <p:clrMap bg1="lt1" tx1="dk1" bg2="dk2" tx2="lt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98" r:id="rId17"/>
    <p:sldLayoutId id="2147483699" r:id="rId18"/>
    <p:sldLayoutId id="2147483700" r:id="rId19"/>
    <p:sldLayoutId id="2147483701" r:id="rId20"/>
    <p:sldLayoutId id="2147483702" r:id="rId21"/>
    <p:sldLayoutId id="2147483703" r:id="rId22"/>
    <p:sldLayoutId id="2147483704" r:id="rId23"/>
    <p:sldLayoutId id="2147483705" r:id="rId24"/>
    <p:sldLayoutId id="2147483706" r:id="rId25"/>
    <p:sldLayoutId id="2147483707" r:id="rId26"/>
    <p:sldLayoutId id="2147483708" r:id="rId27"/>
    <p:sldLayoutId id="2147483709" r:id="rId28"/>
    <p:sldLayoutId id="2147483710" r:id="rId29"/>
  </p:sldLayoutIdLst>
  <p:hf hdr="0" ftr="0" dt="0"/>
  <p:txStyles>
    <p:titleStyle>
      <a:lvl1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1pPr>
      <a:lvl2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2pPr>
      <a:lvl3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3pPr>
      <a:lvl4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4pPr>
      <a:lvl5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5pPr>
      <a:lvl6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6pPr>
      <a:lvl7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7pPr>
      <a:lvl8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8pPr>
      <a:lvl9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9pPr>
    </p:titleStyle>
    <p:bodyStyle>
      <a:lvl1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1pPr>
      <a:lvl2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2pPr>
      <a:lvl3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3pPr>
      <a:lvl4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4pPr>
      <a:lvl5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5pPr>
      <a:lvl6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6pPr>
      <a:lvl7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7pPr>
      <a:lvl8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8pPr>
      <a:lvl9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9pPr>
    </p:bodyStyle>
    <p:otherStyle>
      <a:lvl1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1pPr>
      <a:lvl2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2pPr>
      <a:lvl3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3pPr>
      <a:lvl4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4pPr>
      <a:lvl5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5pPr>
      <a:lvl6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6pPr>
      <a:lvl7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7pPr>
      <a:lvl8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8pPr>
      <a:lvl9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p:sp>
        <p:nvSpPr>
          <p:cNvPr id="252" name="Google Shape;252;p31"/>
          <p:cNvSpPr>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oAutofit/>
          </a:bodyPr>
          <a:lstStyle>
            <a:lvl1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1pPr>
            <a:lvl2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2pPr>
            <a:lvl3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3pPr>
            <a:lvl4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4pPr>
            <a:lvl5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5pPr>
            <a:lvl6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6pPr>
            <a:lvl7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7pPr>
            <a:lvl8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8pPr>
            <a:lvl9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9pPr>
          </a:lstStyle>
          <a:p/>
        </p:txBody>
      </p:sp>
      <p:sp>
        <p:nvSpPr>
          <p:cNvPr id="253" name="Google Shape;253;p31"/>
          <p:cNvSpPr>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oAutofit/>
          </a:bodyPr>
          <a:lstStyle>
            <a:lvl1pPr marL="4572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1pPr>
            <a:lvl2pPr marL="9144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2pPr>
            <a:lvl3pPr marL="13716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3pPr>
            <a:lvl4pPr marL="18288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4pPr>
            <a:lvl5pPr marL="22860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5pPr>
            <a:lvl6pPr marL="27432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6pPr>
            <a:lvl7pPr marL="32004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7pPr>
            <a:lvl8pPr marL="36576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8pPr>
            <a:lvl9pPr marL="41148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9pPr>
          </a:lstStyle>
          <a:p/>
        </p:txBody>
      </p:sp>
    </p:spTree>
  </p:cSld>
  <p:clrMap bg1="lt1" tx1="dk1" bg2="dk2" tx2="lt2" accent1="accent1" accent2="accent2" accent3="accent3" accent4="accent4" accent5="accent5" accent6="accent6" hlink="hlink" folHlink="folHlink"/>
  <p:sldLayoutIdLst>
    <p:sldLayoutId id="2147483712" r:id="rId1"/>
    <p:sldLayoutId id="2147483713" r:id="rId2"/>
  </p:sldLayoutIdLst>
  <p:hf hdr="0" ftr="0" dt="0"/>
  <p:txStyles>
    <p:titleStyle>
      <a:lvl1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1pPr>
      <a:lvl2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2pPr>
      <a:lvl3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3pPr>
      <a:lvl4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4pPr>
      <a:lvl5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5pPr>
      <a:lvl6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6pPr>
      <a:lvl7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7pPr>
      <a:lvl8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8pPr>
      <a:lvl9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9pPr>
    </p:titleStyle>
    <p:bodyStyle>
      <a:lvl1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1pPr>
      <a:lvl2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2pPr>
      <a:lvl3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3pPr>
      <a:lvl4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4pPr>
      <a:lvl5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5pPr>
      <a:lvl6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6pPr>
      <a:lvl7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7pPr>
      <a:lvl8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8pPr>
      <a:lvl9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9pPr>
    </p:bodyStyle>
    <p:otherStyle>
      <a:lvl1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1pPr>
      <a:lvl2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2pPr>
      <a:lvl3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3pPr>
      <a:lvl4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4pPr>
      <a:lvl5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5pPr>
      <a:lvl6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6pPr>
      <a:lvl7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7pPr>
      <a:lvl8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8pPr>
      <a:lvl9pPr marR="0" algn="l">
        <a:lnSpc>
          <a:spcPct val="100000"/>
        </a:lnSpc>
        <a:spcBef>
          <a:spcPts val="0"/>
        </a:spcBef>
        <a:spcAft>
          <a:spcPts val="0"/>
        </a:spcAft>
        <a:buClr>
          <a:srgbClr val="000000"/>
        </a:buClr>
        <a:buFont typeface="Arial" panose="020B0604020202090204"/>
        <a:buNone/>
        <a:defRPr sz="1400" b="0" i="0" u="none" cap="none" spc="0">
          <a:solidFill>
            <a:srgbClr val="000000"/>
          </a:solidFill>
          <a:latin typeface="Arial" panose="020B0604020202090204"/>
          <a:ea typeface="Arial" panose="020B0604020202090204"/>
          <a:cs typeface="Arial" panose="020B060402020209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9" name="Google Shape;299;p37"/>
          <p:cNvSpPr>
            <a:spLocks noGrp="1"/>
          </p:cNvSpPr>
          <p:nvPr>
            <p:ph type="title"/>
          </p:nvPr>
        </p:nvSpPr>
        <p:spPr>
          <a:xfrm>
            <a:off x="713225" y="2152997"/>
            <a:ext cx="6279709" cy="841800"/>
          </a:xfrm>
          <a:prstGeom prst="rect">
            <a:avLst/>
          </a:prstGeom>
        </p:spPr>
        <p:txBody>
          <a:bodyPr spcFirstLastPara="1" wrap="square" lIns="91425" tIns="91425" rIns="91425" bIns="91425" anchor="t">
            <a:noAutofit/>
          </a:bodyPr>
          <a:lstStyle/>
          <a:p>
            <a:r>
              <a:t>Multimodal Fusion</a:t>
            </a:r>
          </a:p>
        </p:txBody>
      </p:sp>
      <p:sp>
        <p:nvSpPr>
          <p:cNvPr id="301" name="Google Shape;301;p37"/>
          <p:cNvSpPr>
            <a:spLocks noGrp="1"/>
          </p:cNvSpPr>
          <p:nvPr>
            <p:ph type="title" idx="2"/>
          </p:nvPr>
        </p:nvSpPr>
        <p:spPr>
          <a:xfrm>
            <a:off x="713225" y="1267988"/>
            <a:ext cx="1324200" cy="841800"/>
          </a:xfrm>
          <a:prstGeom prst="rect">
            <a:avLst/>
          </a:prstGeom>
        </p:spPr>
        <p:txBody>
          <a:bodyPr spcFirstLastPara="1" wrap="square" lIns="91425" tIns="91425" rIns="91425" bIns="91425" anchor="ctr">
            <a:noAutofit/>
          </a:bodyPr>
          <a:lstStyle/>
          <a:p>
            <a:pPr marL="0" lvl="0" indent="0" algn="l">
              <a:spcBef>
                <a:spcPts val="0"/>
              </a:spcBef>
              <a:spcAft>
                <a:spcPts val="0"/>
              </a:spcAft>
              <a:buNone/>
            </a:pPr>
            <a:r>
              <a:t>04</a:t>
            </a:r>
          </a:p>
        </p:txBody>
      </p:sp>
      <p:sp>
        <p:nvSpPr>
          <p:cNvPr id="303" name="Google Shape;303;p37"/>
          <p:cNvSpPr>
            <a:spLocks noGrp="1"/>
          </p:cNvSpPr>
          <p:nvPr/>
        </p:nvSpPr>
        <p:spPr>
          <a:xfrm>
            <a:off x="7286675" y="1268000"/>
            <a:ext cx="1626600" cy="6297300"/>
          </a:xfrm>
          <a:prstGeom prst="roundRect">
            <a:avLst>
              <a:gd name="adj" fmla="val 50000"/>
            </a:avLst>
          </a:prstGeom>
          <a:solidFill>
            <a:schemeClr val="lt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304" name="Google Shape;304;p37"/>
          <p:cNvSpPr>
            <a:spLocks noGrp="1"/>
          </p:cNvSpPr>
          <p:nvPr/>
        </p:nvSpPr>
        <p:spPr>
          <a:xfrm>
            <a:off x="6234375" y="2822294"/>
            <a:ext cx="1483500" cy="4365000"/>
          </a:xfrm>
          <a:prstGeom prst="roundRect">
            <a:avLst>
              <a:gd name="adj" fmla="val 50000"/>
            </a:avLst>
          </a:prstGeom>
          <a:solidFill>
            <a:srgbClr val="F6F6F6">
              <a:alpha val="2063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
        <p:nvSpPr>
          <p:cNvPr id="305" name="Google Shape;305;p37"/>
          <p:cNvSpPr>
            <a:spLocks noGrp="1"/>
          </p:cNvSpPr>
          <p:nvPr/>
        </p:nvSpPr>
        <p:spPr>
          <a:xfrm>
            <a:off x="6766725" y="2109800"/>
            <a:ext cx="418800" cy="418800"/>
          </a:xfrm>
          <a:prstGeom prst="ellipse">
            <a:avLst/>
          </a:prstGeom>
          <a:solidFill>
            <a:srgbClr val="F2557A">
              <a:alpha val="76250"/>
            </a:srgbClr>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Albert Sans"/>
              <a:ea typeface="Albert Sans"/>
              <a:cs typeface="Albert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2" name="Google Shape;492;p52"/>
          <p:cNvSpPr>
            <a:spLocks noGrp="1"/>
          </p:cNvSpPr>
          <p:nvPr>
            <p:ph type="title"/>
          </p:nvPr>
        </p:nvSpPr>
        <p:spPr>
          <a:xfrm>
            <a:off x="720000" y="445025"/>
            <a:ext cx="7704000" cy="572700"/>
          </a:xfrm>
          <a:prstGeom prst="rect">
            <a:avLst/>
          </a:prstGeom>
          <a:ln>
            <a:noFill/>
          </a:ln>
        </p:spPr>
        <p:txBody>
          <a:bodyPr spcFirstLastPara="1" wrap="square" lIns="85725" tIns="47625" rIns="85725" bIns="47625" anchor="ctr">
            <a:noAutofit/>
          </a:bodyPr>
          <a:lstStyle/>
          <a:p>
            <a:pPr marL="0" lvl="0" indent="0" algn="ctr">
              <a:spcBef>
                <a:spcPts val="0"/>
              </a:spcBef>
              <a:spcAft>
                <a:spcPts val="0"/>
              </a:spcAft>
              <a:buNone/>
              <a:defRPr sz="3000" b="1">
                <a:solidFill>
                  <a:srgbClr val="0B3550"/>
                </a:solidFill>
                <a:latin typeface="Poppins"/>
                <a:ea typeface="Poppins"/>
                <a:cs typeface="Poppins"/>
              </a:defRPr>
            </a:pPr>
            <a:r>
              <a:rPr sz="3000" b="1">
                <a:solidFill>
                  <a:srgbClr val="0B3550"/>
                </a:solidFill>
                <a:latin typeface="Poppins"/>
                <a:ea typeface="Poppins"/>
                <a:cs typeface="Poppins"/>
              </a:rPr>
              <a:t>Multimodal Fusion</a:t>
            </a:r>
            <a:endParaRPr sz="3000" b="1">
              <a:solidFill>
                <a:srgbClr val="0B3550"/>
              </a:solidFill>
              <a:latin typeface="Poppins"/>
              <a:ea typeface="Poppins"/>
              <a:cs typeface="Poppins"/>
            </a:endParaRPr>
          </a:p>
        </p:txBody>
      </p:sp>
      <p:sp>
        <p:nvSpPr>
          <p:cNvPr id="493" name="Google Shape;493;p52"/>
          <p:cNvSpPr>
            <a:spLocks noGrp="1"/>
          </p:cNvSpPr>
          <p:nvPr/>
        </p:nvSpPr>
        <p:spPr>
          <a:xfrm>
            <a:off x="4846325" y="1199450"/>
            <a:ext cx="3577800" cy="704100"/>
          </a:xfrm>
          <a:prstGeom prst="rect">
            <a:avLst/>
          </a:prstGeom>
          <a:noFill/>
          <a:ln>
            <a:noFill/>
          </a:ln>
        </p:spPr>
        <p:txBody>
          <a:bodyPr spcFirstLastPara="1" wrap="square" lIns="85725" tIns="47625" rIns="85725" bIns="47625" anchor="ctr">
            <a:noAutofit/>
          </a:bodyPr>
          <a:lstStyle/>
          <a:p>
            <a:pPr marL="0" lvl="0" indent="0" algn="l">
              <a:lnSpc>
                <a:spcPct val="115000"/>
              </a:lnSpc>
              <a:spcBef>
                <a:spcPts val="0"/>
              </a:spcBef>
              <a:spcAft>
                <a:spcPts val="0"/>
              </a:spcAft>
              <a:buNone/>
              <a:defRPr sz="1500" b="0">
                <a:solidFill>
                  <a:srgbClr val="0B3550"/>
                </a:solidFill>
                <a:latin typeface="Albert Sans"/>
                <a:ea typeface="Albert Sans"/>
                <a:cs typeface="Albert Sans"/>
              </a:defRPr>
            </a:pPr>
            <a:r>
              <a:rPr sz="1500" b="0">
                <a:solidFill>
                  <a:srgbClr val="0B3550"/>
                </a:solidFill>
                <a:latin typeface="Albert Sans"/>
                <a:ea typeface="Albert Sans"/>
                <a:cs typeface="Albert Sans"/>
              </a:rPr>
              <a:t>Combine the two classifiers’</a:t>
            </a:r>
            <a:endParaRPr>
              <a:solidFill>
                <a:schemeClr val="dk1"/>
              </a:solidFill>
              <a:latin typeface="Albert Sans"/>
              <a:ea typeface="Albert Sans"/>
              <a:cs typeface="Albert Sans"/>
            </a:endParaRPr>
          </a:p>
          <a:p>
            <a:pPr marL="0" lvl="0" indent="0" algn="l">
              <a:lnSpc>
                <a:spcPct val="115000"/>
              </a:lnSpc>
              <a:spcBef>
                <a:spcPts val="0"/>
              </a:spcBef>
              <a:spcAft>
                <a:spcPts val="0"/>
              </a:spcAft>
              <a:buNone/>
              <a:defRPr sz="1500" b="0">
                <a:solidFill>
                  <a:srgbClr val="0B3550"/>
                </a:solidFill>
                <a:latin typeface="Albert Sans"/>
                <a:ea typeface="Albert Sans"/>
                <a:cs typeface="Albert Sans"/>
              </a:defRPr>
            </a:pPr>
            <a:r>
              <a:rPr sz="1500" b="0">
                <a:solidFill>
                  <a:srgbClr val="0B3550"/>
                </a:solidFill>
                <a:latin typeface="Albert Sans"/>
                <a:ea typeface="Albert Sans"/>
                <a:cs typeface="Albert Sans"/>
              </a:rPr>
              <a:t>probability outputs</a:t>
            </a:r>
            <a:endParaRPr>
              <a:solidFill>
                <a:schemeClr val="dk1"/>
              </a:solidFill>
              <a:latin typeface="Albert Sans"/>
              <a:ea typeface="Albert Sans"/>
              <a:cs typeface="Albert Sans"/>
            </a:endParaRPr>
          </a:p>
        </p:txBody>
      </p:sp>
      <p:cxnSp>
        <p:nvCxnSpPr>
          <p:cNvPr id="513" name="Google Shape;494;p52"/>
          <p:cNvCxnSpPr>
            <a:stCxn id="495" idx="2"/>
            <a:endCxn id="496" idx="1"/>
          </p:cNvCxnSpPr>
          <p:nvPr/>
        </p:nvCxnSpPr>
        <p:spPr>
          <a:xfrm rot="10800000" flipH="1">
            <a:off x="1135913" y="1551538"/>
            <a:ext cx="600300" cy="1328700"/>
          </a:xfrm>
          <a:prstGeom prst="bentConnector3">
            <a:avLst>
              <a:gd name="adj1" fmla="val 50008"/>
            </a:avLst>
          </a:prstGeom>
          <a:ln w="9525" cap="flat">
            <a:solidFill>
              <a:schemeClr val="dk1"/>
            </a:solidFill>
            <a:prstDash val="solid"/>
            <a:round/>
            <a:headEnd type="none" w="med" len="med"/>
            <a:tailEnd type="oval" w="med" len="med"/>
          </a:ln>
        </p:spPr>
      </p:cxnSp>
      <p:cxnSp>
        <p:nvCxnSpPr>
          <p:cNvPr id="514" name="Google Shape;497;p52"/>
          <p:cNvCxnSpPr>
            <a:stCxn id="495" idx="2"/>
            <a:endCxn id="498" idx="1"/>
          </p:cNvCxnSpPr>
          <p:nvPr/>
        </p:nvCxnSpPr>
        <p:spPr>
          <a:xfrm>
            <a:off x="1135913" y="2880238"/>
            <a:ext cx="600300" cy="1328700"/>
          </a:xfrm>
          <a:prstGeom prst="bentConnector3">
            <a:avLst>
              <a:gd name="adj1" fmla="val 50008"/>
            </a:avLst>
          </a:prstGeom>
          <a:ln w="9525" cap="flat">
            <a:solidFill>
              <a:schemeClr val="dk1"/>
            </a:solidFill>
            <a:prstDash val="solid"/>
            <a:round/>
            <a:headEnd type="none" w="med" len="med"/>
            <a:tailEnd type="oval" w="med" len="med"/>
          </a:ln>
        </p:spPr>
      </p:cxnSp>
      <p:cxnSp>
        <p:nvCxnSpPr>
          <p:cNvPr id="515" name="Google Shape;499;p52"/>
          <p:cNvCxnSpPr>
            <a:stCxn id="495" idx="2"/>
            <a:endCxn id="500" idx="1"/>
          </p:cNvCxnSpPr>
          <p:nvPr/>
        </p:nvCxnSpPr>
        <p:spPr>
          <a:xfrm rot="10800000" flipH="1">
            <a:off x="1135913" y="2437438"/>
            <a:ext cx="600300" cy="442800"/>
          </a:xfrm>
          <a:prstGeom prst="bentConnector3">
            <a:avLst>
              <a:gd name="adj1" fmla="val 50008"/>
            </a:avLst>
          </a:prstGeom>
          <a:ln w="9525" cap="flat">
            <a:solidFill>
              <a:schemeClr val="dk1"/>
            </a:solidFill>
            <a:prstDash val="solid"/>
            <a:round/>
            <a:headEnd type="none" w="med" len="med"/>
            <a:tailEnd type="oval" w="med" len="med"/>
          </a:ln>
        </p:spPr>
      </p:cxnSp>
      <p:cxnSp>
        <p:nvCxnSpPr>
          <p:cNvPr id="516" name="Google Shape;501;p52"/>
          <p:cNvCxnSpPr>
            <a:stCxn id="495" idx="2"/>
            <a:endCxn id="502" idx="1"/>
          </p:cNvCxnSpPr>
          <p:nvPr/>
        </p:nvCxnSpPr>
        <p:spPr>
          <a:xfrm>
            <a:off x="1135913" y="2880238"/>
            <a:ext cx="600300" cy="442800"/>
          </a:xfrm>
          <a:prstGeom prst="bentConnector3">
            <a:avLst>
              <a:gd name="adj1" fmla="val 50008"/>
            </a:avLst>
          </a:prstGeom>
          <a:ln w="9525" cap="flat">
            <a:solidFill>
              <a:schemeClr val="dk1"/>
            </a:solidFill>
            <a:prstDash val="solid"/>
            <a:round/>
            <a:headEnd type="none" w="med" len="med"/>
            <a:tailEnd type="oval" w="med" len="med"/>
          </a:ln>
        </p:spPr>
      </p:cxnSp>
      <p:sp>
        <p:nvSpPr>
          <p:cNvPr id="495" name="Google Shape;495;p52"/>
          <p:cNvSpPr>
            <a:spLocks noGrp="1"/>
          </p:cNvSpPr>
          <p:nvPr/>
        </p:nvSpPr>
        <p:spPr>
          <a:xfrm rot="-5400000">
            <a:off x="-150487" y="2668888"/>
            <a:ext cx="2150100" cy="422700"/>
          </a:xfrm>
          <a:prstGeom prst="roundRect">
            <a:avLst>
              <a:gd name="adj" fmla="val 50000"/>
            </a:avLst>
          </a:prstGeom>
          <a:solidFill>
            <a:schemeClr val="dk2"/>
          </a:solidFill>
          <a:ln>
            <a:noFill/>
          </a:ln>
        </p:spPr>
        <p:txBody>
          <a:bodyPr spcFirstLastPara="1" wrap="square" lIns="85725" tIns="47625" rIns="85725" bIns="47625" anchor="ctr">
            <a:noAutofit/>
          </a:bodyPr>
          <a:lstStyle/>
          <a:p>
            <a:pPr marL="0" lvl="0" indent="0" algn="ctr">
              <a:lnSpc>
                <a:spcPct val="115000"/>
              </a:lnSpc>
              <a:spcBef>
                <a:spcPts val="0"/>
              </a:spcBef>
              <a:spcAft>
                <a:spcPts val="0"/>
              </a:spcAft>
              <a:buNone/>
              <a:defRPr sz="1950" b="1">
                <a:solidFill>
                  <a:srgbClr val="FFFFFF"/>
                </a:solidFill>
                <a:latin typeface="Albert Sans"/>
                <a:ea typeface="Albert Sans"/>
                <a:cs typeface="Albert Sans"/>
              </a:defRPr>
            </a:pPr>
            <a:r>
              <a:rPr sz="1950" b="1">
                <a:solidFill>
                  <a:srgbClr val="FFFFFF"/>
                </a:solidFill>
                <a:latin typeface="Albert Sans"/>
                <a:ea typeface="Albert Sans"/>
                <a:cs typeface="Albert Sans"/>
              </a:rPr>
              <a:t>Audio + Visual</a:t>
            </a:r>
            <a:endParaRPr sz="2000" b="1">
              <a:solidFill>
                <a:schemeClr val="lt1"/>
              </a:solidFill>
              <a:latin typeface="Poppins"/>
              <a:ea typeface="Poppins"/>
              <a:cs typeface="Poppins"/>
            </a:endParaRPr>
          </a:p>
        </p:txBody>
      </p:sp>
      <p:sp>
        <p:nvSpPr>
          <p:cNvPr id="496" name="Google Shape;496;p52"/>
          <p:cNvSpPr>
            <a:spLocks noGrp="1"/>
          </p:cNvSpPr>
          <p:nvPr/>
        </p:nvSpPr>
        <p:spPr>
          <a:xfrm>
            <a:off x="1736304" y="1340150"/>
            <a:ext cx="2835600" cy="422700"/>
          </a:xfrm>
          <a:prstGeom prst="roundRect">
            <a:avLst>
              <a:gd name="adj" fmla="val 50000"/>
            </a:avLst>
          </a:prstGeom>
          <a:solidFill>
            <a:schemeClr val="dk2"/>
          </a:solidFill>
          <a:ln>
            <a:noFill/>
          </a:ln>
        </p:spPr>
        <p:txBody>
          <a:bodyPr spcFirstLastPara="1" wrap="square" lIns="85725" tIns="47625" rIns="85725" bIns="47625" anchor="ctr">
            <a:noAutofit/>
          </a:bodyPr>
          <a:lstStyle/>
          <a:p>
            <a:pPr marL="0" lvl="0" indent="0" algn="ctr">
              <a:lnSpc>
                <a:spcPct val="115000"/>
              </a:lnSpc>
              <a:spcBef>
                <a:spcPts val="0"/>
              </a:spcBef>
              <a:spcAft>
                <a:spcPts val="0"/>
              </a:spcAft>
              <a:buNone/>
              <a:defRPr sz="1800" b="1">
                <a:solidFill>
                  <a:srgbClr val="FFFFFF"/>
                </a:solidFill>
                <a:latin typeface="Albert Sans"/>
                <a:ea typeface="Albert Sans"/>
                <a:cs typeface="Albert Sans"/>
              </a:defRPr>
            </a:pPr>
            <a:r>
              <a:rPr sz="1800" b="1">
                <a:solidFill>
                  <a:srgbClr val="FFFFFF"/>
                </a:solidFill>
                <a:latin typeface="Albert Sans"/>
                <a:ea typeface="Albert Sans"/>
                <a:cs typeface="Albert Sans"/>
              </a:rPr>
              <a:t>Decision-level fusion</a:t>
            </a:r>
            <a:endParaRPr sz="2000" b="1">
              <a:solidFill>
                <a:schemeClr val="lt1"/>
              </a:solidFill>
              <a:latin typeface="Poppins"/>
              <a:ea typeface="Poppins"/>
              <a:cs typeface="Poppins"/>
            </a:endParaRPr>
          </a:p>
        </p:txBody>
      </p:sp>
      <p:sp>
        <p:nvSpPr>
          <p:cNvPr id="503" name="Google Shape;503;p52"/>
          <p:cNvSpPr>
            <a:spLocks noGrp="1"/>
          </p:cNvSpPr>
          <p:nvPr/>
        </p:nvSpPr>
        <p:spPr>
          <a:xfrm>
            <a:off x="4846325" y="2085275"/>
            <a:ext cx="3577800" cy="704100"/>
          </a:xfrm>
          <a:prstGeom prst="rect">
            <a:avLst/>
          </a:prstGeom>
          <a:noFill/>
          <a:ln>
            <a:noFill/>
          </a:ln>
        </p:spPr>
        <p:txBody>
          <a:bodyPr spcFirstLastPara="1" wrap="square" lIns="85725" tIns="47625" rIns="85725" bIns="47625" anchor="ctr">
            <a:noAutofit/>
          </a:bodyPr>
          <a:lstStyle/>
          <a:p>
            <a:pPr marL="0" lvl="0" indent="0" algn="l">
              <a:lnSpc>
                <a:spcPct val="115000"/>
              </a:lnSpc>
              <a:spcBef>
                <a:spcPts val="0"/>
              </a:spcBef>
              <a:spcAft>
                <a:spcPts val="0"/>
              </a:spcAft>
              <a:buNone/>
              <a:defRPr sz="1500" b="0">
                <a:solidFill>
                  <a:srgbClr val="0B3550"/>
                </a:solidFill>
                <a:latin typeface="Albert Sans"/>
                <a:ea typeface="Albert Sans"/>
                <a:cs typeface="Albert Sans"/>
              </a:defRPr>
            </a:pPr>
            <a:r>
              <a:rPr sz="1500" b="0">
                <a:solidFill>
                  <a:srgbClr val="0B3550"/>
                </a:solidFill>
                <a:latin typeface="Albert Sans"/>
                <a:ea typeface="Albert Sans"/>
                <a:cs typeface="Albert Sans"/>
              </a:rPr>
              <a:t>Combine pooled audio</a:t>
            </a:r>
            <a:endParaRPr>
              <a:solidFill>
                <a:schemeClr val="dk1"/>
              </a:solidFill>
              <a:latin typeface="Albert Sans"/>
              <a:ea typeface="Albert Sans"/>
              <a:cs typeface="Albert Sans"/>
            </a:endParaRPr>
          </a:p>
          <a:p>
            <a:pPr marL="0" lvl="0" indent="0" algn="l">
              <a:lnSpc>
                <a:spcPct val="115000"/>
              </a:lnSpc>
              <a:spcBef>
                <a:spcPts val="0"/>
              </a:spcBef>
              <a:spcAft>
                <a:spcPts val="0"/>
              </a:spcAft>
              <a:buNone/>
              <a:defRPr sz="1500" b="0">
                <a:solidFill>
                  <a:srgbClr val="0B3550"/>
                </a:solidFill>
                <a:latin typeface="Albert Sans"/>
                <a:ea typeface="Albert Sans"/>
                <a:cs typeface="Albert Sans"/>
              </a:defRPr>
            </a:pPr>
            <a:r>
              <a:rPr sz="1500" b="0">
                <a:solidFill>
                  <a:srgbClr val="0B3550"/>
                </a:solidFill>
                <a:latin typeface="Albert Sans"/>
                <a:ea typeface="Albert Sans"/>
                <a:cs typeface="Albert Sans"/>
              </a:rPr>
              <a:t>and visual features</a:t>
            </a:r>
            <a:endParaRPr>
              <a:solidFill>
                <a:schemeClr val="dk1"/>
              </a:solidFill>
              <a:latin typeface="Albert Sans"/>
              <a:ea typeface="Albert Sans"/>
              <a:cs typeface="Albert Sans"/>
            </a:endParaRPr>
          </a:p>
        </p:txBody>
      </p:sp>
      <p:sp>
        <p:nvSpPr>
          <p:cNvPr id="500" name="Google Shape;500;p52"/>
          <p:cNvSpPr>
            <a:spLocks noGrp="1"/>
          </p:cNvSpPr>
          <p:nvPr/>
        </p:nvSpPr>
        <p:spPr>
          <a:xfrm>
            <a:off x="1736304" y="2225975"/>
            <a:ext cx="2835600" cy="422700"/>
          </a:xfrm>
          <a:prstGeom prst="roundRect">
            <a:avLst>
              <a:gd name="adj" fmla="val 50000"/>
            </a:avLst>
          </a:prstGeom>
          <a:solidFill>
            <a:schemeClr val="dk2"/>
          </a:solidFill>
          <a:ln>
            <a:noFill/>
          </a:ln>
        </p:spPr>
        <p:txBody>
          <a:bodyPr spcFirstLastPara="1" wrap="square" lIns="85725" tIns="47625" rIns="85725" bIns="47625" anchor="ctr">
            <a:noAutofit/>
          </a:bodyPr>
          <a:lstStyle/>
          <a:p>
            <a:pPr marL="0" lvl="0" indent="0" algn="ctr">
              <a:lnSpc>
                <a:spcPct val="115000"/>
              </a:lnSpc>
              <a:spcBef>
                <a:spcPts val="0"/>
              </a:spcBef>
              <a:spcAft>
                <a:spcPts val="0"/>
              </a:spcAft>
              <a:buNone/>
              <a:defRPr sz="1800" b="1">
                <a:solidFill>
                  <a:srgbClr val="FFFFFF"/>
                </a:solidFill>
                <a:latin typeface="Albert Sans"/>
                <a:ea typeface="Albert Sans"/>
                <a:cs typeface="Albert Sans"/>
              </a:defRPr>
            </a:pPr>
            <a:r>
              <a:rPr sz="1800" b="1">
                <a:solidFill>
                  <a:srgbClr val="FFFFFF"/>
                </a:solidFill>
                <a:latin typeface="Albert Sans"/>
                <a:ea typeface="Albert Sans"/>
                <a:cs typeface="Albert Sans"/>
              </a:rPr>
              <a:t>Feature concatenation</a:t>
            </a:r>
            <a:endParaRPr sz="2000" b="1">
              <a:solidFill>
                <a:schemeClr val="lt1"/>
              </a:solidFill>
              <a:latin typeface="Poppins"/>
              <a:ea typeface="Poppins"/>
              <a:cs typeface="Poppins"/>
            </a:endParaRPr>
          </a:p>
        </p:txBody>
      </p:sp>
      <p:sp>
        <p:nvSpPr>
          <p:cNvPr id="504" name="Google Shape;504;p52"/>
          <p:cNvSpPr>
            <a:spLocks noGrp="1"/>
          </p:cNvSpPr>
          <p:nvPr/>
        </p:nvSpPr>
        <p:spPr>
          <a:xfrm>
            <a:off x="4846325" y="2971100"/>
            <a:ext cx="3577800" cy="704100"/>
          </a:xfrm>
          <a:prstGeom prst="rect">
            <a:avLst/>
          </a:prstGeom>
          <a:noFill/>
          <a:ln>
            <a:noFill/>
          </a:ln>
        </p:spPr>
        <p:txBody>
          <a:bodyPr spcFirstLastPara="1" wrap="square" lIns="85725" tIns="47625" rIns="85725" bIns="47625" anchor="ctr">
            <a:noAutofit/>
          </a:bodyPr>
          <a:lstStyle/>
          <a:p>
            <a:pPr marL="0" lvl="0" indent="0" algn="l">
              <a:lnSpc>
                <a:spcPct val="115000"/>
              </a:lnSpc>
              <a:spcBef>
                <a:spcPts val="0"/>
              </a:spcBef>
              <a:spcAft>
                <a:spcPts val="0"/>
              </a:spcAft>
              <a:buNone/>
              <a:defRPr sz="1500" b="0">
                <a:solidFill>
                  <a:srgbClr val="0B3550"/>
                </a:solidFill>
                <a:latin typeface="Albert Sans"/>
                <a:ea typeface="Albert Sans"/>
                <a:cs typeface="Albert Sans"/>
              </a:defRPr>
            </a:pPr>
            <a:r>
              <a:rPr sz="1500" b="0">
                <a:solidFill>
                  <a:srgbClr val="0B3550"/>
                </a:solidFill>
                <a:latin typeface="Albert Sans"/>
                <a:ea typeface="Albert Sans"/>
                <a:cs typeface="Albert Sans"/>
              </a:rPr>
              <a:t>Learn feature contributions</a:t>
            </a:r>
            <a:endParaRPr>
              <a:solidFill>
                <a:schemeClr val="dk1"/>
              </a:solidFill>
              <a:latin typeface="Albert Sans"/>
              <a:ea typeface="Albert Sans"/>
              <a:cs typeface="Albert Sans"/>
            </a:endParaRPr>
          </a:p>
          <a:p>
            <a:pPr marL="0" lvl="0" indent="0" algn="l">
              <a:lnSpc>
                <a:spcPct val="115000"/>
              </a:lnSpc>
              <a:spcBef>
                <a:spcPts val="0"/>
              </a:spcBef>
              <a:spcAft>
                <a:spcPts val="0"/>
              </a:spcAft>
              <a:buNone/>
              <a:defRPr sz="1500" b="0">
                <a:solidFill>
                  <a:srgbClr val="0B3550"/>
                </a:solidFill>
                <a:latin typeface="Albert Sans"/>
                <a:ea typeface="Albert Sans"/>
                <a:cs typeface="Albert Sans"/>
              </a:defRPr>
            </a:pPr>
            <a:r>
              <a:rPr sz="1500" b="0">
                <a:solidFill>
                  <a:srgbClr val="0B3550"/>
                </a:solidFill>
                <a:latin typeface="Albert Sans"/>
                <a:ea typeface="Albert Sans"/>
                <a:cs typeface="Albert Sans"/>
              </a:rPr>
              <a:t>for each sample</a:t>
            </a:r>
            <a:endParaRPr>
              <a:solidFill>
                <a:schemeClr val="dk1"/>
              </a:solidFill>
              <a:latin typeface="Albert Sans"/>
              <a:ea typeface="Albert Sans"/>
              <a:cs typeface="Albert Sans"/>
            </a:endParaRPr>
          </a:p>
        </p:txBody>
      </p:sp>
      <p:sp>
        <p:nvSpPr>
          <p:cNvPr id="502" name="Google Shape;502;p52"/>
          <p:cNvSpPr>
            <a:spLocks noGrp="1"/>
          </p:cNvSpPr>
          <p:nvPr/>
        </p:nvSpPr>
        <p:spPr>
          <a:xfrm>
            <a:off x="1736304" y="3111800"/>
            <a:ext cx="2835600" cy="422700"/>
          </a:xfrm>
          <a:prstGeom prst="roundRect">
            <a:avLst>
              <a:gd name="adj" fmla="val 50000"/>
            </a:avLst>
          </a:prstGeom>
          <a:solidFill>
            <a:schemeClr val="dk2"/>
          </a:solidFill>
          <a:ln>
            <a:noFill/>
          </a:ln>
        </p:spPr>
        <p:txBody>
          <a:bodyPr spcFirstLastPara="1" wrap="square" lIns="85725" tIns="47625" rIns="85725" bIns="47625" anchor="ctr">
            <a:noAutofit/>
          </a:bodyPr>
          <a:lstStyle/>
          <a:p>
            <a:pPr marL="0" lvl="0" indent="0" algn="ctr">
              <a:lnSpc>
                <a:spcPct val="115000"/>
              </a:lnSpc>
              <a:spcBef>
                <a:spcPts val="0"/>
              </a:spcBef>
              <a:spcAft>
                <a:spcPts val="0"/>
              </a:spcAft>
              <a:buNone/>
              <a:defRPr sz="1800" b="1">
                <a:solidFill>
                  <a:srgbClr val="FFFFFF"/>
                </a:solidFill>
                <a:latin typeface="Albert Sans"/>
                <a:ea typeface="Albert Sans"/>
                <a:cs typeface="Albert Sans"/>
              </a:defRPr>
            </a:pPr>
            <a:r>
              <a:rPr sz="1800" b="1">
                <a:solidFill>
                  <a:srgbClr val="FFFFFF"/>
                </a:solidFill>
                <a:latin typeface="Albert Sans"/>
                <a:ea typeface="Albert Sans"/>
                <a:cs typeface="Albert Sans"/>
              </a:rPr>
              <a:t>Gated fusion</a:t>
            </a:r>
            <a:endParaRPr sz="2000" b="1">
              <a:solidFill>
                <a:schemeClr val="lt1"/>
              </a:solidFill>
              <a:latin typeface="Poppins"/>
              <a:ea typeface="Poppins"/>
              <a:cs typeface="Poppins"/>
            </a:endParaRPr>
          </a:p>
        </p:txBody>
      </p:sp>
      <p:sp>
        <p:nvSpPr>
          <p:cNvPr id="505" name="Google Shape;505;p52"/>
          <p:cNvSpPr>
            <a:spLocks noGrp="1"/>
          </p:cNvSpPr>
          <p:nvPr/>
        </p:nvSpPr>
        <p:spPr>
          <a:xfrm>
            <a:off x="4846325" y="3856925"/>
            <a:ext cx="3577800" cy="704100"/>
          </a:xfrm>
          <a:prstGeom prst="rect">
            <a:avLst/>
          </a:prstGeom>
          <a:noFill/>
          <a:ln>
            <a:noFill/>
          </a:ln>
        </p:spPr>
        <p:txBody>
          <a:bodyPr spcFirstLastPara="1" wrap="square" lIns="85725" tIns="47625" rIns="85725" bIns="47625" anchor="ctr">
            <a:noAutofit/>
          </a:bodyPr>
          <a:lstStyle/>
          <a:p>
            <a:pPr marL="0" lvl="0" indent="0" algn="l">
              <a:lnSpc>
                <a:spcPct val="115000"/>
              </a:lnSpc>
              <a:spcBef>
                <a:spcPts val="0"/>
              </a:spcBef>
              <a:spcAft>
                <a:spcPts val="0"/>
              </a:spcAft>
              <a:buNone/>
              <a:defRPr sz="1500" b="0">
                <a:solidFill>
                  <a:srgbClr val="0B3550"/>
                </a:solidFill>
                <a:latin typeface="Albert Sans"/>
                <a:ea typeface="Albert Sans"/>
                <a:cs typeface="Albert Sans"/>
              </a:defRPr>
            </a:pPr>
            <a:r>
              <a:rPr sz="1500" b="0">
                <a:solidFill>
                  <a:srgbClr val="0B3550"/>
                </a:solidFill>
                <a:latin typeface="Albert Sans"/>
                <a:ea typeface="Albert Sans"/>
                <a:cs typeface="Albert Sans"/>
              </a:rPr>
              <a:t>Model interactions between</a:t>
            </a:r>
            <a:endParaRPr>
              <a:solidFill>
                <a:schemeClr val="dk1"/>
              </a:solidFill>
              <a:latin typeface="Albert Sans"/>
              <a:ea typeface="Albert Sans"/>
              <a:cs typeface="Albert Sans"/>
            </a:endParaRPr>
          </a:p>
          <a:p>
            <a:pPr marL="0" lvl="0" indent="0" algn="l">
              <a:lnSpc>
                <a:spcPct val="115000"/>
              </a:lnSpc>
              <a:spcBef>
                <a:spcPts val="0"/>
              </a:spcBef>
              <a:spcAft>
                <a:spcPts val="0"/>
              </a:spcAft>
              <a:buNone/>
              <a:defRPr sz="1500" b="0">
                <a:solidFill>
                  <a:srgbClr val="0B3550"/>
                </a:solidFill>
                <a:latin typeface="Albert Sans"/>
                <a:ea typeface="Albert Sans"/>
                <a:cs typeface="Albert Sans"/>
              </a:defRPr>
            </a:pPr>
            <a:r>
              <a:rPr sz="1500" b="0">
                <a:solidFill>
                  <a:srgbClr val="0B3550"/>
                </a:solidFill>
                <a:latin typeface="Albert Sans"/>
                <a:ea typeface="Albert Sans"/>
                <a:cs typeface="Albert Sans"/>
              </a:rPr>
              <a:t>audio and visual sequences</a:t>
            </a:r>
            <a:endParaRPr>
              <a:solidFill>
                <a:schemeClr val="dk1"/>
              </a:solidFill>
              <a:latin typeface="Albert Sans"/>
              <a:ea typeface="Albert Sans"/>
              <a:cs typeface="Albert Sans"/>
            </a:endParaRPr>
          </a:p>
        </p:txBody>
      </p:sp>
      <p:sp>
        <p:nvSpPr>
          <p:cNvPr id="498" name="Google Shape;498;p52"/>
          <p:cNvSpPr>
            <a:spLocks noGrp="1"/>
          </p:cNvSpPr>
          <p:nvPr/>
        </p:nvSpPr>
        <p:spPr>
          <a:xfrm>
            <a:off x="1736304" y="3997625"/>
            <a:ext cx="2835600" cy="422700"/>
          </a:xfrm>
          <a:prstGeom prst="roundRect">
            <a:avLst>
              <a:gd name="adj" fmla="val 50000"/>
            </a:avLst>
          </a:prstGeom>
          <a:solidFill>
            <a:schemeClr val="dk2"/>
          </a:solidFill>
          <a:ln>
            <a:noFill/>
          </a:ln>
        </p:spPr>
        <p:txBody>
          <a:bodyPr spcFirstLastPara="1" wrap="square" lIns="85725" tIns="47625" rIns="85725" bIns="47625" anchor="ctr">
            <a:noAutofit/>
          </a:bodyPr>
          <a:lstStyle/>
          <a:p>
            <a:pPr marL="0" lvl="0" indent="0" algn="ctr">
              <a:lnSpc>
                <a:spcPct val="115000"/>
              </a:lnSpc>
              <a:spcBef>
                <a:spcPts val="0"/>
              </a:spcBef>
              <a:spcAft>
                <a:spcPts val="0"/>
              </a:spcAft>
              <a:buNone/>
              <a:defRPr sz="1800" b="1">
                <a:solidFill>
                  <a:srgbClr val="FFFFFF"/>
                </a:solidFill>
                <a:latin typeface="Albert Sans"/>
                <a:ea typeface="Albert Sans"/>
                <a:cs typeface="Albert Sans"/>
              </a:defRPr>
            </a:pPr>
            <a:r>
              <a:rPr sz="1800" b="1">
                <a:solidFill>
                  <a:srgbClr val="FFFFFF"/>
                </a:solidFill>
                <a:latin typeface="Albert Sans"/>
                <a:ea typeface="Albert Sans"/>
                <a:cs typeface="Albert Sans"/>
              </a:rPr>
              <a:t>Cross-attention</a:t>
            </a:r>
            <a:endParaRPr sz="2000" b="1">
              <a:solidFill>
                <a:schemeClr val="lt1"/>
              </a:solidFill>
              <a:latin typeface="Poppins"/>
              <a:ea typeface="Poppins"/>
              <a:cs typeface="Poppins"/>
            </a:endParaRPr>
          </a:p>
        </p:txBody>
      </p:sp>
      <p:cxnSp>
        <p:nvCxnSpPr>
          <p:cNvPr id="525" name="Google Shape;506;p52"/>
          <p:cNvCxnSpPr>
            <a:stCxn id="496" idx="3"/>
            <a:endCxn id="493" idx="1"/>
          </p:cNvCxnSpPr>
          <p:nvPr/>
        </p:nvCxnSpPr>
        <p:spPr>
          <a:xfrm>
            <a:off x="4571904" y="1551500"/>
            <a:ext cx="274500" cy="0"/>
          </a:xfrm>
          <a:prstGeom prst="straightConnector1">
            <a:avLst/>
          </a:prstGeom>
          <a:ln w="9525" cap="flat">
            <a:solidFill>
              <a:schemeClr val="dk1"/>
            </a:solidFill>
            <a:prstDash val="solid"/>
            <a:round/>
            <a:headEnd type="none" w="med" len="med"/>
            <a:tailEnd type="oval" w="med" len="med"/>
          </a:ln>
        </p:spPr>
      </p:cxnSp>
      <p:cxnSp>
        <p:nvCxnSpPr>
          <p:cNvPr id="526" name="Google Shape;507;p52"/>
          <p:cNvCxnSpPr>
            <a:stCxn id="500" idx="3"/>
            <a:endCxn id="503" idx="1"/>
          </p:cNvCxnSpPr>
          <p:nvPr/>
        </p:nvCxnSpPr>
        <p:spPr>
          <a:xfrm>
            <a:off x="4571904" y="2437325"/>
            <a:ext cx="274500" cy="0"/>
          </a:xfrm>
          <a:prstGeom prst="straightConnector1">
            <a:avLst/>
          </a:prstGeom>
          <a:ln w="9525" cap="flat">
            <a:solidFill>
              <a:schemeClr val="dk1"/>
            </a:solidFill>
            <a:prstDash val="solid"/>
            <a:round/>
            <a:headEnd type="none" w="med" len="med"/>
            <a:tailEnd type="oval" w="med" len="med"/>
          </a:ln>
        </p:spPr>
      </p:cxnSp>
      <p:cxnSp>
        <p:nvCxnSpPr>
          <p:cNvPr id="527" name="Google Shape;508;p52"/>
          <p:cNvCxnSpPr>
            <a:stCxn id="502" idx="3"/>
            <a:endCxn id="504" idx="1"/>
          </p:cNvCxnSpPr>
          <p:nvPr/>
        </p:nvCxnSpPr>
        <p:spPr>
          <a:xfrm>
            <a:off x="4571904" y="3323150"/>
            <a:ext cx="274500" cy="0"/>
          </a:xfrm>
          <a:prstGeom prst="straightConnector1">
            <a:avLst/>
          </a:prstGeom>
          <a:ln w="9525" cap="flat">
            <a:solidFill>
              <a:schemeClr val="dk1"/>
            </a:solidFill>
            <a:prstDash val="solid"/>
            <a:round/>
            <a:headEnd type="none" w="med" len="med"/>
            <a:tailEnd type="oval" w="med" len="med"/>
          </a:ln>
        </p:spPr>
      </p:cxnSp>
      <p:cxnSp>
        <p:nvCxnSpPr>
          <p:cNvPr id="528" name="Google Shape;509;p52"/>
          <p:cNvCxnSpPr>
            <a:stCxn id="498" idx="3"/>
            <a:endCxn id="505" idx="1"/>
          </p:cNvCxnSpPr>
          <p:nvPr/>
        </p:nvCxnSpPr>
        <p:spPr>
          <a:xfrm>
            <a:off x="4571904" y="4208975"/>
            <a:ext cx="274500" cy="0"/>
          </a:xfrm>
          <a:prstGeom prst="straightConnector1">
            <a:avLst/>
          </a:prstGeom>
          <a:ln w="9525" cap="flat">
            <a:solidFill>
              <a:schemeClr val="dk1"/>
            </a:solidFill>
            <a:prstDash val="solid"/>
            <a:round/>
            <a:headEnd type="none" w="med" len="med"/>
            <a:tailEnd type="oval" w="med" len="med"/>
          </a:ln>
        </p:spPr>
      </p:cxnSp>
      <p:sp>
        <p:nvSpPr>
          <p:cNvPr id="510" name="矩形 509"/>
          <p:cNvSpPr>
            <a:spLocks noGrp="1"/>
          </p:cNvSpPr>
          <p:nvPr/>
        </p:nvSpPr>
        <p:spPr>
          <a:xfrm>
            <a:off x="1571625" y="4705350"/>
            <a:ext cx="6286500" cy="238125"/>
          </a:xfrm>
          <a:prstGeom prst="rect">
            <a:avLst/>
          </a:prstGeom>
          <a:noFill/>
          <a:ln w="0">
            <a:noFill/>
          </a:ln>
        </p:spPr>
        <p:txBody>
          <a:bodyPr lIns="0" tIns="0" rIns="0" bIns="0" anchor="ctr">
            <a:noAutofit/>
          </a:bodyPr>
          <a:lstStyle/>
          <a:p>
            <a:pPr algn="ctr">
              <a:defRPr sz="1350">
                <a:solidFill>
                  <a:srgbClr val="0B3550"/>
                </a:solidFill>
                <a:latin typeface="Albert Sans"/>
                <a:ea typeface="Albert Sans"/>
                <a:cs typeface="Albert Sans"/>
              </a:defRPr>
            </a:pPr>
            <a:r>
              <a:rPr sz="1350">
                <a:solidFill>
                  <a:srgbClr val="0B3550"/>
                </a:solidFill>
                <a:latin typeface="Albert Sans"/>
                <a:ea typeface="Albert Sans"/>
                <a:cs typeface="Albert Sans"/>
              </a:rPr>
              <a:t>Four separate pipelines. Each predicts eight emotion classes.</a:t>
            </a:r>
            <a:endParaRPr sz="1350">
              <a:solidFill>
                <a:srgbClr val="0B3550"/>
              </a:solidFill>
              <a:latin typeface="Albert Sans"/>
              <a:ea typeface="Albert Sans"/>
              <a:cs typeface="Albert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 name="Google Shape;645;p57"/>
          <p:cNvSpPr>
            <a:spLocks noGrp="1"/>
          </p:cNvSpPr>
          <p:nvPr>
            <p:ph type="title"/>
          </p:nvPr>
        </p:nvSpPr>
        <p:spPr>
          <a:xfrm>
            <a:off x="720000" y="445025"/>
            <a:ext cx="7704000" cy="572700"/>
          </a:xfrm>
          <a:prstGeom prst="rect">
            <a:avLst/>
          </a:prstGeom>
        </p:spPr>
        <p:txBody>
          <a:bodyPr spcFirstLastPara="1" wrap="square" lIns="85725" tIns="47625" rIns="85725" bIns="47625" anchor="ctr">
            <a:noAutofit/>
          </a:bodyPr>
          <a:lstStyle/>
          <a:p>
            <a:pPr marL="0" lvl="0" indent="0" algn="ctr">
              <a:spcBef>
                <a:spcPts val="0"/>
              </a:spcBef>
              <a:spcAft>
                <a:spcPts val="0"/>
              </a:spcAft>
              <a:buNone/>
              <a:defRPr sz="3000" b="1">
                <a:solidFill>
                  <a:srgbClr val="0B3550"/>
                </a:solidFill>
                <a:latin typeface="Poppins"/>
                <a:ea typeface="Poppins"/>
                <a:cs typeface="Poppins"/>
              </a:defRPr>
            </a:pPr>
            <a:r>
              <a:rPr sz="3000" b="1">
                <a:solidFill>
                  <a:srgbClr val="0B3550"/>
                </a:solidFill>
                <a:latin typeface="Poppins"/>
                <a:ea typeface="Poppins"/>
                <a:cs typeface="Poppins"/>
              </a:rPr>
              <a:t>Prediction and Feature Fusion</a:t>
            </a:r>
            <a:endParaRPr sz="3000" b="1">
              <a:solidFill>
                <a:srgbClr val="0B3550"/>
              </a:solidFill>
              <a:latin typeface="Poppins"/>
              <a:ea typeface="Poppins"/>
              <a:cs typeface="Poppins"/>
            </a:endParaRPr>
          </a:p>
        </p:txBody>
      </p:sp>
      <p:sp>
        <p:nvSpPr>
          <p:cNvPr id="646" name="Google Shape;646;p57"/>
          <p:cNvSpPr>
            <a:spLocks noGrp="1"/>
          </p:cNvSpPr>
          <p:nvPr/>
        </p:nvSpPr>
        <p:spPr>
          <a:xfrm>
            <a:off x="719995" y="1676400"/>
            <a:ext cx="7704011" cy="428625"/>
          </a:xfrm>
          <a:prstGeom prst="rect">
            <a:avLst/>
          </a:prstGeom>
          <a:noFill/>
          <a:ln>
            <a:noFill/>
          </a:ln>
        </p:spPr>
        <p:txBody>
          <a:bodyPr spcFirstLastPara="1" wrap="square" lIns="85725" tIns="47625" rIns="85725" bIns="47625" anchor="ctr">
            <a:noAutofit/>
          </a:bodyPr>
          <a:lstStyle/>
          <a:p>
            <a:pPr marL="0" lvl="0" indent="0" algn="ctr">
              <a:lnSpc>
                <a:spcPct val="115000"/>
              </a:lnSpc>
              <a:spcBef>
                <a:spcPts val="0"/>
              </a:spcBef>
              <a:spcAft>
                <a:spcPts val="0"/>
              </a:spcAft>
              <a:buNone/>
              <a:defRPr sz="1800" b="0">
                <a:solidFill>
                  <a:srgbClr val="0B3550"/>
                </a:solidFill>
                <a:latin typeface="Albert Sans"/>
                <a:ea typeface="Albert Sans"/>
                <a:cs typeface="Albert Sans"/>
              </a:defRPr>
            </a:pPr>
            <a:r>
              <a:rPr sz="1800" b="0">
                <a:solidFill>
                  <a:srgbClr val="0B3550"/>
                </a:solidFill>
                <a:latin typeface="Albert Sans"/>
                <a:ea typeface="Albert Sans"/>
                <a:cs typeface="Albert Sans"/>
              </a:rPr>
              <a:t>Where does fusion happen?</a:t>
            </a:r>
            <a:endParaRPr>
              <a:solidFill>
                <a:schemeClr val="dk1"/>
              </a:solidFill>
              <a:latin typeface="Albert Sans"/>
              <a:ea typeface="Albert Sans"/>
              <a:cs typeface="Albert Sans"/>
            </a:endParaRPr>
          </a:p>
        </p:txBody>
      </p:sp>
      <p:sp>
        <p:nvSpPr>
          <p:cNvPr id="647" name="Google Shape;647;p57"/>
          <p:cNvSpPr>
            <a:spLocks noGrp="1"/>
          </p:cNvSpPr>
          <p:nvPr/>
        </p:nvSpPr>
        <p:spPr>
          <a:xfrm>
            <a:off x="388620" y="2818130"/>
            <a:ext cx="4394200" cy="1524000"/>
          </a:xfrm>
          <a:prstGeom prst="rect">
            <a:avLst/>
          </a:prstGeom>
          <a:noFill/>
          <a:ln>
            <a:noFill/>
          </a:ln>
        </p:spPr>
        <p:txBody>
          <a:bodyPr spcFirstLastPara="1" wrap="square" lIns="85725" tIns="47625" rIns="85725" bIns="47625" anchor="ctr">
            <a:noAutofit/>
          </a:bodyPr>
          <a:lstStyle/>
          <a:p>
            <a:pPr marL="0" lvl="0" indent="0" algn="ctr">
              <a:lnSpc>
                <a:spcPct val="115000"/>
              </a:lnSpc>
              <a:spcBef>
                <a:spcPts val="0"/>
              </a:spcBef>
              <a:spcAft>
                <a:spcPts val="0"/>
              </a:spcAft>
              <a:buNone/>
              <a:defRPr sz="1575" b="0">
                <a:solidFill>
                  <a:srgbClr val="0B3550"/>
                </a:solidFill>
                <a:latin typeface="Albert Sans"/>
                <a:ea typeface="Albert Sans"/>
                <a:cs typeface="Albert Sans"/>
              </a:defRPr>
            </a:pPr>
            <a:r>
              <a:rPr sz="1575" b="0">
                <a:solidFill>
                  <a:srgbClr val="0B3550"/>
                </a:solidFill>
                <a:latin typeface="Albert Sans"/>
                <a:ea typeface="Albert Sans"/>
                <a:cs typeface="Albert Sans"/>
              </a:rPr>
              <a:t>Audio probabilities + visual probabilities</a:t>
            </a:r>
            <a:endParaRPr>
              <a:solidFill>
                <a:schemeClr val="dk1"/>
              </a:solidFill>
              <a:latin typeface="Albert Sans"/>
              <a:ea typeface="Albert Sans"/>
              <a:cs typeface="Albert Sans"/>
            </a:endParaRPr>
          </a:p>
          <a:p>
            <a:pPr marL="0" lvl="0" indent="0" algn="ctr">
              <a:lnSpc>
                <a:spcPct val="115000"/>
              </a:lnSpc>
              <a:spcBef>
                <a:spcPts val="0"/>
              </a:spcBef>
              <a:spcAft>
                <a:spcPts val="0"/>
              </a:spcAft>
              <a:buNone/>
            </a:pPr>
            <a:endParaRPr>
              <a:solidFill>
                <a:schemeClr val="dk1"/>
              </a:solidFill>
              <a:latin typeface="Albert Sans"/>
              <a:ea typeface="Albert Sans"/>
              <a:cs typeface="Albert Sans"/>
            </a:endParaRPr>
          </a:p>
          <a:p>
            <a:pPr marL="0" lvl="0" indent="0" algn="ctr">
              <a:lnSpc>
                <a:spcPct val="115000"/>
              </a:lnSpc>
              <a:spcBef>
                <a:spcPts val="0"/>
              </a:spcBef>
              <a:spcAft>
                <a:spcPts val="0"/>
              </a:spcAft>
              <a:buNone/>
              <a:defRPr sz="1575" b="0">
                <a:solidFill>
                  <a:srgbClr val="0B3550"/>
                </a:solidFill>
                <a:latin typeface="Albert Sans"/>
                <a:ea typeface="Albert Sans"/>
                <a:cs typeface="Albert Sans"/>
              </a:defRPr>
            </a:pPr>
            <a:r>
              <a:rPr sz="1575" b="0">
                <a:solidFill>
                  <a:srgbClr val="0B3550"/>
                </a:solidFill>
                <a:latin typeface="Albert Sans"/>
                <a:ea typeface="Albert Sans"/>
                <a:cs typeface="Albert Sans"/>
              </a:rPr>
              <a:t>Weighted average</a:t>
            </a:r>
            <a:endParaRPr>
              <a:solidFill>
                <a:schemeClr val="dk1"/>
              </a:solidFill>
              <a:latin typeface="Albert Sans"/>
              <a:ea typeface="Albert Sans"/>
              <a:cs typeface="Albert Sans"/>
            </a:endParaRPr>
          </a:p>
          <a:p>
            <a:pPr marL="0" lvl="0" indent="0" algn="ctr">
              <a:lnSpc>
                <a:spcPct val="115000"/>
              </a:lnSpc>
              <a:spcBef>
                <a:spcPts val="0"/>
              </a:spcBef>
              <a:spcAft>
                <a:spcPts val="0"/>
              </a:spcAft>
              <a:buNone/>
            </a:pPr>
            <a:endParaRPr>
              <a:solidFill>
                <a:schemeClr val="dk1"/>
              </a:solidFill>
              <a:latin typeface="Albert Sans"/>
              <a:ea typeface="Albert Sans"/>
              <a:cs typeface="Albert Sans"/>
            </a:endParaRPr>
          </a:p>
          <a:p>
            <a:pPr marL="0" lvl="0" indent="0" algn="ctr">
              <a:lnSpc>
                <a:spcPct val="115000"/>
              </a:lnSpc>
              <a:spcBef>
                <a:spcPts val="0"/>
              </a:spcBef>
              <a:spcAft>
                <a:spcPts val="0"/>
              </a:spcAft>
              <a:buNone/>
              <a:defRPr sz="1575" b="0">
                <a:solidFill>
                  <a:srgbClr val="0B3550"/>
                </a:solidFill>
                <a:latin typeface="Albert Sans"/>
                <a:ea typeface="Albert Sans"/>
                <a:cs typeface="Albert Sans"/>
              </a:defRPr>
            </a:pPr>
            <a:r>
              <a:rPr sz="1575" b="0">
                <a:solidFill>
                  <a:srgbClr val="0B3550"/>
                </a:solidFill>
                <a:latin typeface="Albert Sans"/>
                <a:ea typeface="Albert Sans"/>
                <a:cs typeface="Albert Sans"/>
              </a:rPr>
              <a:t>Start with equal weights</a:t>
            </a:r>
            <a:endParaRPr>
              <a:solidFill>
                <a:schemeClr val="dk1"/>
              </a:solidFill>
              <a:latin typeface="Albert Sans"/>
              <a:ea typeface="Albert Sans"/>
              <a:cs typeface="Albert Sans"/>
            </a:endParaRPr>
          </a:p>
        </p:txBody>
      </p:sp>
      <p:sp>
        <p:nvSpPr>
          <p:cNvPr id="648" name="Google Shape;648;p57"/>
          <p:cNvSpPr>
            <a:spLocks noGrp="1"/>
          </p:cNvSpPr>
          <p:nvPr/>
        </p:nvSpPr>
        <p:spPr>
          <a:xfrm>
            <a:off x="720000" y="1135313"/>
            <a:ext cx="7704000" cy="422700"/>
          </a:xfrm>
          <a:prstGeom prst="roundRect">
            <a:avLst>
              <a:gd name="adj" fmla="val 50000"/>
            </a:avLst>
          </a:prstGeom>
          <a:solidFill>
            <a:schemeClr val="dk2"/>
          </a:solidFill>
          <a:ln>
            <a:noFill/>
          </a:ln>
        </p:spPr>
        <p:txBody>
          <a:bodyPr spcFirstLastPara="1" wrap="square" lIns="85725" tIns="47625" rIns="85725" bIns="47625" anchor="ctr">
            <a:noAutofit/>
          </a:bodyPr>
          <a:lstStyle/>
          <a:p>
            <a:pPr marL="0" lvl="0" indent="0" algn="ctr">
              <a:lnSpc>
                <a:spcPct val="115000"/>
              </a:lnSpc>
              <a:spcBef>
                <a:spcPts val="0"/>
              </a:spcBef>
              <a:spcAft>
                <a:spcPts val="0"/>
              </a:spcAft>
              <a:buNone/>
              <a:defRPr sz="1950" b="1">
                <a:solidFill>
                  <a:srgbClr val="FFFFFF"/>
                </a:solidFill>
                <a:latin typeface="Albert Sans"/>
                <a:ea typeface="Albert Sans"/>
                <a:cs typeface="Albert Sans"/>
              </a:defRPr>
            </a:pPr>
            <a:r>
              <a:rPr sz="1950" b="1">
                <a:solidFill>
                  <a:srgbClr val="FFFFFF"/>
                </a:solidFill>
                <a:latin typeface="Albert Sans"/>
                <a:ea typeface="Albert Sans"/>
                <a:cs typeface="Albert Sans"/>
              </a:rPr>
              <a:t>Two baseline fusion strategies</a:t>
            </a:r>
            <a:endParaRPr sz="2000" b="1">
              <a:solidFill>
                <a:schemeClr val="lt1"/>
              </a:solidFill>
              <a:latin typeface="Poppins"/>
              <a:ea typeface="Poppins"/>
              <a:cs typeface="Poppins"/>
            </a:endParaRPr>
          </a:p>
        </p:txBody>
      </p:sp>
      <p:sp>
        <p:nvSpPr>
          <p:cNvPr id="649" name="Google Shape;649;p57"/>
          <p:cNvSpPr>
            <a:spLocks noGrp="1"/>
          </p:cNvSpPr>
          <p:nvPr/>
        </p:nvSpPr>
        <p:spPr>
          <a:xfrm>
            <a:off x="719995" y="2166620"/>
            <a:ext cx="3756755" cy="422720"/>
          </a:xfrm>
          <a:prstGeom prst="roundRect">
            <a:avLst>
              <a:gd name="adj" fmla="val 50000"/>
            </a:avLst>
          </a:prstGeom>
          <a:solidFill>
            <a:schemeClr val="dk2"/>
          </a:solidFill>
          <a:ln>
            <a:noFill/>
          </a:ln>
        </p:spPr>
        <p:txBody>
          <a:bodyPr spcFirstLastPara="1" wrap="square" lIns="85725" tIns="47625" rIns="85725" bIns="47625" anchor="ctr">
            <a:noAutofit/>
          </a:bodyPr>
          <a:lstStyle/>
          <a:p>
            <a:pPr marL="0" lvl="0" indent="0" algn="ctr">
              <a:lnSpc>
                <a:spcPct val="115000"/>
              </a:lnSpc>
              <a:spcBef>
                <a:spcPts val="0"/>
              </a:spcBef>
              <a:spcAft>
                <a:spcPts val="0"/>
              </a:spcAft>
              <a:buNone/>
              <a:defRPr sz="1875" b="1">
                <a:solidFill>
                  <a:srgbClr val="FFFFFF"/>
                </a:solidFill>
                <a:latin typeface="Albert Sans"/>
                <a:ea typeface="Albert Sans"/>
                <a:cs typeface="Albert Sans"/>
              </a:defRPr>
            </a:pPr>
            <a:r>
              <a:rPr sz="1875" b="1">
                <a:solidFill>
                  <a:srgbClr val="FFFFFF"/>
                </a:solidFill>
                <a:latin typeface="Albert Sans"/>
                <a:ea typeface="Albert Sans"/>
                <a:cs typeface="Albert Sans"/>
              </a:rPr>
              <a:t>Decision-level fusion</a:t>
            </a:r>
            <a:endParaRPr sz="2000" b="1">
              <a:solidFill>
                <a:schemeClr val="lt1"/>
              </a:solidFill>
              <a:latin typeface="Poppins"/>
              <a:ea typeface="Poppins"/>
              <a:cs typeface="Poppins"/>
            </a:endParaRPr>
          </a:p>
        </p:txBody>
      </p:sp>
      <p:sp>
        <p:nvSpPr>
          <p:cNvPr id="650" name="Google Shape;650;p57"/>
          <p:cNvSpPr>
            <a:spLocks noGrp="1"/>
          </p:cNvSpPr>
          <p:nvPr/>
        </p:nvSpPr>
        <p:spPr>
          <a:xfrm>
            <a:off x="4667250" y="2166620"/>
            <a:ext cx="3756755" cy="422720"/>
          </a:xfrm>
          <a:prstGeom prst="roundRect">
            <a:avLst>
              <a:gd name="adj" fmla="val 50000"/>
            </a:avLst>
          </a:prstGeom>
          <a:solidFill>
            <a:schemeClr val="dk2"/>
          </a:solidFill>
          <a:ln>
            <a:noFill/>
          </a:ln>
        </p:spPr>
        <p:txBody>
          <a:bodyPr spcFirstLastPara="1" wrap="square" lIns="85725" tIns="47625" rIns="85725" bIns="47625" anchor="ctr">
            <a:noAutofit/>
          </a:bodyPr>
          <a:lstStyle/>
          <a:p>
            <a:pPr marL="0" lvl="0" indent="0" algn="ctr">
              <a:lnSpc>
                <a:spcPct val="115000"/>
              </a:lnSpc>
              <a:spcBef>
                <a:spcPts val="0"/>
              </a:spcBef>
              <a:spcAft>
                <a:spcPts val="0"/>
              </a:spcAft>
              <a:buNone/>
              <a:defRPr sz="1875" b="1">
                <a:solidFill>
                  <a:srgbClr val="FFFFFF"/>
                </a:solidFill>
                <a:latin typeface="Albert Sans"/>
                <a:ea typeface="Albert Sans"/>
                <a:cs typeface="Albert Sans"/>
              </a:defRPr>
            </a:pPr>
            <a:r>
              <a:rPr sz="1875" b="1">
                <a:solidFill>
                  <a:srgbClr val="FFFFFF"/>
                </a:solidFill>
                <a:latin typeface="Albert Sans"/>
                <a:ea typeface="Albert Sans"/>
                <a:cs typeface="Albert Sans"/>
              </a:rPr>
              <a:t>Feature concatenation</a:t>
            </a:r>
            <a:endParaRPr sz="2000" b="1">
              <a:solidFill>
                <a:schemeClr val="lt1"/>
              </a:solidFill>
              <a:latin typeface="Poppins"/>
              <a:ea typeface="Poppins"/>
              <a:cs typeface="Poppins"/>
            </a:endParaRPr>
          </a:p>
        </p:txBody>
      </p:sp>
      <p:sp>
        <p:nvSpPr>
          <p:cNvPr id="651" name="Google Shape;651;p57"/>
          <p:cNvSpPr>
            <a:spLocks noGrp="1"/>
          </p:cNvSpPr>
          <p:nvPr/>
        </p:nvSpPr>
        <p:spPr>
          <a:xfrm>
            <a:off x="4667250" y="2694305"/>
            <a:ext cx="3756755" cy="1524000"/>
          </a:xfrm>
          <a:prstGeom prst="rect">
            <a:avLst/>
          </a:prstGeom>
          <a:noFill/>
          <a:ln>
            <a:noFill/>
          </a:ln>
        </p:spPr>
        <p:txBody>
          <a:bodyPr spcFirstLastPara="1" wrap="square" lIns="85725" tIns="47625" rIns="85725" bIns="47625" anchor="ctr">
            <a:noAutofit/>
          </a:bodyPr>
          <a:lstStyle/>
          <a:p>
            <a:pPr marL="0" lvl="0" indent="0" algn="ctr">
              <a:lnSpc>
                <a:spcPct val="115000"/>
              </a:lnSpc>
              <a:spcBef>
                <a:spcPts val="0"/>
              </a:spcBef>
              <a:spcAft>
                <a:spcPts val="0"/>
              </a:spcAft>
              <a:buNone/>
              <a:defRPr sz="1575" b="0">
                <a:solidFill>
                  <a:srgbClr val="0B3550"/>
                </a:solidFill>
                <a:latin typeface="Albert Sans"/>
                <a:ea typeface="Albert Sans"/>
                <a:cs typeface="Albert Sans"/>
              </a:defRPr>
            </a:pPr>
            <a:endParaRPr sz="1575" b="0">
              <a:solidFill>
                <a:srgbClr val="0B3550"/>
              </a:solidFill>
              <a:latin typeface="Albert Sans"/>
              <a:ea typeface="Albert Sans"/>
              <a:cs typeface="Albert Sans"/>
            </a:endParaRPr>
          </a:p>
          <a:p>
            <a:pPr marL="0" lvl="0" indent="0" algn="ctr">
              <a:lnSpc>
                <a:spcPct val="115000"/>
              </a:lnSpc>
              <a:spcBef>
                <a:spcPts val="0"/>
              </a:spcBef>
              <a:spcAft>
                <a:spcPts val="0"/>
              </a:spcAft>
              <a:buNone/>
              <a:defRPr sz="1575" b="0">
                <a:solidFill>
                  <a:srgbClr val="0B3550"/>
                </a:solidFill>
                <a:latin typeface="Albert Sans"/>
                <a:ea typeface="Albert Sans"/>
                <a:cs typeface="Albert Sans"/>
              </a:defRPr>
            </a:pPr>
            <a:r>
              <a:rPr sz="1575" b="0">
                <a:solidFill>
                  <a:srgbClr val="0B3550"/>
                </a:solidFill>
                <a:latin typeface="Albert Sans"/>
                <a:ea typeface="Albert Sans"/>
                <a:cs typeface="Albert Sans"/>
              </a:rPr>
              <a:t>Pooled audio + visual features</a:t>
            </a:r>
            <a:endParaRPr>
              <a:solidFill>
                <a:schemeClr val="dk1"/>
              </a:solidFill>
              <a:latin typeface="Albert Sans"/>
              <a:ea typeface="Albert Sans"/>
              <a:cs typeface="Albert Sans"/>
            </a:endParaRPr>
          </a:p>
          <a:p>
            <a:pPr marL="0" lvl="0" indent="0" algn="ctr">
              <a:lnSpc>
                <a:spcPct val="115000"/>
              </a:lnSpc>
              <a:spcBef>
                <a:spcPts val="0"/>
              </a:spcBef>
              <a:spcAft>
                <a:spcPts val="0"/>
              </a:spcAft>
              <a:buNone/>
            </a:pPr>
            <a:endParaRPr>
              <a:solidFill>
                <a:schemeClr val="dk1"/>
              </a:solidFill>
              <a:latin typeface="Albert Sans"/>
              <a:ea typeface="Albert Sans"/>
              <a:cs typeface="Albert Sans"/>
            </a:endParaRPr>
          </a:p>
          <a:p>
            <a:pPr marL="0" lvl="0" indent="0" algn="ctr">
              <a:lnSpc>
                <a:spcPct val="115000"/>
              </a:lnSpc>
              <a:spcBef>
                <a:spcPts val="0"/>
              </a:spcBef>
              <a:spcAft>
                <a:spcPts val="0"/>
              </a:spcAft>
              <a:buNone/>
              <a:defRPr sz="1575" b="0">
                <a:solidFill>
                  <a:srgbClr val="0B3550"/>
                </a:solidFill>
                <a:latin typeface="Albert Sans"/>
                <a:ea typeface="Albert Sans"/>
                <a:cs typeface="Albert Sans"/>
              </a:defRPr>
            </a:pPr>
            <a:r>
              <a:rPr sz="1575" b="0">
                <a:solidFill>
                  <a:srgbClr val="0B3550"/>
                </a:solidFill>
                <a:latin typeface="Albert Sans"/>
                <a:ea typeface="Albert Sans"/>
                <a:cs typeface="Albert Sans"/>
              </a:rPr>
              <a:t>Normalize and concatenate</a:t>
            </a:r>
            <a:endParaRPr>
              <a:solidFill>
                <a:schemeClr val="dk1"/>
              </a:solidFill>
              <a:latin typeface="Albert Sans"/>
              <a:ea typeface="Albert Sans"/>
              <a:cs typeface="Albert Sans"/>
            </a:endParaRPr>
          </a:p>
          <a:p>
            <a:pPr marL="0" lvl="0" indent="0" algn="ctr">
              <a:lnSpc>
                <a:spcPct val="115000"/>
              </a:lnSpc>
              <a:spcBef>
                <a:spcPts val="0"/>
              </a:spcBef>
              <a:spcAft>
                <a:spcPts val="0"/>
              </a:spcAft>
              <a:buNone/>
            </a:pPr>
            <a:endParaRPr>
              <a:solidFill>
                <a:schemeClr val="dk1"/>
              </a:solidFill>
              <a:latin typeface="Albert Sans"/>
              <a:ea typeface="Albert Sans"/>
              <a:cs typeface="Albert Sans"/>
            </a:endParaRPr>
          </a:p>
          <a:p>
            <a:pPr marL="0" lvl="0" indent="0" algn="ctr">
              <a:lnSpc>
                <a:spcPct val="115000"/>
              </a:lnSpc>
              <a:spcBef>
                <a:spcPts val="0"/>
              </a:spcBef>
              <a:spcAft>
                <a:spcPts val="0"/>
              </a:spcAft>
              <a:buNone/>
              <a:defRPr sz="1575" b="0">
                <a:solidFill>
                  <a:srgbClr val="0B3550"/>
                </a:solidFill>
                <a:latin typeface="Albert Sans"/>
                <a:ea typeface="Albert Sans"/>
                <a:cs typeface="Albert Sans"/>
              </a:defRPr>
            </a:pPr>
            <a:r>
              <a:rPr sz="1575" b="0">
                <a:solidFill>
                  <a:srgbClr val="0B3550"/>
                </a:solidFill>
                <a:latin typeface="Albert Sans"/>
                <a:ea typeface="Albert Sans"/>
                <a:cs typeface="Albert Sans"/>
              </a:rPr>
              <a:t>MLP classifier</a:t>
            </a:r>
            <a:endParaRPr>
              <a:solidFill>
                <a:schemeClr val="dk1"/>
              </a:solidFill>
              <a:latin typeface="Albert Sans"/>
              <a:ea typeface="Albert Sans"/>
              <a:cs typeface="Albert Sans"/>
            </a:endParaRPr>
          </a:p>
        </p:txBody>
      </p:sp>
      <p:sp>
        <p:nvSpPr>
          <p:cNvPr id="652" name="矩形 651"/>
          <p:cNvSpPr>
            <a:spLocks noGrp="1"/>
          </p:cNvSpPr>
          <p:nvPr/>
        </p:nvSpPr>
        <p:spPr>
          <a:xfrm>
            <a:off x="942975" y="4570730"/>
            <a:ext cx="3286125" cy="266700"/>
          </a:xfrm>
          <a:prstGeom prst="rect">
            <a:avLst/>
          </a:prstGeom>
          <a:noFill/>
          <a:ln w="0">
            <a:noFill/>
          </a:ln>
        </p:spPr>
        <p:txBody>
          <a:bodyPr lIns="0" tIns="0" rIns="0" bIns="0" anchor="ctr">
            <a:noAutofit/>
          </a:bodyPr>
          <a:lstStyle/>
          <a:p>
            <a:pPr algn="ctr">
              <a:defRPr sz="1575">
                <a:solidFill>
                  <a:srgbClr val="0584A4"/>
                </a:solidFill>
                <a:latin typeface="Albert Sans"/>
                <a:ea typeface="Albert Sans"/>
                <a:cs typeface="Albert Sans"/>
              </a:defRPr>
            </a:pPr>
            <a:r>
              <a:rPr sz="1575">
                <a:solidFill>
                  <a:srgbClr val="0584A4"/>
                </a:solidFill>
                <a:latin typeface="Albert Sans"/>
                <a:ea typeface="Albert Sans"/>
                <a:cs typeface="Albert Sans"/>
              </a:rPr>
              <a:t>Combining predictions</a:t>
            </a:r>
            <a:endParaRPr sz="1575">
              <a:solidFill>
                <a:srgbClr val="0584A4"/>
              </a:solidFill>
              <a:latin typeface="Albert Sans"/>
              <a:ea typeface="Albert Sans"/>
              <a:cs typeface="Albert Sans"/>
            </a:endParaRPr>
          </a:p>
        </p:txBody>
      </p:sp>
      <p:sp>
        <p:nvSpPr>
          <p:cNvPr id="653" name="矩形 652"/>
          <p:cNvSpPr>
            <a:spLocks noGrp="1"/>
          </p:cNvSpPr>
          <p:nvPr/>
        </p:nvSpPr>
        <p:spPr>
          <a:xfrm>
            <a:off x="4895850" y="4619625"/>
            <a:ext cx="3286125" cy="266700"/>
          </a:xfrm>
          <a:prstGeom prst="rect">
            <a:avLst/>
          </a:prstGeom>
          <a:noFill/>
          <a:ln w="0">
            <a:noFill/>
          </a:ln>
        </p:spPr>
        <p:txBody>
          <a:bodyPr lIns="0" tIns="0" rIns="0" bIns="0" anchor="ctr">
            <a:noAutofit/>
          </a:bodyPr>
          <a:lstStyle/>
          <a:p>
            <a:pPr algn="ctr">
              <a:defRPr sz="1575">
                <a:solidFill>
                  <a:srgbClr val="0584A4"/>
                </a:solidFill>
                <a:latin typeface="Albert Sans"/>
                <a:ea typeface="Albert Sans"/>
                <a:cs typeface="Albert Sans"/>
              </a:defRPr>
            </a:pPr>
            <a:r>
              <a:rPr sz="1575">
                <a:solidFill>
                  <a:srgbClr val="0584A4"/>
                </a:solidFill>
                <a:latin typeface="Albert Sans"/>
                <a:ea typeface="Albert Sans"/>
                <a:cs typeface="Albert Sans"/>
              </a:rPr>
              <a:t>Combining features</a:t>
            </a:r>
            <a:endParaRPr sz="1575">
              <a:solidFill>
                <a:srgbClr val="0584A4"/>
              </a:solidFill>
              <a:latin typeface="Albert Sans"/>
              <a:ea typeface="Albert Sans"/>
              <a:cs typeface="Albert Sans"/>
            </a:endParaRPr>
          </a:p>
        </p:txBody>
      </p:sp>
      <p:cxnSp>
        <p:nvCxnSpPr>
          <p:cNvPr id="2" name="直接箭头连接符 1"/>
          <p:cNvCxnSpPr/>
          <p:nvPr/>
        </p:nvCxnSpPr>
        <p:spPr>
          <a:xfrm>
            <a:off x="2562860" y="3190875"/>
            <a:ext cx="0" cy="24066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3" name="直接箭头连接符 2"/>
          <p:cNvCxnSpPr/>
          <p:nvPr/>
        </p:nvCxnSpPr>
        <p:spPr>
          <a:xfrm>
            <a:off x="2562860" y="3797935"/>
            <a:ext cx="0" cy="24066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 name="直接箭头连接符 3"/>
          <p:cNvCxnSpPr/>
          <p:nvPr/>
        </p:nvCxnSpPr>
        <p:spPr>
          <a:xfrm>
            <a:off x="2562860" y="4376420"/>
            <a:ext cx="0" cy="24066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5" name="直接箭头连接符 4"/>
          <p:cNvCxnSpPr/>
          <p:nvPr/>
        </p:nvCxnSpPr>
        <p:spPr>
          <a:xfrm>
            <a:off x="6538595" y="3193415"/>
            <a:ext cx="0" cy="24066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6" name="直接箭头连接符 5"/>
          <p:cNvCxnSpPr/>
          <p:nvPr/>
        </p:nvCxnSpPr>
        <p:spPr>
          <a:xfrm>
            <a:off x="6538595" y="3800475"/>
            <a:ext cx="0" cy="24066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7" name="直接箭头连接符 6"/>
          <p:cNvCxnSpPr/>
          <p:nvPr/>
        </p:nvCxnSpPr>
        <p:spPr>
          <a:xfrm>
            <a:off x="6538595" y="4378960"/>
            <a:ext cx="0" cy="24066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8" name="Google Shape;468;p50"/>
          <p:cNvSpPr>
            <a:spLocks noGrp="1"/>
          </p:cNvSpPr>
          <p:nvPr>
            <p:ph type="title"/>
          </p:nvPr>
        </p:nvSpPr>
        <p:spPr>
          <a:xfrm>
            <a:off x="720000" y="445025"/>
            <a:ext cx="7704000" cy="572700"/>
          </a:xfrm>
          <a:prstGeom prst="rect">
            <a:avLst/>
          </a:prstGeom>
        </p:spPr>
        <p:txBody>
          <a:bodyPr spcFirstLastPara="1" wrap="square" lIns="85725" tIns="47625" rIns="85725" bIns="47625" anchor="ctr">
            <a:noAutofit/>
          </a:bodyPr>
          <a:lstStyle/>
          <a:p>
            <a:pPr marL="0" lvl="0" indent="0" algn="ctr">
              <a:spcBef>
                <a:spcPts val="0"/>
              </a:spcBef>
              <a:spcAft>
                <a:spcPts val="0"/>
              </a:spcAft>
              <a:buNone/>
              <a:defRPr sz="3000" b="1">
                <a:solidFill>
                  <a:srgbClr val="0B3550"/>
                </a:solidFill>
                <a:latin typeface="Poppins"/>
                <a:ea typeface="Poppins"/>
                <a:cs typeface="Poppins"/>
              </a:defRPr>
            </a:pPr>
            <a:r>
              <a:rPr sz="3000" b="1">
                <a:solidFill>
                  <a:srgbClr val="0B3550"/>
                </a:solidFill>
                <a:latin typeface="Poppins"/>
                <a:ea typeface="Poppins"/>
                <a:cs typeface="Poppins"/>
              </a:rPr>
              <a:t>Gated Fusion</a:t>
            </a:r>
            <a:endParaRPr sz="3000" b="1">
              <a:solidFill>
                <a:srgbClr val="0B3550"/>
              </a:solidFill>
              <a:latin typeface="Poppins"/>
              <a:ea typeface="Poppins"/>
              <a:cs typeface="Poppins"/>
            </a:endParaRPr>
          </a:p>
        </p:txBody>
      </p:sp>
      <p:cxnSp>
        <p:nvCxnSpPr>
          <p:cNvPr id="487" name="Google Shape;470;p50"/>
          <p:cNvCxnSpPr>
            <a:stCxn id="468" idx="2"/>
            <a:endCxn id="471" idx="0"/>
          </p:cNvCxnSpPr>
          <p:nvPr/>
        </p:nvCxnSpPr>
        <p:spPr>
          <a:xfrm rot="5400000">
            <a:off x="2959500" y="-153475"/>
            <a:ext cx="441300" cy="2783700"/>
          </a:xfrm>
          <a:prstGeom prst="bentConnector3">
            <a:avLst>
              <a:gd name="adj1" fmla="val 50000"/>
            </a:avLst>
          </a:prstGeom>
          <a:ln w="9525" cap="flat">
            <a:solidFill>
              <a:schemeClr val="dk1"/>
            </a:solidFill>
            <a:prstDash val="solid"/>
            <a:round/>
            <a:headEnd type="none" w="med" len="med"/>
            <a:tailEnd type="oval" w="med" len="med"/>
          </a:ln>
        </p:spPr>
      </p:cxnSp>
      <p:cxnSp>
        <p:nvCxnSpPr>
          <p:cNvPr id="488" name="Google Shape;472;p50"/>
          <p:cNvCxnSpPr>
            <a:stCxn id="468" idx="2"/>
            <a:endCxn id="473" idx="0"/>
          </p:cNvCxnSpPr>
          <p:nvPr/>
        </p:nvCxnSpPr>
        <p:spPr>
          <a:xfrm rot="-5400000" flipH="1">
            <a:off x="4977450" y="612275"/>
            <a:ext cx="441300" cy="1252200"/>
          </a:xfrm>
          <a:prstGeom prst="bentConnector3">
            <a:avLst>
              <a:gd name="adj1" fmla="val 50000"/>
            </a:avLst>
          </a:prstGeom>
          <a:ln w="9525" cap="flat">
            <a:solidFill>
              <a:schemeClr val="dk1"/>
            </a:solidFill>
            <a:prstDash val="solid"/>
            <a:round/>
            <a:headEnd type="none" w="med" len="med"/>
            <a:tailEnd type="oval" w="med" len="med"/>
          </a:ln>
        </p:spPr>
      </p:cxnSp>
      <p:sp>
        <p:nvSpPr>
          <p:cNvPr id="474" name="Google Shape;474;p50"/>
          <p:cNvSpPr>
            <a:spLocks noGrp="1"/>
          </p:cNvSpPr>
          <p:nvPr/>
        </p:nvSpPr>
        <p:spPr>
          <a:xfrm>
            <a:off x="3217500" y="3951575"/>
            <a:ext cx="5213400" cy="657000"/>
          </a:xfrm>
          <a:prstGeom prst="rect">
            <a:avLst/>
          </a:prstGeom>
          <a:noFill/>
          <a:ln>
            <a:noFill/>
          </a:ln>
        </p:spPr>
        <p:txBody>
          <a:bodyPr spcFirstLastPara="1" wrap="square" lIns="85725" tIns="47625" rIns="85725" bIns="47625" anchor="ctr">
            <a:noAutofit/>
          </a:bodyPr>
          <a:lstStyle/>
          <a:p>
            <a:pPr marL="0" lvl="0" indent="0" algn="ctr">
              <a:lnSpc>
                <a:spcPct val="115000"/>
              </a:lnSpc>
              <a:spcBef>
                <a:spcPts val="0"/>
              </a:spcBef>
              <a:spcAft>
                <a:spcPts val="0"/>
              </a:spcAft>
              <a:buNone/>
              <a:defRPr sz="1575" b="0">
                <a:solidFill>
                  <a:srgbClr val="0B3550"/>
                </a:solidFill>
                <a:latin typeface="Albert Sans"/>
                <a:ea typeface="Albert Sans"/>
                <a:cs typeface="Albert Sans"/>
              </a:defRPr>
            </a:pPr>
            <a:r>
              <a:rPr sz="1575" b="0">
                <a:solidFill>
                  <a:srgbClr val="0B3550"/>
                </a:solidFill>
                <a:latin typeface="Albert Sans"/>
                <a:ea typeface="Albert Sans"/>
                <a:cs typeface="Albert Sans"/>
              </a:rPr>
              <a:t>Combine projected features using the gate,</a:t>
            </a:r>
            <a:endParaRPr>
              <a:solidFill>
                <a:schemeClr val="dk1"/>
              </a:solidFill>
              <a:latin typeface="Albert Sans"/>
              <a:ea typeface="Albert Sans"/>
              <a:cs typeface="Albert Sans"/>
            </a:endParaRPr>
          </a:p>
          <a:p>
            <a:pPr marL="0" lvl="0" indent="0" algn="ctr">
              <a:lnSpc>
                <a:spcPct val="115000"/>
              </a:lnSpc>
              <a:spcBef>
                <a:spcPts val="0"/>
              </a:spcBef>
              <a:spcAft>
                <a:spcPts val="0"/>
              </a:spcAft>
              <a:buNone/>
              <a:defRPr sz="1575" b="0">
                <a:solidFill>
                  <a:srgbClr val="0B3550"/>
                </a:solidFill>
                <a:latin typeface="Albert Sans"/>
                <a:ea typeface="Albert Sans"/>
                <a:cs typeface="Albert Sans"/>
              </a:defRPr>
            </a:pPr>
            <a:r>
              <a:rPr sz="1575" b="0">
                <a:solidFill>
                  <a:srgbClr val="0B3550"/>
                </a:solidFill>
                <a:latin typeface="Albert Sans"/>
                <a:ea typeface="Albert Sans"/>
                <a:cs typeface="Albert Sans"/>
              </a:rPr>
              <a:t>then classify the emotion</a:t>
            </a:r>
            <a:endParaRPr>
              <a:solidFill>
                <a:schemeClr val="dk1"/>
              </a:solidFill>
              <a:latin typeface="Albert Sans"/>
              <a:ea typeface="Albert Sans"/>
              <a:cs typeface="Albert Sans"/>
            </a:endParaRPr>
          </a:p>
        </p:txBody>
      </p:sp>
      <p:sp>
        <p:nvSpPr>
          <p:cNvPr id="475" name="Google Shape;475;p50"/>
          <p:cNvSpPr>
            <a:spLocks noGrp="1"/>
          </p:cNvSpPr>
          <p:nvPr/>
        </p:nvSpPr>
        <p:spPr>
          <a:xfrm>
            <a:off x="3217505" y="1910800"/>
            <a:ext cx="2599800" cy="393600"/>
          </a:xfrm>
          <a:prstGeom prst="rect">
            <a:avLst/>
          </a:prstGeom>
          <a:noFill/>
          <a:ln>
            <a:noFill/>
          </a:ln>
        </p:spPr>
        <p:txBody>
          <a:bodyPr spcFirstLastPara="1" wrap="square" lIns="85725" tIns="47625" rIns="85725" bIns="47625" anchor="ctr">
            <a:noAutofit/>
          </a:bodyPr>
          <a:lstStyle/>
          <a:p>
            <a:pPr marL="0" lvl="0" indent="0" algn="ctr">
              <a:lnSpc>
                <a:spcPct val="115000"/>
              </a:lnSpc>
              <a:spcBef>
                <a:spcPts val="0"/>
              </a:spcBef>
              <a:spcAft>
                <a:spcPts val="0"/>
              </a:spcAft>
              <a:buNone/>
              <a:defRPr sz="1725" b="1">
                <a:solidFill>
                  <a:srgbClr val="0B3550"/>
                </a:solidFill>
                <a:latin typeface="Albert Sans"/>
                <a:ea typeface="Albert Sans"/>
                <a:cs typeface="Albert Sans"/>
              </a:defRPr>
            </a:pPr>
            <a:r>
              <a:rPr sz="1725" b="1">
                <a:solidFill>
                  <a:srgbClr val="0B3550"/>
                </a:solidFill>
                <a:latin typeface="Albert Sans"/>
                <a:ea typeface="Albert Sans"/>
                <a:cs typeface="Albert Sans"/>
              </a:rPr>
              <a:t>Audio</a:t>
            </a:r>
            <a:endParaRPr b="1">
              <a:solidFill>
                <a:schemeClr val="dk1"/>
              </a:solidFill>
              <a:latin typeface="Poppins"/>
              <a:ea typeface="Poppins"/>
              <a:cs typeface="Poppins"/>
            </a:endParaRPr>
          </a:p>
        </p:txBody>
      </p:sp>
      <p:sp>
        <p:nvSpPr>
          <p:cNvPr id="476" name="Google Shape;476;p50"/>
          <p:cNvSpPr>
            <a:spLocks noGrp="1"/>
          </p:cNvSpPr>
          <p:nvPr/>
        </p:nvSpPr>
        <p:spPr>
          <a:xfrm>
            <a:off x="3217850" y="2213150"/>
            <a:ext cx="2599200" cy="984300"/>
          </a:xfrm>
          <a:prstGeom prst="rect">
            <a:avLst/>
          </a:prstGeom>
          <a:noFill/>
          <a:ln>
            <a:noFill/>
          </a:ln>
        </p:spPr>
        <p:txBody>
          <a:bodyPr spcFirstLastPara="1" wrap="square" lIns="85725" tIns="47625" rIns="85725" bIns="47625" anchor="ctr">
            <a:noAutofit/>
          </a:bodyPr>
          <a:lstStyle/>
          <a:p>
            <a:pPr marL="0" lvl="0" indent="0" algn="ctr">
              <a:lnSpc>
                <a:spcPct val="115000"/>
              </a:lnSpc>
              <a:spcBef>
                <a:spcPts val="0"/>
              </a:spcBef>
              <a:spcAft>
                <a:spcPts val="0"/>
              </a:spcAft>
              <a:buNone/>
              <a:defRPr sz="1500" b="0">
                <a:solidFill>
                  <a:srgbClr val="0B3550"/>
                </a:solidFill>
                <a:latin typeface="Albert Sans"/>
                <a:ea typeface="Albert Sans"/>
                <a:cs typeface="Albert Sans"/>
              </a:defRPr>
            </a:pPr>
            <a:r>
              <a:rPr sz="1500" b="0">
                <a:solidFill>
                  <a:srgbClr val="0B3550"/>
                </a:solidFill>
                <a:latin typeface="Albert Sans"/>
                <a:ea typeface="Albert Sans"/>
                <a:cs typeface="Albert Sans"/>
              </a:rPr>
              <a:t>Pooled audio features</a:t>
            </a:r>
            <a:endParaRPr>
              <a:solidFill>
                <a:schemeClr val="dk1"/>
              </a:solidFill>
              <a:latin typeface="Albert Sans"/>
              <a:ea typeface="Albert Sans"/>
              <a:cs typeface="Albert Sans"/>
            </a:endParaRPr>
          </a:p>
          <a:p>
            <a:pPr marL="0" lvl="0" indent="0" algn="ctr">
              <a:lnSpc>
                <a:spcPct val="115000"/>
              </a:lnSpc>
              <a:spcBef>
                <a:spcPts val="0"/>
              </a:spcBef>
              <a:spcAft>
                <a:spcPts val="0"/>
              </a:spcAft>
              <a:buNone/>
              <a:defRPr sz="1500" b="0">
                <a:solidFill>
                  <a:srgbClr val="0B3550"/>
                </a:solidFill>
                <a:latin typeface="Albert Sans"/>
                <a:ea typeface="Albert Sans"/>
                <a:cs typeface="Albert Sans"/>
              </a:defRPr>
            </a:pPr>
            <a:r>
              <a:rPr sz="1500" b="0">
                <a:solidFill>
                  <a:srgbClr val="0B3550"/>
                </a:solidFill>
                <a:latin typeface="Albert Sans"/>
                <a:ea typeface="Albert Sans"/>
                <a:cs typeface="Albert Sans"/>
              </a:rPr>
              <a:t>projected to a</a:t>
            </a:r>
            <a:endParaRPr>
              <a:solidFill>
                <a:schemeClr val="dk1"/>
              </a:solidFill>
              <a:latin typeface="Albert Sans"/>
              <a:ea typeface="Albert Sans"/>
              <a:cs typeface="Albert Sans"/>
            </a:endParaRPr>
          </a:p>
          <a:p>
            <a:pPr marL="0" lvl="0" indent="0" algn="ctr">
              <a:lnSpc>
                <a:spcPct val="115000"/>
              </a:lnSpc>
              <a:spcBef>
                <a:spcPts val="0"/>
              </a:spcBef>
              <a:spcAft>
                <a:spcPts val="0"/>
              </a:spcAft>
              <a:buNone/>
              <a:defRPr sz="1500" b="0">
                <a:solidFill>
                  <a:srgbClr val="0B3550"/>
                </a:solidFill>
                <a:latin typeface="Albert Sans"/>
                <a:ea typeface="Albert Sans"/>
                <a:cs typeface="Albert Sans"/>
              </a:defRPr>
            </a:pPr>
            <a:r>
              <a:rPr sz="1500" b="0">
                <a:solidFill>
                  <a:srgbClr val="0B3550"/>
                </a:solidFill>
                <a:latin typeface="Albert Sans"/>
                <a:ea typeface="Albert Sans"/>
                <a:cs typeface="Albert Sans"/>
              </a:rPr>
              <a:t>common dimension</a:t>
            </a:r>
            <a:endParaRPr>
              <a:solidFill>
                <a:schemeClr val="dk1"/>
              </a:solidFill>
              <a:latin typeface="Albert Sans"/>
              <a:ea typeface="Albert Sans"/>
              <a:cs typeface="Albert Sans"/>
            </a:endParaRPr>
          </a:p>
        </p:txBody>
      </p:sp>
      <p:sp>
        <p:nvSpPr>
          <p:cNvPr id="477" name="Google Shape;477;p50"/>
          <p:cNvSpPr>
            <a:spLocks noGrp="1"/>
          </p:cNvSpPr>
          <p:nvPr/>
        </p:nvSpPr>
        <p:spPr>
          <a:xfrm>
            <a:off x="5831505" y="1910800"/>
            <a:ext cx="2599200" cy="393600"/>
          </a:xfrm>
          <a:prstGeom prst="rect">
            <a:avLst/>
          </a:prstGeom>
          <a:noFill/>
          <a:ln>
            <a:noFill/>
          </a:ln>
        </p:spPr>
        <p:txBody>
          <a:bodyPr spcFirstLastPara="1" wrap="square" lIns="85725" tIns="47625" rIns="85725" bIns="47625" anchor="ctr">
            <a:noAutofit/>
          </a:bodyPr>
          <a:lstStyle/>
          <a:p>
            <a:pPr marL="0" lvl="0" indent="0" algn="ctr">
              <a:lnSpc>
                <a:spcPct val="115000"/>
              </a:lnSpc>
              <a:spcBef>
                <a:spcPts val="0"/>
              </a:spcBef>
              <a:spcAft>
                <a:spcPts val="0"/>
              </a:spcAft>
              <a:buNone/>
              <a:defRPr sz="1725" b="1">
                <a:solidFill>
                  <a:srgbClr val="0B3550"/>
                </a:solidFill>
                <a:latin typeface="Albert Sans"/>
                <a:ea typeface="Albert Sans"/>
                <a:cs typeface="Albert Sans"/>
              </a:defRPr>
            </a:pPr>
            <a:r>
              <a:rPr sz="1725" b="1">
                <a:solidFill>
                  <a:srgbClr val="0B3550"/>
                </a:solidFill>
                <a:latin typeface="Albert Sans"/>
                <a:ea typeface="Albert Sans"/>
                <a:cs typeface="Albert Sans"/>
              </a:rPr>
              <a:t>Visual</a:t>
            </a:r>
            <a:endParaRPr b="1">
              <a:solidFill>
                <a:schemeClr val="dk1"/>
              </a:solidFill>
              <a:latin typeface="Poppins"/>
              <a:ea typeface="Poppins"/>
              <a:cs typeface="Poppins"/>
            </a:endParaRPr>
          </a:p>
        </p:txBody>
      </p:sp>
      <p:sp>
        <p:nvSpPr>
          <p:cNvPr id="478" name="Google Shape;478;p50"/>
          <p:cNvSpPr>
            <a:spLocks noGrp="1"/>
          </p:cNvSpPr>
          <p:nvPr/>
        </p:nvSpPr>
        <p:spPr>
          <a:xfrm>
            <a:off x="5831871" y="2213150"/>
            <a:ext cx="2598900" cy="984300"/>
          </a:xfrm>
          <a:prstGeom prst="rect">
            <a:avLst/>
          </a:prstGeom>
          <a:noFill/>
          <a:ln>
            <a:noFill/>
          </a:ln>
        </p:spPr>
        <p:txBody>
          <a:bodyPr spcFirstLastPara="1" wrap="square" lIns="85725" tIns="47625" rIns="85725" bIns="47625" anchor="ctr">
            <a:noAutofit/>
          </a:bodyPr>
          <a:lstStyle/>
          <a:p>
            <a:pPr marL="0" lvl="0" indent="0" algn="ctr">
              <a:lnSpc>
                <a:spcPct val="115000"/>
              </a:lnSpc>
              <a:spcBef>
                <a:spcPts val="0"/>
              </a:spcBef>
              <a:spcAft>
                <a:spcPts val="0"/>
              </a:spcAft>
              <a:buNone/>
              <a:defRPr sz="1500" b="0">
                <a:solidFill>
                  <a:srgbClr val="0B3550"/>
                </a:solidFill>
                <a:latin typeface="Albert Sans"/>
                <a:ea typeface="Albert Sans"/>
                <a:cs typeface="Albert Sans"/>
              </a:defRPr>
            </a:pPr>
            <a:r>
              <a:rPr sz="1500" b="0">
                <a:solidFill>
                  <a:srgbClr val="0B3550"/>
                </a:solidFill>
                <a:latin typeface="Albert Sans"/>
                <a:ea typeface="Albert Sans"/>
                <a:cs typeface="Albert Sans"/>
              </a:rPr>
              <a:t>Pooled visual features</a:t>
            </a:r>
            <a:endParaRPr>
              <a:solidFill>
                <a:schemeClr val="dk1"/>
              </a:solidFill>
              <a:latin typeface="Albert Sans"/>
              <a:ea typeface="Albert Sans"/>
              <a:cs typeface="Albert Sans"/>
            </a:endParaRPr>
          </a:p>
          <a:p>
            <a:pPr marL="0" lvl="0" indent="0" algn="ctr">
              <a:lnSpc>
                <a:spcPct val="115000"/>
              </a:lnSpc>
              <a:spcBef>
                <a:spcPts val="0"/>
              </a:spcBef>
              <a:spcAft>
                <a:spcPts val="0"/>
              </a:spcAft>
              <a:buNone/>
              <a:defRPr sz="1500" b="0">
                <a:solidFill>
                  <a:srgbClr val="0B3550"/>
                </a:solidFill>
                <a:latin typeface="Albert Sans"/>
                <a:ea typeface="Albert Sans"/>
                <a:cs typeface="Albert Sans"/>
              </a:defRPr>
            </a:pPr>
            <a:r>
              <a:rPr sz="1500" b="0">
                <a:solidFill>
                  <a:srgbClr val="0B3550"/>
                </a:solidFill>
                <a:latin typeface="Albert Sans"/>
                <a:ea typeface="Albert Sans"/>
                <a:cs typeface="Albert Sans"/>
              </a:rPr>
              <a:t>projected to the</a:t>
            </a:r>
            <a:endParaRPr>
              <a:solidFill>
                <a:schemeClr val="dk1"/>
              </a:solidFill>
              <a:latin typeface="Albert Sans"/>
              <a:ea typeface="Albert Sans"/>
              <a:cs typeface="Albert Sans"/>
            </a:endParaRPr>
          </a:p>
          <a:p>
            <a:pPr marL="0" lvl="0" indent="0" algn="ctr">
              <a:lnSpc>
                <a:spcPct val="115000"/>
              </a:lnSpc>
              <a:spcBef>
                <a:spcPts val="0"/>
              </a:spcBef>
              <a:spcAft>
                <a:spcPts val="0"/>
              </a:spcAft>
              <a:buNone/>
              <a:defRPr sz="1500" b="0">
                <a:solidFill>
                  <a:srgbClr val="0B3550"/>
                </a:solidFill>
                <a:latin typeface="Albert Sans"/>
                <a:ea typeface="Albert Sans"/>
                <a:cs typeface="Albert Sans"/>
              </a:defRPr>
            </a:pPr>
            <a:r>
              <a:rPr sz="1500" b="0">
                <a:solidFill>
                  <a:srgbClr val="0B3550"/>
                </a:solidFill>
                <a:latin typeface="Albert Sans"/>
                <a:ea typeface="Albert Sans"/>
                <a:cs typeface="Albert Sans"/>
              </a:rPr>
              <a:t>same dimension</a:t>
            </a:r>
            <a:endParaRPr>
              <a:solidFill>
                <a:schemeClr val="dk1"/>
              </a:solidFill>
              <a:latin typeface="Albert Sans"/>
              <a:ea typeface="Albert Sans"/>
              <a:cs typeface="Albert Sans"/>
            </a:endParaRPr>
          </a:p>
        </p:txBody>
      </p:sp>
      <p:sp>
        <p:nvSpPr>
          <p:cNvPr id="471" name="Google Shape;471;p50"/>
          <p:cNvSpPr>
            <a:spLocks noGrp="1"/>
          </p:cNvSpPr>
          <p:nvPr/>
        </p:nvSpPr>
        <p:spPr>
          <a:xfrm>
            <a:off x="713225" y="1459025"/>
            <a:ext cx="2150100" cy="422700"/>
          </a:xfrm>
          <a:prstGeom prst="roundRect">
            <a:avLst>
              <a:gd name="adj" fmla="val 50000"/>
            </a:avLst>
          </a:prstGeom>
          <a:solidFill>
            <a:schemeClr val="dk2"/>
          </a:solidFill>
          <a:ln>
            <a:noFill/>
          </a:ln>
        </p:spPr>
        <p:txBody>
          <a:bodyPr spcFirstLastPara="1" wrap="square" lIns="85725" tIns="47625" rIns="85725" bIns="47625" anchor="ctr">
            <a:noAutofit/>
          </a:bodyPr>
          <a:lstStyle/>
          <a:p>
            <a:pPr marL="0" lvl="0" indent="0" algn="ctr">
              <a:lnSpc>
                <a:spcPct val="115000"/>
              </a:lnSpc>
              <a:spcBef>
                <a:spcPts val="0"/>
              </a:spcBef>
              <a:spcAft>
                <a:spcPts val="0"/>
              </a:spcAft>
              <a:buNone/>
              <a:defRPr sz="1875" b="1">
                <a:solidFill>
                  <a:srgbClr val="FFFFFF"/>
                </a:solidFill>
                <a:latin typeface="Albert Sans"/>
                <a:ea typeface="Albert Sans"/>
                <a:cs typeface="Albert Sans"/>
              </a:defRPr>
            </a:pPr>
            <a:r>
              <a:rPr sz="1875" b="1">
                <a:solidFill>
                  <a:srgbClr val="FFFFFF"/>
                </a:solidFill>
                <a:latin typeface="Albert Sans"/>
                <a:ea typeface="Albert Sans"/>
                <a:cs typeface="Albert Sans"/>
              </a:rPr>
              <a:t>Learned gate</a:t>
            </a:r>
            <a:endParaRPr sz="2000" b="1">
              <a:solidFill>
                <a:schemeClr val="lt1"/>
              </a:solidFill>
              <a:latin typeface="Poppins"/>
              <a:ea typeface="Poppins"/>
              <a:cs typeface="Poppins"/>
            </a:endParaRPr>
          </a:p>
        </p:txBody>
      </p:sp>
      <p:sp>
        <p:nvSpPr>
          <p:cNvPr id="473" name="Google Shape;473;p50"/>
          <p:cNvSpPr>
            <a:spLocks noGrp="1"/>
          </p:cNvSpPr>
          <p:nvPr/>
        </p:nvSpPr>
        <p:spPr>
          <a:xfrm>
            <a:off x="3217500" y="1459025"/>
            <a:ext cx="5213400" cy="422700"/>
          </a:xfrm>
          <a:prstGeom prst="roundRect">
            <a:avLst>
              <a:gd name="adj" fmla="val 50000"/>
            </a:avLst>
          </a:prstGeom>
          <a:solidFill>
            <a:schemeClr val="dk2"/>
          </a:solidFill>
          <a:ln>
            <a:noFill/>
          </a:ln>
        </p:spPr>
        <p:txBody>
          <a:bodyPr spcFirstLastPara="1" wrap="square" lIns="85725" tIns="47625" rIns="85725" bIns="47625" anchor="ctr">
            <a:noAutofit/>
          </a:bodyPr>
          <a:lstStyle/>
          <a:p>
            <a:pPr marL="0" lvl="0" indent="0" algn="ctr">
              <a:lnSpc>
                <a:spcPct val="115000"/>
              </a:lnSpc>
              <a:spcBef>
                <a:spcPts val="0"/>
              </a:spcBef>
              <a:spcAft>
                <a:spcPts val="0"/>
              </a:spcAft>
              <a:buNone/>
              <a:defRPr sz="1950" b="1">
                <a:solidFill>
                  <a:srgbClr val="FFFFFF"/>
                </a:solidFill>
                <a:latin typeface="Albert Sans"/>
                <a:ea typeface="Albert Sans"/>
                <a:cs typeface="Albert Sans"/>
              </a:defRPr>
            </a:pPr>
            <a:r>
              <a:rPr sz="1950" b="1">
                <a:solidFill>
                  <a:srgbClr val="FFFFFF"/>
                </a:solidFill>
                <a:latin typeface="Albert Sans"/>
                <a:ea typeface="Albert Sans"/>
                <a:cs typeface="Albert Sans"/>
              </a:rPr>
              <a:t>Projected features</a:t>
            </a:r>
            <a:endParaRPr sz="2000" b="1">
              <a:solidFill>
                <a:schemeClr val="lt1"/>
              </a:solidFill>
              <a:latin typeface="Poppins"/>
              <a:ea typeface="Poppins"/>
              <a:cs typeface="Poppins"/>
            </a:endParaRPr>
          </a:p>
        </p:txBody>
      </p:sp>
      <p:sp>
        <p:nvSpPr>
          <p:cNvPr id="479" name="Google Shape;479;p50"/>
          <p:cNvSpPr>
            <a:spLocks noGrp="1"/>
          </p:cNvSpPr>
          <p:nvPr/>
        </p:nvSpPr>
        <p:spPr>
          <a:xfrm>
            <a:off x="3217500" y="3528875"/>
            <a:ext cx="5213400" cy="422700"/>
          </a:xfrm>
          <a:prstGeom prst="roundRect">
            <a:avLst>
              <a:gd name="adj" fmla="val 50000"/>
            </a:avLst>
          </a:prstGeom>
          <a:solidFill>
            <a:schemeClr val="dk2"/>
          </a:solidFill>
          <a:ln>
            <a:noFill/>
          </a:ln>
        </p:spPr>
        <p:txBody>
          <a:bodyPr spcFirstLastPara="1" wrap="square" lIns="85725" tIns="47625" rIns="85725" bIns="47625" anchor="ctr">
            <a:noAutofit/>
          </a:bodyPr>
          <a:lstStyle/>
          <a:p>
            <a:pPr marL="0" lvl="0" indent="0" algn="ctr">
              <a:lnSpc>
                <a:spcPct val="115000"/>
              </a:lnSpc>
              <a:spcBef>
                <a:spcPts val="0"/>
              </a:spcBef>
              <a:spcAft>
                <a:spcPts val="0"/>
              </a:spcAft>
              <a:buNone/>
              <a:defRPr sz="1950" b="1">
                <a:solidFill>
                  <a:srgbClr val="FFFFFF"/>
                </a:solidFill>
                <a:latin typeface="Albert Sans"/>
                <a:ea typeface="Albert Sans"/>
                <a:cs typeface="Albert Sans"/>
              </a:defRPr>
            </a:pPr>
            <a:r>
              <a:rPr sz="1950" b="1">
                <a:solidFill>
                  <a:srgbClr val="FFFFFF"/>
                </a:solidFill>
                <a:latin typeface="Albert Sans"/>
                <a:ea typeface="Albert Sans"/>
                <a:cs typeface="Albert Sans"/>
              </a:rPr>
              <a:t>Gated combination</a:t>
            </a:r>
            <a:endParaRPr sz="2000" b="1">
              <a:solidFill>
                <a:schemeClr val="lt1"/>
              </a:solidFill>
              <a:latin typeface="Poppins"/>
              <a:ea typeface="Poppins"/>
              <a:cs typeface="Poppins"/>
            </a:endParaRPr>
          </a:p>
        </p:txBody>
      </p:sp>
      <p:cxnSp>
        <p:nvCxnSpPr>
          <p:cNvPr id="497" name="Google Shape;480;p50"/>
          <p:cNvCxnSpPr>
            <a:stCxn id="476" idx="2"/>
            <a:endCxn id="479" idx="0"/>
          </p:cNvCxnSpPr>
          <p:nvPr/>
        </p:nvCxnSpPr>
        <p:spPr>
          <a:xfrm rot="-5400000" flipH="1">
            <a:off x="5005100" y="2709800"/>
            <a:ext cx="331500" cy="1306800"/>
          </a:xfrm>
          <a:prstGeom prst="bentConnector3">
            <a:avLst>
              <a:gd name="adj1" fmla="val 49989"/>
            </a:avLst>
          </a:prstGeom>
          <a:ln w="9525" cap="flat">
            <a:solidFill>
              <a:schemeClr val="dk1"/>
            </a:solidFill>
            <a:prstDash val="solid"/>
            <a:round/>
            <a:headEnd type="none" w="med" len="med"/>
            <a:tailEnd type="oval" w="med" len="med"/>
          </a:ln>
        </p:spPr>
      </p:cxnSp>
      <p:cxnSp>
        <p:nvCxnSpPr>
          <p:cNvPr id="498" name="Google Shape;481;p50"/>
          <p:cNvCxnSpPr>
            <a:stCxn id="478" idx="2"/>
            <a:endCxn id="479" idx="0"/>
          </p:cNvCxnSpPr>
          <p:nvPr/>
        </p:nvCxnSpPr>
        <p:spPr>
          <a:xfrm rot="5400000">
            <a:off x="6312021" y="2709650"/>
            <a:ext cx="331500" cy="1307100"/>
          </a:xfrm>
          <a:prstGeom prst="bentConnector3">
            <a:avLst>
              <a:gd name="adj1" fmla="val 49989"/>
            </a:avLst>
          </a:prstGeom>
          <a:ln w="9525" cap="flat">
            <a:solidFill>
              <a:schemeClr val="dk1"/>
            </a:solidFill>
            <a:prstDash val="solid"/>
            <a:round/>
            <a:headEnd type="none" w="med" len="med"/>
            <a:tailEnd type="oval" w="med" len="med"/>
          </a:ln>
        </p:spPr>
      </p:cxnSp>
      <p:sp>
        <p:nvSpPr>
          <p:cNvPr id="482" name="矩形 481"/>
          <p:cNvSpPr>
            <a:spLocks noGrp="1"/>
          </p:cNvSpPr>
          <p:nvPr/>
        </p:nvSpPr>
        <p:spPr>
          <a:xfrm>
            <a:off x="904875" y="4667250"/>
            <a:ext cx="7286625" cy="247650"/>
          </a:xfrm>
          <a:prstGeom prst="rect">
            <a:avLst/>
          </a:prstGeom>
          <a:noFill/>
          <a:ln w="0">
            <a:noFill/>
          </a:ln>
        </p:spPr>
        <p:txBody>
          <a:bodyPr lIns="0" tIns="0" rIns="0" bIns="0" anchor="ctr">
            <a:noAutofit/>
          </a:bodyPr>
          <a:lstStyle/>
          <a:p>
            <a:pPr algn="ctr">
              <a:defRPr sz="1500">
                <a:solidFill>
                  <a:srgbClr val="0584A4"/>
                </a:solidFill>
                <a:latin typeface="Albert Sans"/>
                <a:ea typeface="Albert Sans"/>
                <a:cs typeface="Albert Sans"/>
              </a:defRPr>
            </a:pPr>
            <a:r>
              <a:rPr sz="1500">
                <a:solidFill>
                  <a:srgbClr val="0584A4"/>
                </a:solidFill>
                <a:latin typeface="Albert Sans"/>
                <a:ea typeface="Albert Sans"/>
                <a:cs typeface="Albert Sans"/>
              </a:rPr>
              <a:t>Modality contributions can vary across samples</a:t>
            </a:r>
            <a:endParaRPr sz="1500">
              <a:solidFill>
                <a:srgbClr val="0584A4"/>
              </a:solidFill>
              <a:latin typeface="Albert Sans"/>
              <a:ea typeface="Albert Sans"/>
              <a:cs typeface="Albert Sans"/>
            </a:endParaRPr>
          </a:p>
        </p:txBody>
      </p:sp>
      <p:sp>
        <p:nvSpPr>
          <p:cNvPr id="483" name="矩形 482"/>
          <p:cNvSpPr>
            <a:spLocks noGrp="1"/>
          </p:cNvSpPr>
          <p:nvPr/>
        </p:nvSpPr>
        <p:spPr>
          <a:xfrm>
            <a:off x="800100" y="2019300"/>
            <a:ext cx="1971675" cy="1143000"/>
          </a:xfrm>
          <a:prstGeom prst="rect">
            <a:avLst/>
          </a:prstGeom>
          <a:noFill/>
          <a:ln w="0">
            <a:noFill/>
          </a:ln>
        </p:spPr>
        <p:txBody>
          <a:bodyPr lIns="0" tIns="0" rIns="0" bIns="0" anchor="ctr">
            <a:noAutofit/>
          </a:bodyPr>
          <a:lstStyle/>
          <a:p>
            <a:pPr algn="ctr">
              <a:defRPr sz="1500">
                <a:solidFill>
                  <a:srgbClr val="0B3550"/>
                </a:solidFill>
                <a:latin typeface="Albert Sans"/>
                <a:ea typeface="Albert Sans"/>
                <a:cs typeface="Albert Sans"/>
              </a:defRPr>
            </a:pPr>
            <a:r>
              <a:rPr sz="1500">
                <a:solidFill>
                  <a:srgbClr val="0B3550"/>
                </a:solidFill>
                <a:latin typeface="Albert Sans"/>
                <a:ea typeface="Albert Sans"/>
                <a:cs typeface="Albert Sans"/>
              </a:rPr>
              <a:t>Uses both inputs</a:t>
            </a:r>
            <a:endParaRPr sz="1500">
              <a:solidFill>
                <a:srgbClr val="0B3550"/>
              </a:solidFill>
              <a:latin typeface="Albert Sans"/>
              <a:ea typeface="Albert Sans"/>
              <a:cs typeface="Albert Sans"/>
            </a:endParaRPr>
          </a:p>
          <a:p>
            <a:endParaRPr sz="1500"/>
          </a:p>
          <a:p>
            <a:pPr algn="ctr">
              <a:defRPr sz="1500">
                <a:solidFill>
                  <a:srgbClr val="0B3550"/>
                </a:solidFill>
                <a:latin typeface="Albert Sans"/>
                <a:ea typeface="Albert Sans"/>
                <a:cs typeface="Albert Sans"/>
              </a:defRPr>
            </a:pPr>
            <a:r>
              <a:rPr sz="1500">
                <a:solidFill>
                  <a:srgbClr val="0B3550"/>
                </a:solidFill>
                <a:latin typeface="Albert Sans"/>
                <a:ea typeface="Albert Sans"/>
                <a:cs typeface="Albert Sans"/>
              </a:rPr>
              <a:t>Learns contributions</a:t>
            </a:r>
            <a:endParaRPr sz="1500">
              <a:solidFill>
                <a:srgbClr val="0B3550"/>
              </a:solidFill>
              <a:latin typeface="Albert Sans"/>
              <a:ea typeface="Albert Sans"/>
              <a:cs typeface="Albert Sans"/>
            </a:endParaRPr>
          </a:p>
          <a:p>
            <a:pPr algn="ctr">
              <a:defRPr sz="1500">
                <a:solidFill>
                  <a:srgbClr val="0B3550"/>
                </a:solidFill>
                <a:latin typeface="Albert Sans"/>
                <a:ea typeface="Albert Sans"/>
                <a:cs typeface="Albert Sans"/>
              </a:defRPr>
            </a:pPr>
            <a:r>
              <a:rPr sz="1500">
                <a:solidFill>
                  <a:srgbClr val="0B3550"/>
                </a:solidFill>
                <a:latin typeface="Albert Sans"/>
                <a:ea typeface="Albert Sans"/>
                <a:cs typeface="Albert Sans"/>
              </a:rPr>
              <a:t>for each sample</a:t>
            </a:r>
            <a:endParaRPr sz="1500">
              <a:solidFill>
                <a:srgbClr val="0B3550"/>
              </a:solidFill>
              <a:latin typeface="Albert Sans"/>
              <a:ea typeface="Albert Sans"/>
              <a:cs typeface="Albert Sans"/>
            </a:endParaRPr>
          </a:p>
        </p:txBody>
      </p:sp>
      <p:sp>
        <p:nvSpPr>
          <p:cNvPr id="484" name="直接连接符 483"/>
          <p:cNvSpPr>
            <a:spLocks noGrp="1"/>
          </p:cNvSpPr>
          <p:nvPr/>
        </p:nvSpPr>
        <p:spPr>
          <a:xfrm>
            <a:off x="1785938" y="3219450"/>
            <a:ext cx="0" cy="523875"/>
          </a:xfrm>
          <a:prstGeom prst="line">
            <a:avLst/>
          </a:prstGeom>
          <a:noFill/>
          <a:ln w="9525">
            <a:solidFill>
              <a:srgbClr val="0B3550"/>
            </a:solidFill>
          </a:ln>
        </p:spPr>
      </p:sp>
      <p:sp>
        <p:nvSpPr>
          <p:cNvPr id="485" name="直接连接符 484"/>
          <p:cNvSpPr>
            <a:spLocks noGrp="1"/>
          </p:cNvSpPr>
          <p:nvPr/>
        </p:nvSpPr>
        <p:spPr>
          <a:xfrm>
            <a:off x="1785938" y="3743325"/>
            <a:ext cx="1431608" cy="0"/>
          </a:xfrm>
          <a:prstGeom prst="line">
            <a:avLst/>
          </a:prstGeom>
          <a:noFill/>
          <a:ln w="9525">
            <a:solidFill>
              <a:srgbClr val="0B3550"/>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8" name="Google Shape;468;p50"/>
          <p:cNvSpPr>
            <a:spLocks noGrp="1"/>
          </p:cNvSpPr>
          <p:nvPr>
            <p:ph type="title"/>
          </p:nvPr>
        </p:nvSpPr>
        <p:spPr>
          <a:xfrm>
            <a:off x="720000" y="445025"/>
            <a:ext cx="7704000" cy="572700"/>
          </a:xfrm>
          <a:prstGeom prst="rect">
            <a:avLst/>
          </a:prstGeom>
        </p:spPr>
        <p:txBody>
          <a:bodyPr spcFirstLastPara="1" wrap="square" lIns="85725" tIns="47625" rIns="85725" bIns="47625" anchor="ctr">
            <a:noAutofit/>
          </a:bodyPr>
          <a:lstStyle/>
          <a:p>
            <a:pPr marL="0" lvl="0" indent="0" algn="ctr">
              <a:spcBef>
                <a:spcPts val="0"/>
              </a:spcBef>
              <a:spcAft>
                <a:spcPts val="0"/>
              </a:spcAft>
              <a:buNone/>
              <a:defRPr sz="3000" b="1">
                <a:solidFill>
                  <a:srgbClr val="0B3550"/>
                </a:solidFill>
                <a:latin typeface="Poppins"/>
                <a:ea typeface="Poppins"/>
                <a:cs typeface="Poppins"/>
              </a:defRPr>
            </a:pPr>
            <a:r>
              <a:rPr sz="3000" b="1">
                <a:solidFill>
                  <a:srgbClr val="0B3550"/>
                </a:solidFill>
                <a:latin typeface="Poppins"/>
                <a:ea typeface="Poppins"/>
                <a:cs typeface="Poppins"/>
              </a:rPr>
              <a:t>Cross-Attention Fusion</a:t>
            </a:r>
            <a:endParaRPr sz="3000" b="1">
              <a:solidFill>
                <a:srgbClr val="0B3550"/>
              </a:solidFill>
              <a:latin typeface="Poppins"/>
              <a:ea typeface="Poppins"/>
              <a:cs typeface="Poppins"/>
            </a:endParaRPr>
          </a:p>
        </p:txBody>
      </p:sp>
      <p:cxnSp>
        <p:nvCxnSpPr>
          <p:cNvPr id="488" name="Google Shape;470;p50"/>
          <p:cNvCxnSpPr>
            <a:stCxn id="468" idx="2"/>
            <a:endCxn id="471" idx="0"/>
          </p:cNvCxnSpPr>
          <p:nvPr/>
        </p:nvCxnSpPr>
        <p:spPr>
          <a:xfrm rot="5400000">
            <a:off x="2959500" y="-153475"/>
            <a:ext cx="441300" cy="2783700"/>
          </a:xfrm>
          <a:prstGeom prst="bentConnector3">
            <a:avLst>
              <a:gd name="adj1" fmla="val 50000"/>
            </a:avLst>
          </a:prstGeom>
          <a:ln w="9525" cap="flat">
            <a:solidFill>
              <a:schemeClr val="dk1"/>
            </a:solidFill>
            <a:prstDash val="solid"/>
            <a:round/>
            <a:headEnd type="none" w="med" len="med"/>
            <a:tailEnd type="oval" w="med" len="med"/>
          </a:ln>
        </p:spPr>
      </p:cxnSp>
      <p:cxnSp>
        <p:nvCxnSpPr>
          <p:cNvPr id="489" name="Google Shape;472;p50"/>
          <p:cNvCxnSpPr>
            <a:stCxn id="468" idx="2"/>
            <a:endCxn id="473" idx="0"/>
          </p:cNvCxnSpPr>
          <p:nvPr/>
        </p:nvCxnSpPr>
        <p:spPr>
          <a:xfrm rot="-5400000" flipH="1">
            <a:off x="4977450" y="612275"/>
            <a:ext cx="441300" cy="1252200"/>
          </a:xfrm>
          <a:prstGeom prst="bentConnector3">
            <a:avLst>
              <a:gd name="adj1" fmla="val 50000"/>
            </a:avLst>
          </a:prstGeom>
          <a:ln w="9525" cap="flat">
            <a:solidFill>
              <a:schemeClr val="dk1"/>
            </a:solidFill>
            <a:prstDash val="solid"/>
            <a:round/>
            <a:headEnd type="none" w="med" len="med"/>
            <a:tailEnd type="oval" w="med" len="med"/>
          </a:ln>
        </p:spPr>
      </p:cxnSp>
      <p:sp>
        <p:nvSpPr>
          <p:cNvPr id="474" name="Google Shape;474;p50"/>
          <p:cNvSpPr>
            <a:spLocks noGrp="1"/>
          </p:cNvSpPr>
          <p:nvPr/>
        </p:nvSpPr>
        <p:spPr>
          <a:xfrm>
            <a:off x="3217500" y="3951575"/>
            <a:ext cx="5213400" cy="657000"/>
          </a:xfrm>
          <a:prstGeom prst="rect">
            <a:avLst/>
          </a:prstGeom>
          <a:noFill/>
          <a:ln>
            <a:noFill/>
          </a:ln>
        </p:spPr>
        <p:txBody>
          <a:bodyPr spcFirstLastPara="1" wrap="square" lIns="85725" tIns="47625" rIns="85725" bIns="47625" anchor="ctr">
            <a:noAutofit/>
          </a:bodyPr>
          <a:lstStyle/>
          <a:p>
            <a:pPr marL="0" lvl="0" indent="0" algn="ctr">
              <a:lnSpc>
                <a:spcPct val="115000"/>
              </a:lnSpc>
              <a:spcBef>
                <a:spcPts val="0"/>
              </a:spcBef>
              <a:spcAft>
                <a:spcPts val="0"/>
              </a:spcAft>
              <a:buNone/>
              <a:defRPr sz="1575" b="0">
                <a:solidFill>
                  <a:srgbClr val="0B3550"/>
                </a:solidFill>
                <a:latin typeface="Albert Sans"/>
                <a:ea typeface="Albert Sans"/>
                <a:cs typeface="Albert Sans"/>
              </a:defRPr>
            </a:pPr>
            <a:r>
              <a:rPr sz="1575" b="0">
                <a:solidFill>
                  <a:srgbClr val="0B3550"/>
                </a:solidFill>
                <a:latin typeface="Albert Sans"/>
                <a:ea typeface="Albert Sans"/>
                <a:cs typeface="Albert Sans"/>
              </a:rPr>
              <a:t>Add the attention output to audio features,</a:t>
            </a:r>
            <a:endParaRPr>
              <a:solidFill>
                <a:schemeClr val="dk1"/>
              </a:solidFill>
              <a:latin typeface="Albert Sans"/>
              <a:ea typeface="Albert Sans"/>
              <a:cs typeface="Albert Sans"/>
            </a:endParaRPr>
          </a:p>
          <a:p>
            <a:pPr marL="0" lvl="0" indent="0" algn="ctr">
              <a:lnSpc>
                <a:spcPct val="115000"/>
              </a:lnSpc>
              <a:spcBef>
                <a:spcPts val="0"/>
              </a:spcBef>
              <a:spcAft>
                <a:spcPts val="0"/>
              </a:spcAft>
              <a:buNone/>
              <a:defRPr sz="1575" b="0">
                <a:solidFill>
                  <a:srgbClr val="0B3550"/>
                </a:solidFill>
                <a:latin typeface="Albert Sans"/>
                <a:ea typeface="Albert Sans"/>
                <a:cs typeface="Albert Sans"/>
              </a:defRPr>
            </a:pPr>
            <a:r>
              <a:rPr sz="1575" b="0">
                <a:solidFill>
                  <a:srgbClr val="0B3550"/>
                </a:solidFill>
                <a:latin typeface="Albert Sans"/>
                <a:ea typeface="Albert Sans"/>
                <a:cs typeface="Albert Sans"/>
              </a:rPr>
              <a:t>then pool and classify</a:t>
            </a:r>
            <a:endParaRPr>
              <a:solidFill>
                <a:schemeClr val="dk1"/>
              </a:solidFill>
              <a:latin typeface="Albert Sans"/>
              <a:ea typeface="Albert Sans"/>
              <a:cs typeface="Albert Sans"/>
            </a:endParaRPr>
          </a:p>
        </p:txBody>
      </p:sp>
      <p:sp>
        <p:nvSpPr>
          <p:cNvPr id="475" name="Google Shape;475;p50"/>
          <p:cNvSpPr>
            <a:spLocks noGrp="1"/>
          </p:cNvSpPr>
          <p:nvPr/>
        </p:nvSpPr>
        <p:spPr>
          <a:xfrm>
            <a:off x="3217505" y="1910800"/>
            <a:ext cx="2599800" cy="393600"/>
          </a:xfrm>
          <a:prstGeom prst="rect">
            <a:avLst/>
          </a:prstGeom>
          <a:noFill/>
          <a:ln>
            <a:noFill/>
          </a:ln>
        </p:spPr>
        <p:txBody>
          <a:bodyPr spcFirstLastPara="1" wrap="square" lIns="85725" tIns="47625" rIns="85725" bIns="47625" anchor="ctr">
            <a:noAutofit/>
          </a:bodyPr>
          <a:lstStyle/>
          <a:p>
            <a:pPr marL="0" lvl="0" indent="0" algn="ctr">
              <a:lnSpc>
                <a:spcPct val="115000"/>
              </a:lnSpc>
              <a:spcBef>
                <a:spcPts val="0"/>
              </a:spcBef>
              <a:spcAft>
                <a:spcPts val="0"/>
              </a:spcAft>
              <a:buNone/>
              <a:defRPr sz="1725" b="1">
                <a:solidFill>
                  <a:srgbClr val="0B3550"/>
                </a:solidFill>
                <a:latin typeface="Albert Sans"/>
                <a:ea typeface="Albert Sans"/>
                <a:cs typeface="Albert Sans"/>
              </a:defRPr>
            </a:pPr>
            <a:r>
              <a:rPr sz="1725" b="1">
                <a:solidFill>
                  <a:srgbClr val="0B3550"/>
                </a:solidFill>
                <a:latin typeface="Albert Sans"/>
                <a:ea typeface="Albert Sans"/>
                <a:cs typeface="Albert Sans"/>
              </a:rPr>
              <a:t>Keys (K)</a:t>
            </a:r>
            <a:endParaRPr b="1">
              <a:solidFill>
                <a:schemeClr val="dk1"/>
              </a:solidFill>
              <a:latin typeface="Poppins"/>
              <a:ea typeface="Poppins"/>
              <a:cs typeface="Poppins"/>
            </a:endParaRPr>
          </a:p>
        </p:txBody>
      </p:sp>
      <p:sp>
        <p:nvSpPr>
          <p:cNvPr id="476" name="Google Shape;476;p50"/>
          <p:cNvSpPr>
            <a:spLocks noGrp="1"/>
          </p:cNvSpPr>
          <p:nvPr/>
        </p:nvSpPr>
        <p:spPr>
          <a:xfrm>
            <a:off x="3217850" y="2213150"/>
            <a:ext cx="2599200" cy="984300"/>
          </a:xfrm>
          <a:prstGeom prst="rect">
            <a:avLst/>
          </a:prstGeom>
          <a:noFill/>
          <a:ln>
            <a:noFill/>
          </a:ln>
        </p:spPr>
        <p:txBody>
          <a:bodyPr spcFirstLastPara="1" wrap="square" lIns="85725" tIns="47625" rIns="85725" bIns="47625" anchor="ctr">
            <a:noAutofit/>
          </a:bodyPr>
          <a:lstStyle/>
          <a:p>
            <a:pPr marL="0" lvl="0" indent="0" algn="ctr">
              <a:lnSpc>
                <a:spcPct val="115000"/>
              </a:lnSpc>
              <a:spcBef>
                <a:spcPts val="0"/>
              </a:spcBef>
              <a:spcAft>
                <a:spcPts val="0"/>
              </a:spcAft>
              <a:buNone/>
              <a:defRPr sz="1575" b="0">
                <a:solidFill>
                  <a:srgbClr val="0B3550"/>
                </a:solidFill>
                <a:latin typeface="Albert Sans"/>
                <a:ea typeface="Albert Sans"/>
                <a:cs typeface="Albert Sans"/>
              </a:defRPr>
            </a:pPr>
            <a:r>
              <a:rPr sz="1575" b="0">
                <a:solidFill>
                  <a:srgbClr val="0B3550"/>
                </a:solidFill>
                <a:latin typeface="Albert Sans"/>
                <a:ea typeface="Albert Sans"/>
                <a:cs typeface="Albert Sans"/>
              </a:rPr>
              <a:t>Match visual positions</a:t>
            </a:r>
            <a:endParaRPr>
              <a:solidFill>
                <a:schemeClr val="dk1"/>
              </a:solidFill>
              <a:latin typeface="Albert Sans"/>
              <a:ea typeface="Albert Sans"/>
              <a:cs typeface="Albert Sans"/>
            </a:endParaRPr>
          </a:p>
          <a:p>
            <a:pPr marL="0" lvl="0" indent="0" algn="ctr">
              <a:lnSpc>
                <a:spcPct val="115000"/>
              </a:lnSpc>
              <a:spcBef>
                <a:spcPts val="0"/>
              </a:spcBef>
              <a:spcAft>
                <a:spcPts val="0"/>
              </a:spcAft>
              <a:buNone/>
              <a:defRPr sz="1575" b="0">
                <a:solidFill>
                  <a:srgbClr val="0B3550"/>
                </a:solidFill>
                <a:latin typeface="Albert Sans"/>
                <a:ea typeface="Albert Sans"/>
                <a:cs typeface="Albert Sans"/>
              </a:defRPr>
            </a:pPr>
            <a:r>
              <a:rPr sz="1575" b="0">
                <a:solidFill>
                  <a:srgbClr val="0B3550"/>
                </a:solidFill>
                <a:latin typeface="Albert Sans"/>
                <a:ea typeface="Albert Sans"/>
                <a:cs typeface="Albert Sans"/>
              </a:rPr>
              <a:t>to audio queries</a:t>
            </a:r>
            <a:endParaRPr>
              <a:solidFill>
                <a:schemeClr val="dk1"/>
              </a:solidFill>
              <a:latin typeface="Albert Sans"/>
              <a:ea typeface="Albert Sans"/>
              <a:cs typeface="Albert Sans"/>
            </a:endParaRPr>
          </a:p>
        </p:txBody>
      </p:sp>
      <p:sp>
        <p:nvSpPr>
          <p:cNvPr id="477" name="Google Shape;477;p50"/>
          <p:cNvSpPr>
            <a:spLocks noGrp="1"/>
          </p:cNvSpPr>
          <p:nvPr/>
        </p:nvSpPr>
        <p:spPr>
          <a:xfrm>
            <a:off x="5831505" y="1910800"/>
            <a:ext cx="2599200" cy="393600"/>
          </a:xfrm>
          <a:prstGeom prst="rect">
            <a:avLst/>
          </a:prstGeom>
          <a:noFill/>
          <a:ln>
            <a:noFill/>
          </a:ln>
        </p:spPr>
        <p:txBody>
          <a:bodyPr spcFirstLastPara="1" wrap="square" lIns="85725" tIns="47625" rIns="85725" bIns="47625" anchor="ctr">
            <a:noAutofit/>
          </a:bodyPr>
          <a:lstStyle/>
          <a:p>
            <a:pPr marL="0" lvl="0" indent="0" algn="ctr">
              <a:lnSpc>
                <a:spcPct val="115000"/>
              </a:lnSpc>
              <a:spcBef>
                <a:spcPts val="0"/>
              </a:spcBef>
              <a:spcAft>
                <a:spcPts val="0"/>
              </a:spcAft>
              <a:buNone/>
              <a:defRPr sz="1725" b="1">
                <a:solidFill>
                  <a:srgbClr val="0B3550"/>
                </a:solidFill>
                <a:latin typeface="Albert Sans"/>
                <a:ea typeface="Albert Sans"/>
                <a:cs typeface="Albert Sans"/>
              </a:defRPr>
            </a:pPr>
            <a:r>
              <a:rPr sz="1725" b="1">
                <a:solidFill>
                  <a:srgbClr val="0B3550"/>
                </a:solidFill>
                <a:latin typeface="Albert Sans"/>
                <a:ea typeface="Albert Sans"/>
                <a:cs typeface="Albert Sans"/>
              </a:rPr>
              <a:t>Values (V)</a:t>
            </a:r>
            <a:endParaRPr b="1">
              <a:solidFill>
                <a:schemeClr val="dk1"/>
              </a:solidFill>
              <a:latin typeface="Poppins"/>
              <a:ea typeface="Poppins"/>
              <a:cs typeface="Poppins"/>
            </a:endParaRPr>
          </a:p>
        </p:txBody>
      </p:sp>
      <p:sp>
        <p:nvSpPr>
          <p:cNvPr id="478" name="Google Shape;478;p50"/>
          <p:cNvSpPr>
            <a:spLocks noGrp="1"/>
          </p:cNvSpPr>
          <p:nvPr/>
        </p:nvSpPr>
        <p:spPr>
          <a:xfrm>
            <a:off x="5831871" y="2213150"/>
            <a:ext cx="2598900" cy="984300"/>
          </a:xfrm>
          <a:prstGeom prst="rect">
            <a:avLst/>
          </a:prstGeom>
          <a:noFill/>
          <a:ln>
            <a:noFill/>
          </a:ln>
        </p:spPr>
        <p:txBody>
          <a:bodyPr spcFirstLastPara="1" wrap="square" lIns="85725" tIns="47625" rIns="85725" bIns="47625" anchor="ctr">
            <a:noAutofit/>
          </a:bodyPr>
          <a:lstStyle/>
          <a:p>
            <a:pPr marL="0" lvl="0" indent="0" algn="ctr">
              <a:lnSpc>
                <a:spcPct val="115000"/>
              </a:lnSpc>
              <a:spcBef>
                <a:spcPts val="0"/>
              </a:spcBef>
              <a:spcAft>
                <a:spcPts val="0"/>
              </a:spcAft>
              <a:buNone/>
              <a:defRPr sz="1575" b="0">
                <a:solidFill>
                  <a:srgbClr val="0B3550"/>
                </a:solidFill>
                <a:latin typeface="Albert Sans"/>
                <a:ea typeface="Albert Sans"/>
                <a:cs typeface="Albert Sans"/>
              </a:defRPr>
            </a:pPr>
            <a:r>
              <a:rPr sz="1575" b="0">
                <a:solidFill>
                  <a:srgbClr val="0B3550"/>
                </a:solidFill>
                <a:latin typeface="Albert Sans"/>
                <a:ea typeface="Albert Sans"/>
                <a:cs typeface="Albert Sans"/>
              </a:rPr>
              <a:t>Provide visual</a:t>
            </a:r>
            <a:endParaRPr>
              <a:solidFill>
                <a:schemeClr val="dk1"/>
              </a:solidFill>
              <a:latin typeface="Albert Sans"/>
              <a:ea typeface="Albert Sans"/>
              <a:cs typeface="Albert Sans"/>
            </a:endParaRPr>
          </a:p>
          <a:p>
            <a:pPr marL="0" lvl="0" indent="0" algn="ctr">
              <a:lnSpc>
                <a:spcPct val="115000"/>
              </a:lnSpc>
              <a:spcBef>
                <a:spcPts val="0"/>
              </a:spcBef>
              <a:spcAft>
                <a:spcPts val="0"/>
              </a:spcAft>
              <a:buNone/>
              <a:defRPr sz="1575" b="0">
                <a:solidFill>
                  <a:srgbClr val="0B3550"/>
                </a:solidFill>
                <a:latin typeface="Albert Sans"/>
                <a:ea typeface="Albert Sans"/>
                <a:cs typeface="Albert Sans"/>
              </a:defRPr>
            </a:pPr>
            <a:r>
              <a:rPr sz="1575" b="0">
                <a:solidFill>
                  <a:srgbClr val="0B3550"/>
                </a:solidFill>
                <a:latin typeface="Albert Sans"/>
                <a:ea typeface="Albert Sans"/>
                <a:cs typeface="Albert Sans"/>
              </a:rPr>
              <a:t>information to combine</a:t>
            </a:r>
            <a:endParaRPr>
              <a:solidFill>
                <a:schemeClr val="dk1"/>
              </a:solidFill>
              <a:latin typeface="Albert Sans"/>
              <a:ea typeface="Albert Sans"/>
              <a:cs typeface="Albert Sans"/>
            </a:endParaRPr>
          </a:p>
        </p:txBody>
      </p:sp>
      <p:sp>
        <p:nvSpPr>
          <p:cNvPr id="471" name="Google Shape;471;p50"/>
          <p:cNvSpPr>
            <a:spLocks noGrp="1"/>
          </p:cNvSpPr>
          <p:nvPr/>
        </p:nvSpPr>
        <p:spPr>
          <a:xfrm>
            <a:off x="713225" y="1459025"/>
            <a:ext cx="2150100" cy="422700"/>
          </a:xfrm>
          <a:prstGeom prst="roundRect">
            <a:avLst>
              <a:gd name="adj" fmla="val 50000"/>
            </a:avLst>
          </a:prstGeom>
          <a:solidFill>
            <a:schemeClr val="dk2"/>
          </a:solidFill>
          <a:ln>
            <a:noFill/>
          </a:ln>
        </p:spPr>
        <p:txBody>
          <a:bodyPr spcFirstLastPara="1" wrap="square" lIns="85725" tIns="47625" rIns="85725" bIns="47625" anchor="ctr">
            <a:noAutofit/>
          </a:bodyPr>
          <a:lstStyle/>
          <a:p>
            <a:pPr marL="0" lvl="0" indent="0" algn="ctr">
              <a:lnSpc>
                <a:spcPct val="115000"/>
              </a:lnSpc>
              <a:spcBef>
                <a:spcPts val="0"/>
              </a:spcBef>
              <a:spcAft>
                <a:spcPts val="0"/>
              </a:spcAft>
              <a:buNone/>
              <a:defRPr sz="1875" b="1">
                <a:solidFill>
                  <a:srgbClr val="FFFFFF"/>
                </a:solidFill>
                <a:latin typeface="Albert Sans"/>
                <a:ea typeface="Albert Sans"/>
                <a:cs typeface="Albert Sans"/>
              </a:defRPr>
            </a:pPr>
            <a:r>
              <a:rPr sz="1875" b="1">
                <a:solidFill>
                  <a:srgbClr val="FFFFFF"/>
                </a:solidFill>
                <a:latin typeface="Albert Sans"/>
                <a:ea typeface="Albert Sans"/>
                <a:cs typeface="Albert Sans"/>
              </a:rPr>
              <a:t>Audio queries</a:t>
            </a:r>
            <a:endParaRPr sz="2000" b="1">
              <a:solidFill>
                <a:schemeClr val="lt1"/>
              </a:solidFill>
              <a:latin typeface="Poppins"/>
              <a:ea typeface="Poppins"/>
              <a:cs typeface="Poppins"/>
            </a:endParaRPr>
          </a:p>
        </p:txBody>
      </p:sp>
      <p:sp>
        <p:nvSpPr>
          <p:cNvPr id="473" name="Google Shape;473;p50"/>
          <p:cNvSpPr>
            <a:spLocks noGrp="1"/>
          </p:cNvSpPr>
          <p:nvPr/>
        </p:nvSpPr>
        <p:spPr>
          <a:xfrm>
            <a:off x="3217500" y="1459025"/>
            <a:ext cx="5213400" cy="422700"/>
          </a:xfrm>
          <a:prstGeom prst="roundRect">
            <a:avLst>
              <a:gd name="adj" fmla="val 50000"/>
            </a:avLst>
          </a:prstGeom>
          <a:solidFill>
            <a:schemeClr val="dk2"/>
          </a:solidFill>
          <a:ln>
            <a:noFill/>
          </a:ln>
        </p:spPr>
        <p:txBody>
          <a:bodyPr spcFirstLastPara="1" wrap="square" lIns="85725" tIns="47625" rIns="85725" bIns="47625" anchor="ctr">
            <a:noAutofit/>
          </a:bodyPr>
          <a:lstStyle/>
          <a:p>
            <a:pPr marL="0" lvl="0" indent="0" algn="ctr">
              <a:lnSpc>
                <a:spcPct val="115000"/>
              </a:lnSpc>
              <a:spcBef>
                <a:spcPts val="0"/>
              </a:spcBef>
              <a:spcAft>
                <a:spcPts val="0"/>
              </a:spcAft>
              <a:buNone/>
              <a:defRPr sz="1950" b="1">
                <a:solidFill>
                  <a:srgbClr val="FFFFFF"/>
                </a:solidFill>
                <a:latin typeface="Albert Sans"/>
                <a:ea typeface="Albert Sans"/>
                <a:cs typeface="Albert Sans"/>
              </a:defRPr>
            </a:pPr>
            <a:r>
              <a:rPr sz="1950" b="1">
                <a:solidFill>
                  <a:srgbClr val="FFFFFF"/>
                </a:solidFill>
                <a:latin typeface="Albert Sans"/>
                <a:ea typeface="Albert Sans"/>
                <a:cs typeface="Albert Sans"/>
              </a:rPr>
              <a:t>Visual sequence</a:t>
            </a:r>
            <a:endParaRPr sz="2000" b="1">
              <a:solidFill>
                <a:schemeClr val="lt1"/>
              </a:solidFill>
              <a:latin typeface="Poppins"/>
              <a:ea typeface="Poppins"/>
              <a:cs typeface="Poppins"/>
            </a:endParaRPr>
          </a:p>
        </p:txBody>
      </p:sp>
      <p:sp>
        <p:nvSpPr>
          <p:cNvPr id="479" name="Google Shape;479;p50"/>
          <p:cNvSpPr>
            <a:spLocks noGrp="1"/>
          </p:cNvSpPr>
          <p:nvPr/>
        </p:nvSpPr>
        <p:spPr>
          <a:xfrm>
            <a:off x="3217500" y="3528875"/>
            <a:ext cx="5213400" cy="422700"/>
          </a:xfrm>
          <a:prstGeom prst="roundRect">
            <a:avLst>
              <a:gd name="adj" fmla="val 50000"/>
            </a:avLst>
          </a:prstGeom>
          <a:solidFill>
            <a:schemeClr val="dk2"/>
          </a:solidFill>
          <a:ln>
            <a:noFill/>
          </a:ln>
        </p:spPr>
        <p:txBody>
          <a:bodyPr spcFirstLastPara="1" wrap="square" lIns="85725" tIns="47625" rIns="85725" bIns="47625" anchor="ctr">
            <a:noAutofit/>
          </a:bodyPr>
          <a:lstStyle/>
          <a:p>
            <a:pPr marL="0" lvl="0" indent="0" algn="ctr">
              <a:lnSpc>
                <a:spcPct val="115000"/>
              </a:lnSpc>
              <a:spcBef>
                <a:spcPts val="0"/>
              </a:spcBef>
              <a:spcAft>
                <a:spcPts val="0"/>
              </a:spcAft>
              <a:buNone/>
              <a:defRPr sz="1875" b="1">
                <a:solidFill>
                  <a:srgbClr val="FFFFFF"/>
                </a:solidFill>
                <a:latin typeface="Albert Sans"/>
                <a:ea typeface="Albert Sans"/>
                <a:cs typeface="Albert Sans"/>
              </a:defRPr>
            </a:pPr>
            <a:r>
              <a:rPr sz="1875" b="1">
                <a:solidFill>
                  <a:srgbClr val="FFFFFF"/>
                </a:solidFill>
                <a:latin typeface="Albert Sans"/>
                <a:ea typeface="Albert Sans"/>
                <a:cs typeface="Albert Sans"/>
              </a:rPr>
              <a:t>Attention + audio residual</a:t>
            </a:r>
            <a:endParaRPr sz="2000" b="1">
              <a:solidFill>
                <a:schemeClr val="lt1"/>
              </a:solidFill>
              <a:latin typeface="Poppins"/>
              <a:ea typeface="Poppins"/>
              <a:cs typeface="Poppins"/>
            </a:endParaRPr>
          </a:p>
        </p:txBody>
      </p:sp>
      <p:cxnSp>
        <p:nvCxnSpPr>
          <p:cNvPr id="498" name="Google Shape;480;p50"/>
          <p:cNvCxnSpPr>
            <a:stCxn id="476" idx="2"/>
            <a:endCxn id="479" idx="0"/>
          </p:cNvCxnSpPr>
          <p:nvPr/>
        </p:nvCxnSpPr>
        <p:spPr>
          <a:xfrm rot="-5400000" flipH="1">
            <a:off x="5005100" y="2709800"/>
            <a:ext cx="331500" cy="1306800"/>
          </a:xfrm>
          <a:prstGeom prst="bentConnector3">
            <a:avLst>
              <a:gd name="adj1" fmla="val 49989"/>
            </a:avLst>
          </a:prstGeom>
          <a:ln w="9525" cap="flat">
            <a:solidFill>
              <a:schemeClr val="dk1"/>
            </a:solidFill>
            <a:prstDash val="solid"/>
            <a:round/>
            <a:headEnd type="none" w="med" len="med"/>
            <a:tailEnd type="oval" w="med" len="med"/>
          </a:ln>
        </p:spPr>
      </p:cxnSp>
      <p:cxnSp>
        <p:nvCxnSpPr>
          <p:cNvPr id="499" name="Google Shape;481;p50"/>
          <p:cNvCxnSpPr>
            <a:stCxn id="478" idx="2"/>
            <a:endCxn id="479" idx="0"/>
          </p:cNvCxnSpPr>
          <p:nvPr/>
        </p:nvCxnSpPr>
        <p:spPr>
          <a:xfrm rot="5400000">
            <a:off x="6312021" y="2709650"/>
            <a:ext cx="331500" cy="1307100"/>
          </a:xfrm>
          <a:prstGeom prst="bentConnector3">
            <a:avLst>
              <a:gd name="adj1" fmla="val 49989"/>
            </a:avLst>
          </a:prstGeom>
          <a:ln w="9525" cap="flat">
            <a:solidFill>
              <a:schemeClr val="dk1"/>
            </a:solidFill>
            <a:prstDash val="solid"/>
            <a:round/>
            <a:headEnd type="none" w="med" len="med"/>
            <a:tailEnd type="oval" w="med" len="med"/>
          </a:ln>
        </p:spPr>
      </p:cxnSp>
      <p:sp>
        <p:nvSpPr>
          <p:cNvPr id="482" name="矩形 481"/>
          <p:cNvSpPr>
            <a:spLocks noGrp="1"/>
          </p:cNvSpPr>
          <p:nvPr/>
        </p:nvSpPr>
        <p:spPr>
          <a:xfrm>
            <a:off x="990600" y="4657725"/>
            <a:ext cx="7143750" cy="238125"/>
          </a:xfrm>
          <a:prstGeom prst="rect">
            <a:avLst/>
          </a:prstGeom>
          <a:noFill/>
          <a:ln w="0">
            <a:noFill/>
          </a:ln>
        </p:spPr>
        <p:txBody>
          <a:bodyPr lIns="0" tIns="0" rIns="0" bIns="0" anchor="ctr">
            <a:noAutofit/>
          </a:bodyPr>
          <a:lstStyle/>
          <a:p>
            <a:pPr algn="ctr">
              <a:defRPr sz="1425">
                <a:solidFill>
                  <a:srgbClr val="0584A4"/>
                </a:solidFill>
                <a:latin typeface="Albert Sans"/>
                <a:ea typeface="Albert Sans"/>
                <a:cs typeface="Albert Sans"/>
              </a:defRPr>
            </a:pPr>
            <a:r>
              <a:rPr sz="1425">
                <a:solidFill>
                  <a:srgbClr val="0584A4"/>
                </a:solidFill>
                <a:latin typeface="Albert Sans"/>
                <a:ea typeface="Albert Sans"/>
                <a:cs typeface="Albert Sans"/>
              </a:rPr>
              <a:t>Same selected encoders, initially frozen</a:t>
            </a:r>
            <a:endParaRPr sz="1425">
              <a:solidFill>
                <a:srgbClr val="0584A4"/>
              </a:solidFill>
              <a:latin typeface="Albert Sans"/>
              <a:ea typeface="Albert Sans"/>
              <a:cs typeface="Albert Sans"/>
            </a:endParaRPr>
          </a:p>
        </p:txBody>
      </p:sp>
      <p:sp>
        <p:nvSpPr>
          <p:cNvPr id="483" name="矩形 482"/>
          <p:cNvSpPr>
            <a:spLocks noGrp="1"/>
          </p:cNvSpPr>
          <p:nvPr/>
        </p:nvSpPr>
        <p:spPr>
          <a:xfrm>
            <a:off x="6705600" y="4962525"/>
            <a:ext cx="1905000" cy="133350"/>
          </a:xfrm>
          <a:prstGeom prst="rect">
            <a:avLst/>
          </a:prstGeom>
          <a:noFill/>
          <a:ln w="0">
            <a:noFill/>
          </a:ln>
        </p:spPr>
        <p:txBody>
          <a:bodyPr lIns="0" tIns="0" rIns="0" bIns="0" anchor="ctr">
            <a:noAutofit/>
          </a:bodyPr>
          <a:lstStyle/>
          <a:p>
            <a:pPr algn="ctr">
              <a:defRPr sz="750">
                <a:solidFill>
                  <a:srgbClr val="0B3550"/>
                </a:solidFill>
                <a:latin typeface="Albert Sans"/>
                <a:ea typeface="Albert Sans"/>
                <a:cs typeface="Albert Sans"/>
              </a:defRPr>
            </a:pPr>
            <a:r>
              <a:rPr sz="750">
                <a:solidFill>
                  <a:srgbClr val="0B3550"/>
                </a:solidFill>
                <a:latin typeface="Albert Sans"/>
                <a:ea typeface="Albert Sans"/>
                <a:cs typeface="Albert Sans"/>
              </a:rPr>
              <a:t>Template design: Slidesgo</a:t>
            </a:r>
            <a:endParaRPr sz="750">
              <a:solidFill>
                <a:srgbClr val="0B3550"/>
              </a:solidFill>
              <a:latin typeface="Albert Sans"/>
              <a:ea typeface="Albert Sans"/>
              <a:cs typeface="Albert Sans"/>
            </a:endParaRPr>
          </a:p>
        </p:txBody>
      </p:sp>
      <p:sp>
        <p:nvSpPr>
          <p:cNvPr id="484" name="矩形 483"/>
          <p:cNvSpPr>
            <a:spLocks noGrp="1"/>
          </p:cNvSpPr>
          <p:nvPr/>
        </p:nvSpPr>
        <p:spPr>
          <a:xfrm>
            <a:off x="800100" y="2019300"/>
            <a:ext cx="1971675" cy="1143000"/>
          </a:xfrm>
          <a:prstGeom prst="rect">
            <a:avLst/>
          </a:prstGeom>
          <a:noFill/>
          <a:ln w="0">
            <a:noFill/>
          </a:ln>
        </p:spPr>
        <p:txBody>
          <a:bodyPr lIns="0" tIns="0" rIns="0" bIns="0" anchor="ctr">
            <a:noAutofit/>
          </a:bodyPr>
          <a:lstStyle/>
          <a:p>
            <a:pPr algn="ctr">
              <a:defRPr sz="1500">
                <a:solidFill>
                  <a:srgbClr val="0B3550"/>
                </a:solidFill>
                <a:latin typeface="Albert Sans"/>
                <a:ea typeface="Albert Sans"/>
                <a:cs typeface="Albert Sans"/>
              </a:defRPr>
            </a:pPr>
            <a:r>
              <a:rPr sz="1500">
                <a:solidFill>
                  <a:srgbClr val="0B3550"/>
                </a:solidFill>
                <a:latin typeface="Albert Sans"/>
                <a:ea typeface="Albert Sans"/>
                <a:cs typeface="Albert Sans"/>
              </a:rPr>
              <a:t>Audio sequence</a:t>
            </a:r>
            <a:endParaRPr sz="1500">
              <a:solidFill>
                <a:srgbClr val="0B3550"/>
              </a:solidFill>
              <a:latin typeface="Albert Sans"/>
              <a:ea typeface="Albert Sans"/>
              <a:cs typeface="Albert Sans"/>
            </a:endParaRPr>
          </a:p>
          <a:p>
            <a:pPr algn="ctr">
              <a:defRPr sz="1500">
                <a:solidFill>
                  <a:srgbClr val="0B3550"/>
                </a:solidFill>
                <a:latin typeface="Albert Sans"/>
                <a:ea typeface="Albert Sans"/>
                <a:cs typeface="Albert Sans"/>
              </a:defRPr>
            </a:pPr>
            <a:r>
              <a:rPr sz="1500">
                <a:solidFill>
                  <a:srgbClr val="0B3550"/>
                </a:solidFill>
                <a:latin typeface="Albert Sans"/>
                <a:ea typeface="Albert Sans"/>
                <a:cs typeface="Albert Sans"/>
              </a:rPr>
              <a:t>before pooling</a:t>
            </a:r>
            <a:endParaRPr sz="1500">
              <a:solidFill>
                <a:srgbClr val="0B3550"/>
              </a:solidFill>
              <a:latin typeface="Albert Sans"/>
              <a:ea typeface="Albert Sans"/>
              <a:cs typeface="Albert Sans"/>
            </a:endParaRPr>
          </a:p>
          <a:p>
            <a:endParaRPr sz="1500"/>
          </a:p>
          <a:p>
            <a:pPr algn="ctr">
              <a:defRPr sz="1500">
                <a:solidFill>
                  <a:srgbClr val="0B3550"/>
                </a:solidFill>
                <a:latin typeface="Albert Sans"/>
                <a:ea typeface="Albert Sans"/>
                <a:cs typeface="Albert Sans"/>
              </a:defRPr>
            </a:pPr>
            <a:r>
              <a:rPr sz="1500">
                <a:solidFill>
                  <a:srgbClr val="0B3550"/>
                </a:solidFill>
                <a:latin typeface="Albert Sans"/>
                <a:ea typeface="Albert Sans"/>
                <a:cs typeface="Albert Sans"/>
              </a:rPr>
              <a:t>Queries (Q)</a:t>
            </a:r>
            <a:endParaRPr sz="1500">
              <a:solidFill>
                <a:srgbClr val="0B3550"/>
              </a:solidFill>
              <a:latin typeface="Albert Sans"/>
              <a:ea typeface="Albert Sans"/>
              <a:cs typeface="Albert Sans"/>
            </a:endParaRPr>
          </a:p>
        </p:txBody>
      </p:sp>
      <p:sp>
        <p:nvSpPr>
          <p:cNvPr id="485" name="直接连接符 484"/>
          <p:cNvSpPr>
            <a:spLocks noGrp="1"/>
          </p:cNvSpPr>
          <p:nvPr/>
        </p:nvSpPr>
        <p:spPr>
          <a:xfrm>
            <a:off x="1785938" y="3219450"/>
            <a:ext cx="0" cy="523875"/>
          </a:xfrm>
          <a:prstGeom prst="line">
            <a:avLst/>
          </a:prstGeom>
          <a:noFill/>
          <a:ln w="9525">
            <a:solidFill>
              <a:srgbClr val="0B3550"/>
            </a:solidFill>
          </a:ln>
        </p:spPr>
      </p:sp>
      <p:sp>
        <p:nvSpPr>
          <p:cNvPr id="486" name="直接连接符 485"/>
          <p:cNvSpPr>
            <a:spLocks noGrp="1"/>
          </p:cNvSpPr>
          <p:nvPr/>
        </p:nvSpPr>
        <p:spPr>
          <a:xfrm>
            <a:off x="1785938" y="3743325"/>
            <a:ext cx="1431608" cy="0"/>
          </a:xfrm>
          <a:prstGeom prst="line">
            <a:avLst/>
          </a:prstGeom>
          <a:noFill/>
          <a:ln w="9525">
            <a:solidFill>
              <a:srgbClr val="0B3550"/>
            </a:solidFill>
          </a:ln>
        </p:spPr>
      </p:sp>
    </p:spTree>
  </p:cSld>
  <p:clrMapOvr>
    <a:masterClrMapping/>
  </p:clrMapOvr>
</p:sld>
</file>

<file path=ppt/theme/theme1.xml><?xml version="1.0" encoding="utf-8"?>
<a:theme xmlns:a="http://schemas.openxmlformats.org/drawingml/2006/main" name="Cellular Respiration and its Impact on Health Research Thesis Defense by Slidesgo">
  <a:themeElements>
    <a:clrScheme name="Simple Light">
      <a:dk1>
        <a:srgbClr val="0B3550"/>
      </a:dk1>
      <a:lt1>
        <a:srgbClr val="F6F6F6"/>
      </a:lt1>
      <a:dk2>
        <a:srgbClr val="0584A4"/>
      </a:dk2>
      <a:lt2>
        <a:srgbClr val="74CEC4"/>
      </a:lt2>
      <a:accent1>
        <a:srgbClr val="F2557A"/>
      </a:accent1>
      <a:accent2>
        <a:srgbClr val="FFFFFF"/>
      </a:accent2>
      <a:accent3>
        <a:srgbClr val="FFFFFF"/>
      </a:accent3>
      <a:accent4>
        <a:srgbClr val="FFFFFF"/>
      </a:accent4>
      <a:accent5>
        <a:srgbClr val="FFFFFF"/>
      </a:accent5>
      <a:accent6>
        <a:srgbClr val="FFFFFF"/>
      </a:accent6>
      <a:hlink>
        <a:srgbClr val="012C4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ellular Respiration and its Impact on Health Research Thesis Defense by Slidesgo">
  <a:themeElements>
    <a:clrScheme name="Simple Light">
      <a:dk1>
        <a:srgbClr val="0B3550"/>
      </a:dk1>
      <a:lt1>
        <a:srgbClr val="F6F6F6"/>
      </a:lt1>
      <a:dk2>
        <a:srgbClr val="0584A4"/>
      </a:dk2>
      <a:lt2>
        <a:srgbClr val="74CEC4"/>
      </a:lt2>
      <a:accent1>
        <a:srgbClr val="F2557A"/>
      </a:accent1>
      <a:accent2>
        <a:srgbClr val="FFFFFF"/>
      </a:accent2>
      <a:accent3>
        <a:srgbClr val="FFFFFF"/>
      </a:accent3>
      <a:accent4>
        <a:srgbClr val="FFFFFF"/>
      </a:accent4>
      <a:accent5>
        <a:srgbClr val="FFFFFF"/>
      </a:accent5>
      <a:accent6>
        <a:srgbClr val="FFFFFF"/>
      </a:accent6>
      <a:hlink>
        <a:srgbClr val="012C4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Cellular Respiration and its Impact on Health Research Thesis Defense by Slidesgo">
  <a:themeElements>
    <a:clrScheme name="Simple Light">
      <a:dk1>
        <a:srgbClr val="0B3550"/>
      </a:dk1>
      <a:lt1>
        <a:srgbClr val="F6F6F6"/>
      </a:lt1>
      <a:dk2>
        <a:srgbClr val="0584A4"/>
      </a:dk2>
      <a:lt2>
        <a:srgbClr val="74CEC4"/>
      </a:lt2>
      <a:accent1>
        <a:srgbClr val="F2557A"/>
      </a:accent1>
      <a:accent2>
        <a:srgbClr val="FFFFFF"/>
      </a:accent2>
      <a:accent3>
        <a:srgbClr val="FFFFFF"/>
      </a:accent3>
      <a:accent4>
        <a:srgbClr val="FFFFFF"/>
      </a:accent4>
      <a:accent5>
        <a:srgbClr val="FFFFFF"/>
      </a:accent5>
      <a:accent6>
        <a:srgbClr val="FFFFFF"/>
      </a:accent6>
      <a:hlink>
        <a:srgbClr val="012C4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1351</Words>
  <Application>WPS 演示</Application>
  <PresentationFormat>Converted Presentation</PresentationFormat>
  <Paragraphs>116</Paragraphs>
  <Slides>5</Slides>
  <Notes>0</Notes>
  <HiddenSlides>0</HiddenSlides>
  <MMClips>0</MMClips>
  <ScaleCrop>false</ScaleCrop>
  <HeadingPairs>
    <vt:vector size="6" baseType="variant">
      <vt:variant>
        <vt:lpstr>已用的字体</vt:lpstr>
      </vt:variant>
      <vt:variant>
        <vt:i4>20</vt:i4>
      </vt:variant>
      <vt:variant>
        <vt:lpstr>主题</vt:lpstr>
      </vt:variant>
      <vt:variant>
        <vt:i4>4</vt:i4>
      </vt:variant>
      <vt:variant>
        <vt:lpstr>幻灯片标题</vt:lpstr>
      </vt:variant>
      <vt:variant>
        <vt:i4>5</vt:i4>
      </vt:variant>
    </vt:vector>
  </HeadingPairs>
  <TitlesOfParts>
    <vt:vector size="29" baseType="lpstr">
      <vt:lpstr>Arial</vt:lpstr>
      <vt:lpstr>宋体</vt:lpstr>
      <vt:lpstr>Wingdings</vt:lpstr>
      <vt:lpstr>Poppins</vt:lpstr>
      <vt:lpstr>Albert Sans</vt:lpstr>
      <vt:lpstr>Arial</vt:lpstr>
      <vt:lpstr>Albert Sans Medium</vt:lpstr>
      <vt:lpstr>DM Sans</vt:lpstr>
      <vt:lpstr>Albert Sans Light</vt:lpstr>
      <vt:lpstr>Thonburi</vt:lpstr>
      <vt:lpstr>Nunito Light</vt:lpstr>
      <vt:lpstr>Proxima Nova Semibold</vt:lpstr>
      <vt:lpstr>Proxima Nova</vt:lpstr>
      <vt:lpstr>微软雅黑</vt:lpstr>
      <vt:lpstr>方正雅意黑 GB18030L2</vt:lpstr>
      <vt:lpstr>Arial Unicode MS</vt:lpstr>
      <vt:lpstr>Calibri</vt:lpstr>
      <vt:lpstr>Helvetica Neue</vt:lpstr>
      <vt:lpstr>Albert Sans</vt:lpstr>
      <vt:lpstr>Poppins</vt:lpstr>
      <vt:lpstr>Cellular Respiration and its Impact on Health Research Thesis Defense by Slidesgo</vt:lpstr>
      <vt:lpstr>Slidesgo Final Pages</vt:lpstr>
      <vt:lpstr>Cellular Respiration and its Impact on Health Research Thesis Defense by Slidesgo</vt:lpstr>
      <vt:lpstr>Slidesgo Final Pages</vt:lpstr>
      <vt:lpstr>04</vt:lpstr>
      <vt:lpstr>Multimodal Fusion</vt:lpstr>
      <vt:lpstr>Prediction and Feature Fusion</vt:lpstr>
      <vt:lpstr>Gated Fusion</vt:lpstr>
      <vt:lpstr>Cross-Attention Fusion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Multimodal Fusion</dc:title>
  <dc:creator>Walnut Exporter</dc:creator>
  <cp:lastModifiedBy>606</cp:lastModifiedBy>
  <cp:revision>1</cp:revision>
  <dcterms:created xsi:type="dcterms:W3CDTF">2026-10-04T09:20:37Z</dcterms:created>
  <dcterms:modified xsi:type="dcterms:W3CDTF">2026-10-04T09:20:37Z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2052-12.1.26046.26046</vt:lpwstr>
  </property>
  <property fmtid="{D5CDD505-2E9C-101B-9397-08002B2CF9AE}" pid="3" name="ICV">
    <vt:lpwstr>1C40AB71816BE5F5651AC26A97E7E86A_42</vt:lpwstr>
  </property>
</Properties>
</file>